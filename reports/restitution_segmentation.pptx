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AEFF"/>
    <a:srgbClr val="EFF6FF"/>
    <a:srgbClr val="A7F3E1"/>
    <a:srgbClr val="F0FDFA"/>
    <a:srgbClr val="B7BDC9"/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7324D"/>
                </a:solidFill>
                <a:latin typeface="Segoe UI"/>
              </a:defRPr>
            </a:pPr>
            <a:r>
              <a:rPr lang="fr-FR" sz="1500" b="1" i="0" u="none" strike="noStrike">
                <a:solidFill>
                  <a:srgbClr val="17324D"/>
                </a:solidFill>
                <a:latin typeface="Segoe UI"/>
              </a:rPr>
              <a:t>Variance expliquée cumulée par les composantes principales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5000000000000006E-2"/>
          <c:y val="0.15"/>
          <c:w val="0.9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cumulée (%)</c:v>
                </c:pt>
              </c:strCache>
            </c:strRef>
          </c:tx>
          <c:spPr>
            <a:ln w="2286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numRef>
              <c:f>Sheet1!$A$2:$A$24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</c:numCache>
            </c:num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36.011321267152837</c:v>
                </c:pt>
                <c:pt idx="1">
                  <c:v>48.7111653164961</c:v>
                </c:pt>
                <c:pt idx="2">
                  <c:v>55.304060410715351</c:v>
                </c:pt>
                <c:pt idx="3">
                  <c:v>61.02504555435749</c:v>
                </c:pt>
                <c:pt idx="4">
                  <c:v>65.815521686875954</c:v>
                </c:pt>
                <c:pt idx="5">
                  <c:v>70.186033857066974</c:v>
                </c:pt>
                <c:pt idx="6">
                  <c:v>74.321392822796895</c:v>
                </c:pt>
                <c:pt idx="7">
                  <c:v>77.965240684116495</c:v>
                </c:pt>
                <c:pt idx="8">
                  <c:v>81.292328393734309</c:v>
                </c:pt>
                <c:pt idx="9">
                  <c:v>84.096400867936964</c:v>
                </c:pt>
                <c:pt idx="10">
                  <c:v>86.720753841827388</c:v>
                </c:pt>
                <c:pt idx="11">
                  <c:v>89.124526160864676</c:v>
                </c:pt>
                <c:pt idx="12">
                  <c:v>91.077189415761808</c:v>
                </c:pt>
                <c:pt idx="13">
                  <c:v>92.921633163962156</c:v>
                </c:pt>
                <c:pt idx="14">
                  <c:v>94.624971606559399</c:v>
                </c:pt>
                <c:pt idx="15">
                  <c:v>96.131608032081431</c:v>
                </c:pt>
                <c:pt idx="16">
                  <c:v>97.338383377142364</c:v>
                </c:pt>
                <c:pt idx="17">
                  <c:v>98.377811730236417</c:v>
                </c:pt>
                <c:pt idx="18">
                  <c:v>99.24538597486449</c:v>
                </c:pt>
                <c:pt idx="19">
                  <c:v>99.999999999999972</c:v>
                </c:pt>
                <c:pt idx="20">
                  <c:v>99.999999999999972</c:v>
                </c:pt>
                <c:pt idx="21">
                  <c:v>99.999999999999972</c:v>
                </c:pt>
                <c:pt idx="22">
                  <c:v>99.999999999999972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70-4566-95BC-BBF5EB449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EE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Nombre de composantes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7620" cap="flat">
              <a:solidFill>
                <a:srgbClr val="EC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Variance expliquée cumulée (%)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7324D"/>
                </a:solidFill>
                <a:latin typeface="Segoe UI"/>
              </a:defRPr>
            </a:pPr>
            <a:r>
              <a:rPr lang="fr-FR" sz="1500" b="1" i="0" u="none" strike="noStrike" dirty="0">
                <a:solidFill>
                  <a:srgbClr val="17324D"/>
                </a:solidFill>
                <a:latin typeface="Segoe UI"/>
              </a:rPr>
              <a:t>Méthode du coude </a:t>
            </a:r>
            <a:r>
              <a:rPr lang="fr-FR" sz="1500" b="0" i="0" u="none" strike="noStrike" dirty="0">
                <a:solidFill>
                  <a:srgbClr val="17324D"/>
                </a:solidFill>
                <a:latin typeface="Segoe UI"/>
              </a:rPr>
              <a:t>(inertie </a:t>
            </a:r>
            <a:r>
              <a:rPr lang="fr-FR" sz="1500" b="0" i="0" u="none" strike="noStrike" dirty="0" err="1">
                <a:solidFill>
                  <a:srgbClr val="17324D"/>
                </a:solidFill>
                <a:latin typeface="Segoe UI"/>
              </a:rPr>
              <a:t>KMeans</a:t>
            </a:r>
            <a:r>
              <a:rPr lang="fr-FR" sz="1500" b="0" i="0" u="none" strike="noStrike" dirty="0">
                <a:solidFill>
                  <a:srgbClr val="17324D"/>
                </a:solidFill>
                <a:latin typeface="Segoe UI"/>
              </a:rPr>
              <a:t>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"/>
          <c:y val="0.12"/>
          <c:w val="0.85"/>
          <c:h val="0.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Inertie KMeans</c:v>
                </c:pt>
              </c:strCache>
            </c:strRef>
          </c:tx>
          <c:spPr>
            <a:ln w="2286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31047.102176234934</c:v>
                </c:pt>
                <c:pt idx="1">
                  <c:v>16821.923091342891</c:v>
                </c:pt>
                <c:pt idx="2">
                  <c:v>12507.132285991182</c:v>
                </c:pt>
                <c:pt idx="3">
                  <c:v>10350.324147211668</c:v>
                </c:pt>
                <c:pt idx="4">
                  <c:v>9377.2438821072774</c:v>
                </c:pt>
                <c:pt idx="5">
                  <c:v>8632.7481263690024</c:v>
                </c:pt>
                <c:pt idx="6">
                  <c:v>7818.4016600414143</c:v>
                </c:pt>
                <c:pt idx="7">
                  <c:v>7083.7063904088918</c:v>
                </c:pt>
                <c:pt idx="8">
                  <c:v>6592.8356221189515</c:v>
                </c:pt>
                <c:pt idx="9">
                  <c:v>6236.3044629724036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63-461C-90E5-5211D02B6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EE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Nombre de clusters (k)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000"/>
          <c:min val="5000"/>
        </c:scaling>
        <c:delete val="0"/>
        <c:axPos val="l"/>
        <c:majorGridlines>
          <c:spPr>
            <a:ln w="7620" cap="flat">
              <a:solidFill>
                <a:srgbClr val="EC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Inertie intra-cluster (KMeans)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4"/>
        <c:crosses val="autoZero"/>
        <c:crossBetween val="between"/>
        <c:majorUnit val="500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7324D"/>
                </a:solidFill>
                <a:latin typeface="Segoe UI"/>
              </a:defRPr>
            </a:pPr>
            <a:r>
              <a:rPr lang="fr-CI" sz="1500" b="1" i="0" u="none" strike="noStrike">
                <a:solidFill>
                  <a:srgbClr val="17324D"/>
                </a:solidFill>
                <a:latin typeface="Segoe UI"/>
              </a:rPr>
              <a:t>Effectifs par cluster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"/>
          <c:y val="0.14000000000000001"/>
          <c:w val="0.84"/>
          <c:h val="0.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Effectifs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2D-4E14-A21C-F9D75AF5A7F6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2D-4E14-A21C-F9D75AF5A7F6}"/>
              </c:ext>
            </c:extLst>
          </c:dPt>
          <c:dPt>
            <c:idx val="2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2D-4E14-A21C-F9D75AF5A7F6}"/>
              </c:ext>
            </c:extLst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2D-4E14-A21C-F9D75AF5A7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7324D"/>
                    </a:solidFill>
                    <a:latin typeface="Segoe U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600</c:v>
                </c:pt>
                <c:pt idx="1">
                  <c:v>509</c:v>
                </c:pt>
                <c:pt idx="2">
                  <c:v>609</c:v>
                </c:pt>
                <c:pt idx="3">
                  <c:v>494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2D-4E14-A21C-F9D75AF5A7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Clusters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7620" cap="flat">
              <a:solidFill>
                <a:srgbClr val="EC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200" b="0" i="0" u="none" strike="noStrike">
                    <a:solidFill>
                      <a:srgbClr val="334155"/>
                    </a:solidFill>
                    <a:latin typeface="Segoe UI"/>
                  </a:rPr>
                  <a:t>Nombre de clients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4"/>
        <c:crosses val="autoZero"/>
        <c:crossBetween val="between"/>
        <c:majorUnit val="10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7324D"/>
                </a:solidFill>
                <a:latin typeface="Segoe UI"/>
              </a:defRPr>
            </a:pPr>
            <a:r>
              <a:rPr lang="fr-FR" sz="1500" b="1" i="0" u="none" strike="noStrike">
                <a:solidFill>
                  <a:srgbClr val="17324D"/>
                </a:solidFill>
                <a:latin typeface="Segoe UI"/>
              </a:rPr>
              <a:t>Profil des clusters selon le revenu et les dépenses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796431180735092"/>
          <c:y val="0.17"/>
          <c:w val="0.8470948252907668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C0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1D4ED8"/>
              </a:solidFill>
              <a:ln w="3810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xVal>
            <c:numRef>
              <c:f>Sheet1!$A$2:$A$601</c:f>
              <c:numCache>
                <c:formatCode>General</c:formatCode>
                <c:ptCount val="600"/>
                <c:pt idx="0">
                  <c:v>53</c:v>
                </c:pt>
                <c:pt idx="1">
                  <c:v>169</c:v>
                </c:pt>
                <c:pt idx="2">
                  <c:v>46</c:v>
                </c:pt>
                <c:pt idx="3">
                  <c:v>61</c:v>
                </c:pt>
                <c:pt idx="4">
                  <c:v>46</c:v>
                </c:pt>
                <c:pt idx="5">
                  <c:v>317</c:v>
                </c:pt>
                <c:pt idx="6">
                  <c:v>133</c:v>
                </c:pt>
                <c:pt idx="7">
                  <c:v>316</c:v>
                </c:pt>
                <c:pt idx="8">
                  <c:v>75</c:v>
                </c:pt>
                <c:pt idx="9">
                  <c:v>131</c:v>
                </c:pt>
                <c:pt idx="10">
                  <c:v>30</c:v>
                </c:pt>
                <c:pt idx="11">
                  <c:v>318</c:v>
                </c:pt>
                <c:pt idx="12">
                  <c:v>81</c:v>
                </c:pt>
                <c:pt idx="13">
                  <c:v>53</c:v>
                </c:pt>
                <c:pt idx="14">
                  <c:v>31</c:v>
                </c:pt>
                <c:pt idx="15">
                  <c:v>122</c:v>
                </c:pt>
                <c:pt idx="16">
                  <c:v>55</c:v>
                </c:pt>
                <c:pt idx="17">
                  <c:v>72</c:v>
                </c:pt>
                <c:pt idx="18">
                  <c:v>29</c:v>
                </c:pt>
                <c:pt idx="19">
                  <c:v>34</c:v>
                </c:pt>
                <c:pt idx="20">
                  <c:v>65</c:v>
                </c:pt>
                <c:pt idx="21">
                  <c:v>13</c:v>
                </c:pt>
                <c:pt idx="22">
                  <c:v>18</c:v>
                </c:pt>
                <c:pt idx="23">
                  <c:v>165</c:v>
                </c:pt>
                <c:pt idx="24">
                  <c:v>16</c:v>
                </c:pt>
                <c:pt idx="25">
                  <c:v>79</c:v>
                </c:pt>
                <c:pt idx="26">
                  <c:v>318</c:v>
                </c:pt>
                <c:pt idx="27">
                  <c:v>32</c:v>
                </c:pt>
                <c:pt idx="28">
                  <c:v>43</c:v>
                </c:pt>
                <c:pt idx="29">
                  <c:v>45</c:v>
                </c:pt>
                <c:pt idx="30">
                  <c:v>410</c:v>
                </c:pt>
                <c:pt idx="31">
                  <c:v>29</c:v>
                </c:pt>
                <c:pt idx="32">
                  <c:v>145</c:v>
                </c:pt>
                <c:pt idx="33">
                  <c:v>1820</c:v>
                </c:pt>
                <c:pt idx="34">
                  <c:v>33</c:v>
                </c:pt>
                <c:pt idx="35">
                  <c:v>80</c:v>
                </c:pt>
                <c:pt idx="36">
                  <c:v>43</c:v>
                </c:pt>
                <c:pt idx="37">
                  <c:v>29</c:v>
                </c:pt>
                <c:pt idx="38">
                  <c:v>68</c:v>
                </c:pt>
                <c:pt idx="39">
                  <c:v>22</c:v>
                </c:pt>
                <c:pt idx="40">
                  <c:v>127</c:v>
                </c:pt>
                <c:pt idx="41">
                  <c:v>89</c:v>
                </c:pt>
                <c:pt idx="42">
                  <c:v>121</c:v>
                </c:pt>
                <c:pt idx="43">
                  <c:v>259</c:v>
                </c:pt>
                <c:pt idx="44">
                  <c:v>57</c:v>
                </c:pt>
                <c:pt idx="45">
                  <c:v>57</c:v>
                </c:pt>
                <c:pt idx="46">
                  <c:v>66</c:v>
                </c:pt>
                <c:pt idx="47">
                  <c:v>43</c:v>
                </c:pt>
                <c:pt idx="48">
                  <c:v>50</c:v>
                </c:pt>
                <c:pt idx="49">
                  <c:v>80</c:v>
                </c:pt>
                <c:pt idx="50">
                  <c:v>91</c:v>
                </c:pt>
                <c:pt idx="51">
                  <c:v>35</c:v>
                </c:pt>
                <c:pt idx="52">
                  <c:v>53</c:v>
                </c:pt>
                <c:pt idx="53">
                  <c:v>114</c:v>
                </c:pt>
                <c:pt idx="54">
                  <c:v>185</c:v>
                </c:pt>
                <c:pt idx="55">
                  <c:v>189</c:v>
                </c:pt>
                <c:pt idx="56">
                  <c:v>17</c:v>
                </c:pt>
                <c:pt idx="57">
                  <c:v>22</c:v>
                </c:pt>
                <c:pt idx="58">
                  <c:v>19</c:v>
                </c:pt>
                <c:pt idx="59">
                  <c:v>69</c:v>
                </c:pt>
                <c:pt idx="60">
                  <c:v>23</c:v>
                </c:pt>
                <c:pt idx="61">
                  <c:v>57</c:v>
                </c:pt>
                <c:pt idx="62">
                  <c:v>26</c:v>
                </c:pt>
                <c:pt idx="63">
                  <c:v>64</c:v>
                </c:pt>
                <c:pt idx="64">
                  <c:v>26</c:v>
                </c:pt>
                <c:pt idx="65">
                  <c:v>210</c:v>
                </c:pt>
                <c:pt idx="66">
                  <c:v>33</c:v>
                </c:pt>
                <c:pt idx="67">
                  <c:v>31</c:v>
                </c:pt>
                <c:pt idx="68">
                  <c:v>275</c:v>
                </c:pt>
                <c:pt idx="69">
                  <c:v>25</c:v>
                </c:pt>
                <c:pt idx="70">
                  <c:v>67</c:v>
                </c:pt>
                <c:pt idx="71">
                  <c:v>60</c:v>
                </c:pt>
                <c:pt idx="72">
                  <c:v>102</c:v>
                </c:pt>
                <c:pt idx="73">
                  <c:v>317</c:v>
                </c:pt>
                <c:pt idx="74">
                  <c:v>70</c:v>
                </c:pt>
                <c:pt idx="75">
                  <c:v>390</c:v>
                </c:pt>
                <c:pt idx="76">
                  <c:v>52</c:v>
                </c:pt>
                <c:pt idx="77">
                  <c:v>137</c:v>
                </c:pt>
                <c:pt idx="78">
                  <c:v>32</c:v>
                </c:pt>
                <c:pt idx="79">
                  <c:v>100</c:v>
                </c:pt>
                <c:pt idx="80">
                  <c:v>90</c:v>
                </c:pt>
                <c:pt idx="81">
                  <c:v>273</c:v>
                </c:pt>
                <c:pt idx="82">
                  <c:v>66</c:v>
                </c:pt>
                <c:pt idx="83">
                  <c:v>107</c:v>
                </c:pt>
                <c:pt idx="84">
                  <c:v>241</c:v>
                </c:pt>
                <c:pt idx="85">
                  <c:v>53</c:v>
                </c:pt>
                <c:pt idx="86">
                  <c:v>401</c:v>
                </c:pt>
                <c:pt idx="87">
                  <c:v>30</c:v>
                </c:pt>
                <c:pt idx="88">
                  <c:v>65</c:v>
                </c:pt>
                <c:pt idx="89">
                  <c:v>37</c:v>
                </c:pt>
                <c:pt idx="90">
                  <c:v>160</c:v>
                </c:pt>
                <c:pt idx="91">
                  <c:v>23</c:v>
                </c:pt>
                <c:pt idx="92">
                  <c:v>71</c:v>
                </c:pt>
                <c:pt idx="93">
                  <c:v>59</c:v>
                </c:pt>
                <c:pt idx="94">
                  <c:v>33</c:v>
                </c:pt>
                <c:pt idx="95">
                  <c:v>62</c:v>
                </c:pt>
                <c:pt idx="96">
                  <c:v>139</c:v>
                </c:pt>
                <c:pt idx="97">
                  <c:v>18</c:v>
                </c:pt>
                <c:pt idx="98">
                  <c:v>16</c:v>
                </c:pt>
                <c:pt idx="99">
                  <c:v>25</c:v>
                </c:pt>
                <c:pt idx="100">
                  <c:v>51</c:v>
                </c:pt>
                <c:pt idx="101">
                  <c:v>30</c:v>
                </c:pt>
                <c:pt idx="102">
                  <c:v>29</c:v>
                </c:pt>
                <c:pt idx="103">
                  <c:v>81</c:v>
                </c:pt>
                <c:pt idx="104">
                  <c:v>37</c:v>
                </c:pt>
                <c:pt idx="105">
                  <c:v>51</c:v>
                </c:pt>
                <c:pt idx="106">
                  <c:v>22</c:v>
                </c:pt>
                <c:pt idx="107">
                  <c:v>324</c:v>
                </c:pt>
                <c:pt idx="108">
                  <c:v>19</c:v>
                </c:pt>
                <c:pt idx="109">
                  <c:v>41</c:v>
                </c:pt>
                <c:pt idx="110">
                  <c:v>222</c:v>
                </c:pt>
                <c:pt idx="111">
                  <c:v>209</c:v>
                </c:pt>
                <c:pt idx="112">
                  <c:v>47</c:v>
                </c:pt>
                <c:pt idx="113">
                  <c:v>27</c:v>
                </c:pt>
                <c:pt idx="114">
                  <c:v>96</c:v>
                </c:pt>
                <c:pt idx="115">
                  <c:v>343</c:v>
                </c:pt>
                <c:pt idx="116">
                  <c:v>70</c:v>
                </c:pt>
                <c:pt idx="117">
                  <c:v>46</c:v>
                </c:pt>
                <c:pt idx="118">
                  <c:v>79</c:v>
                </c:pt>
                <c:pt idx="119">
                  <c:v>369</c:v>
                </c:pt>
                <c:pt idx="120">
                  <c:v>78</c:v>
                </c:pt>
                <c:pt idx="121">
                  <c:v>48</c:v>
                </c:pt>
                <c:pt idx="122">
                  <c:v>45</c:v>
                </c:pt>
                <c:pt idx="123">
                  <c:v>10</c:v>
                </c:pt>
                <c:pt idx="124">
                  <c:v>43</c:v>
                </c:pt>
                <c:pt idx="125">
                  <c:v>57</c:v>
                </c:pt>
                <c:pt idx="126">
                  <c:v>122</c:v>
                </c:pt>
                <c:pt idx="127">
                  <c:v>36</c:v>
                </c:pt>
                <c:pt idx="128">
                  <c:v>34</c:v>
                </c:pt>
                <c:pt idx="129">
                  <c:v>14</c:v>
                </c:pt>
                <c:pt idx="130">
                  <c:v>37</c:v>
                </c:pt>
                <c:pt idx="131">
                  <c:v>34</c:v>
                </c:pt>
                <c:pt idx="132">
                  <c:v>20</c:v>
                </c:pt>
                <c:pt idx="133">
                  <c:v>192</c:v>
                </c:pt>
                <c:pt idx="134">
                  <c:v>48</c:v>
                </c:pt>
                <c:pt idx="135">
                  <c:v>59</c:v>
                </c:pt>
                <c:pt idx="136">
                  <c:v>265</c:v>
                </c:pt>
                <c:pt idx="137">
                  <c:v>120</c:v>
                </c:pt>
                <c:pt idx="138">
                  <c:v>15</c:v>
                </c:pt>
                <c:pt idx="139">
                  <c:v>17</c:v>
                </c:pt>
                <c:pt idx="140">
                  <c:v>25</c:v>
                </c:pt>
                <c:pt idx="141">
                  <c:v>70</c:v>
                </c:pt>
                <c:pt idx="142">
                  <c:v>54</c:v>
                </c:pt>
                <c:pt idx="143">
                  <c:v>296</c:v>
                </c:pt>
                <c:pt idx="144">
                  <c:v>20</c:v>
                </c:pt>
                <c:pt idx="145">
                  <c:v>205</c:v>
                </c:pt>
                <c:pt idx="146">
                  <c:v>309</c:v>
                </c:pt>
                <c:pt idx="147">
                  <c:v>263</c:v>
                </c:pt>
                <c:pt idx="148">
                  <c:v>137</c:v>
                </c:pt>
                <c:pt idx="149">
                  <c:v>216</c:v>
                </c:pt>
                <c:pt idx="150">
                  <c:v>42</c:v>
                </c:pt>
                <c:pt idx="151">
                  <c:v>358</c:v>
                </c:pt>
                <c:pt idx="152">
                  <c:v>210</c:v>
                </c:pt>
                <c:pt idx="153">
                  <c:v>42</c:v>
                </c:pt>
                <c:pt idx="154">
                  <c:v>442</c:v>
                </c:pt>
                <c:pt idx="155">
                  <c:v>46</c:v>
                </c:pt>
                <c:pt idx="156">
                  <c:v>76</c:v>
                </c:pt>
                <c:pt idx="157">
                  <c:v>54</c:v>
                </c:pt>
                <c:pt idx="158">
                  <c:v>406</c:v>
                </c:pt>
                <c:pt idx="159">
                  <c:v>41</c:v>
                </c:pt>
                <c:pt idx="160">
                  <c:v>134</c:v>
                </c:pt>
                <c:pt idx="161">
                  <c:v>91</c:v>
                </c:pt>
                <c:pt idx="162">
                  <c:v>162</c:v>
                </c:pt>
                <c:pt idx="163">
                  <c:v>795</c:v>
                </c:pt>
                <c:pt idx="164">
                  <c:v>64</c:v>
                </c:pt>
                <c:pt idx="165">
                  <c:v>78</c:v>
                </c:pt>
                <c:pt idx="166">
                  <c:v>177</c:v>
                </c:pt>
                <c:pt idx="167">
                  <c:v>62</c:v>
                </c:pt>
                <c:pt idx="168">
                  <c:v>143</c:v>
                </c:pt>
                <c:pt idx="169">
                  <c:v>55</c:v>
                </c:pt>
                <c:pt idx="170">
                  <c:v>55</c:v>
                </c:pt>
                <c:pt idx="171">
                  <c:v>81</c:v>
                </c:pt>
                <c:pt idx="172">
                  <c:v>49</c:v>
                </c:pt>
                <c:pt idx="173">
                  <c:v>382</c:v>
                </c:pt>
                <c:pt idx="174">
                  <c:v>69</c:v>
                </c:pt>
                <c:pt idx="175">
                  <c:v>67</c:v>
                </c:pt>
                <c:pt idx="176">
                  <c:v>63</c:v>
                </c:pt>
                <c:pt idx="177">
                  <c:v>79</c:v>
                </c:pt>
                <c:pt idx="178">
                  <c:v>213</c:v>
                </c:pt>
                <c:pt idx="179">
                  <c:v>268</c:v>
                </c:pt>
                <c:pt idx="180">
                  <c:v>266</c:v>
                </c:pt>
                <c:pt idx="181">
                  <c:v>37</c:v>
                </c:pt>
                <c:pt idx="182">
                  <c:v>95</c:v>
                </c:pt>
                <c:pt idx="183">
                  <c:v>33</c:v>
                </c:pt>
                <c:pt idx="184">
                  <c:v>36</c:v>
                </c:pt>
                <c:pt idx="185">
                  <c:v>191</c:v>
                </c:pt>
                <c:pt idx="186">
                  <c:v>93</c:v>
                </c:pt>
                <c:pt idx="187">
                  <c:v>235</c:v>
                </c:pt>
                <c:pt idx="188">
                  <c:v>48</c:v>
                </c:pt>
                <c:pt idx="189">
                  <c:v>6</c:v>
                </c:pt>
                <c:pt idx="190">
                  <c:v>210</c:v>
                </c:pt>
                <c:pt idx="191">
                  <c:v>22</c:v>
                </c:pt>
                <c:pt idx="192">
                  <c:v>74</c:v>
                </c:pt>
                <c:pt idx="193">
                  <c:v>26</c:v>
                </c:pt>
                <c:pt idx="194">
                  <c:v>60</c:v>
                </c:pt>
                <c:pt idx="195">
                  <c:v>59</c:v>
                </c:pt>
                <c:pt idx="196">
                  <c:v>34</c:v>
                </c:pt>
                <c:pt idx="197">
                  <c:v>172</c:v>
                </c:pt>
                <c:pt idx="198">
                  <c:v>467</c:v>
                </c:pt>
                <c:pt idx="199">
                  <c:v>29</c:v>
                </c:pt>
                <c:pt idx="200">
                  <c:v>23</c:v>
                </c:pt>
                <c:pt idx="201">
                  <c:v>636</c:v>
                </c:pt>
                <c:pt idx="202">
                  <c:v>187</c:v>
                </c:pt>
                <c:pt idx="203">
                  <c:v>57</c:v>
                </c:pt>
                <c:pt idx="204">
                  <c:v>59</c:v>
                </c:pt>
                <c:pt idx="205">
                  <c:v>18</c:v>
                </c:pt>
                <c:pt idx="206">
                  <c:v>112</c:v>
                </c:pt>
                <c:pt idx="207">
                  <c:v>596</c:v>
                </c:pt>
                <c:pt idx="208">
                  <c:v>48</c:v>
                </c:pt>
                <c:pt idx="209">
                  <c:v>16</c:v>
                </c:pt>
                <c:pt idx="210">
                  <c:v>71</c:v>
                </c:pt>
                <c:pt idx="211">
                  <c:v>18</c:v>
                </c:pt>
                <c:pt idx="212">
                  <c:v>109</c:v>
                </c:pt>
                <c:pt idx="213">
                  <c:v>38</c:v>
                </c:pt>
                <c:pt idx="214">
                  <c:v>28</c:v>
                </c:pt>
                <c:pt idx="215">
                  <c:v>92</c:v>
                </c:pt>
                <c:pt idx="216">
                  <c:v>66</c:v>
                </c:pt>
                <c:pt idx="217">
                  <c:v>86</c:v>
                </c:pt>
                <c:pt idx="218">
                  <c:v>25</c:v>
                </c:pt>
                <c:pt idx="219">
                  <c:v>24</c:v>
                </c:pt>
                <c:pt idx="220">
                  <c:v>38</c:v>
                </c:pt>
                <c:pt idx="221">
                  <c:v>57</c:v>
                </c:pt>
                <c:pt idx="222">
                  <c:v>50</c:v>
                </c:pt>
                <c:pt idx="223">
                  <c:v>315</c:v>
                </c:pt>
                <c:pt idx="224">
                  <c:v>60</c:v>
                </c:pt>
                <c:pt idx="225">
                  <c:v>72</c:v>
                </c:pt>
                <c:pt idx="226">
                  <c:v>48</c:v>
                </c:pt>
                <c:pt idx="227">
                  <c:v>570</c:v>
                </c:pt>
                <c:pt idx="228">
                  <c:v>55</c:v>
                </c:pt>
                <c:pt idx="229">
                  <c:v>55</c:v>
                </c:pt>
                <c:pt idx="230">
                  <c:v>577</c:v>
                </c:pt>
                <c:pt idx="231">
                  <c:v>162</c:v>
                </c:pt>
                <c:pt idx="232">
                  <c:v>22</c:v>
                </c:pt>
                <c:pt idx="233">
                  <c:v>680</c:v>
                </c:pt>
                <c:pt idx="234">
                  <c:v>50</c:v>
                </c:pt>
                <c:pt idx="235">
                  <c:v>385</c:v>
                </c:pt>
                <c:pt idx="236">
                  <c:v>89</c:v>
                </c:pt>
                <c:pt idx="237">
                  <c:v>70</c:v>
                </c:pt>
                <c:pt idx="238">
                  <c:v>40</c:v>
                </c:pt>
                <c:pt idx="239">
                  <c:v>15</c:v>
                </c:pt>
                <c:pt idx="240">
                  <c:v>369</c:v>
                </c:pt>
                <c:pt idx="241">
                  <c:v>10</c:v>
                </c:pt>
                <c:pt idx="242">
                  <c:v>69</c:v>
                </c:pt>
                <c:pt idx="243">
                  <c:v>45</c:v>
                </c:pt>
                <c:pt idx="244">
                  <c:v>156</c:v>
                </c:pt>
                <c:pt idx="245">
                  <c:v>128</c:v>
                </c:pt>
                <c:pt idx="246">
                  <c:v>86</c:v>
                </c:pt>
                <c:pt idx="247">
                  <c:v>16</c:v>
                </c:pt>
                <c:pt idx="248">
                  <c:v>83</c:v>
                </c:pt>
                <c:pt idx="249">
                  <c:v>14</c:v>
                </c:pt>
                <c:pt idx="250">
                  <c:v>84</c:v>
                </c:pt>
                <c:pt idx="251">
                  <c:v>409</c:v>
                </c:pt>
                <c:pt idx="252">
                  <c:v>28</c:v>
                </c:pt>
                <c:pt idx="253">
                  <c:v>67</c:v>
                </c:pt>
                <c:pt idx="254">
                  <c:v>199</c:v>
                </c:pt>
                <c:pt idx="255">
                  <c:v>178</c:v>
                </c:pt>
                <c:pt idx="256">
                  <c:v>95</c:v>
                </c:pt>
                <c:pt idx="257">
                  <c:v>467</c:v>
                </c:pt>
                <c:pt idx="258">
                  <c:v>125</c:v>
                </c:pt>
                <c:pt idx="259">
                  <c:v>32</c:v>
                </c:pt>
                <c:pt idx="260">
                  <c:v>46</c:v>
                </c:pt>
                <c:pt idx="261">
                  <c:v>66</c:v>
                </c:pt>
                <c:pt idx="262">
                  <c:v>1250</c:v>
                </c:pt>
                <c:pt idx="263">
                  <c:v>50</c:v>
                </c:pt>
                <c:pt idx="264">
                  <c:v>41</c:v>
                </c:pt>
                <c:pt idx="265">
                  <c:v>131</c:v>
                </c:pt>
                <c:pt idx="266">
                  <c:v>64</c:v>
                </c:pt>
                <c:pt idx="267">
                  <c:v>93</c:v>
                </c:pt>
                <c:pt idx="268">
                  <c:v>23</c:v>
                </c:pt>
                <c:pt idx="269">
                  <c:v>92</c:v>
                </c:pt>
                <c:pt idx="270">
                  <c:v>6</c:v>
                </c:pt>
                <c:pt idx="271">
                  <c:v>54</c:v>
                </c:pt>
                <c:pt idx="272">
                  <c:v>19</c:v>
                </c:pt>
                <c:pt idx="273">
                  <c:v>805</c:v>
                </c:pt>
                <c:pt idx="274">
                  <c:v>23</c:v>
                </c:pt>
                <c:pt idx="275">
                  <c:v>58</c:v>
                </c:pt>
                <c:pt idx="276">
                  <c:v>279</c:v>
                </c:pt>
                <c:pt idx="277">
                  <c:v>406</c:v>
                </c:pt>
                <c:pt idx="278">
                  <c:v>236</c:v>
                </c:pt>
                <c:pt idx="279">
                  <c:v>39</c:v>
                </c:pt>
                <c:pt idx="280">
                  <c:v>137</c:v>
                </c:pt>
                <c:pt idx="281">
                  <c:v>79</c:v>
                </c:pt>
                <c:pt idx="282">
                  <c:v>63</c:v>
                </c:pt>
                <c:pt idx="283">
                  <c:v>58</c:v>
                </c:pt>
                <c:pt idx="284">
                  <c:v>94</c:v>
                </c:pt>
                <c:pt idx="285">
                  <c:v>80</c:v>
                </c:pt>
                <c:pt idx="286">
                  <c:v>55</c:v>
                </c:pt>
                <c:pt idx="287">
                  <c:v>313</c:v>
                </c:pt>
                <c:pt idx="288">
                  <c:v>72</c:v>
                </c:pt>
                <c:pt idx="289">
                  <c:v>178</c:v>
                </c:pt>
                <c:pt idx="290">
                  <c:v>36</c:v>
                </c:pt>
                <c:pt idx="291">
                  <c:v>37</c:v>
                </c:pt>
                <c:pt idx="292">
                  <c:v>278</c:v>
                </c:pt>
                <c:pt idx="293">
                  <c:v>653</c:v>
                </c:pt>
                <c:pt idx="294">
                  <c:v>18</c:v>
                </c:pt>
                <c:pt idx="295">
                  <c:v>46</c:v>
                </c:pt>
                <c:pt idx="296">
                  <c:v>467</c:v>
                </c:pt>
                <c:pt idx="297">
                  <c:v>396</c:v>
                </c:pt>
                <c:pt idx="298">
                  <c:v>20</c:v>
                </c:pt>
                <c:pt idx="299">
                  <c:v>15</c:v>
                </c:pt>
                <c:pt idx="300">
                  <c:v>23</c:v>
                </c:pt>
                <c:pt idx="301">
                  <c:v>133</c:v>
                </c:pt>
                <c:pt idx="302">
                  <c:v>424</c:v>
                </c:pt>
                <c:pt idx="303">
                  <c:v>12</c:v>
                </c:pt>
                <c:pt idx="304">
                  <c:v>267</c:v>
                </c:pt>
                <c:pt idx="305">
                  <c:v>61</c:v>
                </c:pt>
                <c:pt idx="306">
                  <c:v>64</c:v>
                </c:pt>
                <c:pt idx="307">
                  <c:v>44</c:v>
                </c:pt>
                <c:pt idx="308">
                  <c:v>63</c:v>
                </c:pt>
                <c:pt idx="309">
                  <c:v>426</c:v>
                </c:pt>
                <c:pt idx="310">
                  <c:v>96</c:v>
                </c:pt>
                <c:pt idx="311">
                  <c:v>125</c:v>
                </c:pt>
                <c:pt idx="312">
                  <c:v>135</c:v>
                </c:pt>
                <c:pt idx="313">
                  <c:v>24</c:v>
                </c:pt>
                <c:pt idx="314">
                  <c:v>57</c:v>
                </c:pt>
                <c:pt idx="315">
                  <c:v>326</c:v>
                </c:pt>
                <c:pt idx="316">
                  <c:v>30</c:v>
                </c:pt>
                <c:pt idx="317">
                  <c:v>74</c:v>
                </c:pt>
                <c:pt idx="318">
                  <c:v>46</c:v>
                </c:pt>
                <c:pt idx="319">
                  <c:v>61</c:v>
                </c:pt>
                <c:pt idx="320">
                  <c:v>145</c:v>
                </c:pt>
                <c:pt idx="321">
                  <c:v>27</c:v>
                </c:pt>
                <c:pt idx="322">
                  <c:v>18</c:v>
                </c:pt>
                <c:pt idx="323">
                  <c:v>16</c:v>
                </c:pt>
                <c:pt idx="324">
                  <c:v>34</c:v>
                </c:pt>
                <c:pt idx="325">
                  <c:v>75</c:v>
                </c:pt>
                <c:pt idx="326">
                  <c:v>17</c:v>
                </c:pt>
                <c:pt idx="327">
                  <c:v>24</c:v>
                </c:pt>
                <c:pt idx="328">
                  <c:v>31</c:v>
                </c:pt>
                <c:pt idx="329">
                  <c:v>43</c:v>
                </c:pt>
                <c:pt idx="330">
                  <c:v>101</c:v>
                </c:pt>
                <c:pt idx="331">
                  <c:v>25</c:v>
                </c:pt>
                <c:pt idx="332">
                  <c:v>61</c:v>
                </c:pt>
                <c:pt idx="333">
                  <c:v>40</c:v>
                </c:pt>
                <c:pt idx="334">
                  <c:v>52</c:v>
                </c:pt>
                <c:pt idx="335">
                  <c:v>39</c:v>
                </c:pt>
                <c:pt idx="336">
                  <c:v>34</c:v>
                </c:pt>
                <c:pt idx="337">
                  <c:v>21</c:v>
                </c:pt>
                <c:pt idx="338">
                  <c:v>8</c:v>
                </c:pt>
                <c:pt idx="339">
                  <c:v>119</c:v>
                </c:pt>
                <c:pt idx="340">
                  <c:v>10</c:v>
                </c:pt>
                <c:pt idx="341">
                  <c:v>84</c:v>
                </c:pt>
                <c:pt idx="342">
                  <c:v>246</c:v>
                </c:pt>
                <c:pt idx="343">
                  <c:v>76</c:v>
                </c:pt>
                <c:pt idx="344">
                  <c:v>30</c:v>
                </c:pt>
                <c:pt idx="345">
                  <c:v>1229</c:v>
                </c:pt>
                <c:pt idx="346">
                  <c:v>485</c:v>
                </c:pt>
                <c:pt idx="347">
                  <c:v>434</c:v>
                </c:pt>
                <c:pt idx="348">
                  <c:v>44</c:v>
                </c:pt>
                <c:pt idx="349">
                  <c:v>17</c:v>
                </c:pt>
                <c:pt idx="350">
                  <c:v>26</c:v>
                </c:pt>
                <c:pt idx="351">
                  <c:v>76</c:v>
                </c:pt>
                <c:pt idx="352">
                  <c:v>49</c:v>
                </c:pt>
                <c:pt idx="353">
                  <c:v>37</c:v>
                </c:pt>
                <c:pt idx="354">
                  <c:v>61</c:v>
                </c:pt>
                <c:pt idx="355">
                  <c:v>50</c:v>
                </c:pt>
                <c:pt idx="356">
                  <c:v>58</c:v>
                </c:pt>
                <c:pt idx="357">
                  <c:v>170</c:v>
                </c:pt>
                <c:pt idx="358">
                  <c:v>373</c:v>
                </c:pt>
                <c:pt idx="359">
                  <c:v>101</c:v>
                </c:pt>
                <c:pt idx="360">
                  <c:v>129</c:v>
                </c:pt>
                <c:pt idx="361">
                  <c:v>299</c:v>
                </c:pt>
                <c:pt idx="362">
                  <c:v>85</c:v>
                </c:pt>
                <c:pt idx="363">
                  <c:v>24</c:v>
                </c:pt>
                <c:pt idx="364">
                  <c:v>112</c:v>
                </c:pt>
                <c:pt idx="365">
                  <c:v>410</c:v>
                </c:pt>
                <c:pt idx="366">
                  <c:v>28</c:v>
                </c:pt>
                <c:pt idx="367">
                  <c:v>103</c:v>
                </c:pt>
                <c:pt idx="368">
                  <c:v>62</c:v>
                </c:pt>
                <c:pt idx="369">
                  <c:v>30</c:v>
                </c:pt>
                <c:pt idx="370">
                  <c:v>187</c:v>
                </c:pt>
                <c:pt idx="371">
                  <c:v>68</c:v>
                </c:pt>
                <c:pt idx="372">
                  <c:v>45</c:v>
                </c:pt>
                <c:pt idx="373">
                  <c:v>95</c:v>
                </c:pt>
                <c:pt idx="374">
                  <c:v>42</c:v>
                </c:pt>
                <c:pt idx="375">
                  <c:v>20</c:v>
                </c:pt>
                <c:pt idx="376">
                  <c:v>59</c:v>
                </c:pt>
                <c:pt idx="377">
                  <c:v>209</c:v>
                </c:pt>
                <c:pt idx="378">
                  <c:v>545</c:v>
                </c:pt>
                <c:pt idx="379">
                  <c:v>96</c:v>
                </c:pt>
                <c:pt idx="380">
                  <c:v>222</c:v>
                </c:pt>
                <c:pt idx="381">
                  <c:v>60</c:v>
                </c:pt>
                <c:pt idx="382">
                  <c:v>78</c:v>
                </c:pt>
                <c:pt idx="383">
                  <c:v>23</c:v>
                </c:pt>
                <c:pt idx="384">
                  <c:v>19</c:v>
                </c:pt>
                <c:pt idx="385">
                  <c:v>449</c:v>
                </c:pt>
                <c:pt idx="386">
                  <c:v>37</c:v>
                </c:pt>
                <c:pt idx="387">
                  <c:v>38</c:v>
                </c:pt>
                <c:pt idx="388">
                  <c:v>30</c:v>
                </c:pt>
                <c:pt idx="389">
                  <c:v>125</c:v>
                </c:pt>
                <c:pt idx="390">
                  <c:v>156</c:v>
                </c:pt>
                <c:pt idx="391">
                  <c:v>65</c:v>
                </c:pt>
                <c:pt idx="392">
                  <c:v>310</c:v>
                </c:pt>
                <c:pt idx="393">
                  <c:v>57</c:v>
                </c:pt>
                <c:pt idx="394">
                  <c:v>529</c:v>
                </c:pt>
                <c:pt idx="395">
                  <c:v>534</c:v>
                </c:pt>
                <c:pt idx="396">
                  <c:v>44</c:v>
                </c:pt>
                <c:pt idx="397">
                  <c:v>47</c:v>
                </c:pt>
                <c:pt idx="398">
                  <c:v>175</c:v>
                </c:pt>
                <c:pt idx="399">
                  <c:v>217</c:v>
                </c:pt>
                <c:pt idx="400">
                  <c:v>32</c:v>
                </c:pt>
                <c:pt idx="401">
                  <c:v>46</c:v>
                </c:pt>
                <c:pt idx="402">
                  <c:v>75</c:v>
                </c:pt>
                <c:pt idx="403">
                  <c:v>55</c:v>
                </c:pt>
                <c:pt idx="404">
                  <c:v>38</c:v>
                </c:pt>
                <c:pt idx="405">
                  <c:v>928</c:v>
                </c:pt>
                <c:pt idx="406">
                  <c:v>73</c:v>
                </c:pt>
                <c:pt idx="407">
                  <c:v>275</c:v>
                </c:pt>
                <c:pt idx="408">
                  <c:v>78</c:v>
                </c:pt>
                <c:pt idx="409">
                  <c:v>106</c:v>
                </c:pt>
                <c:pt idx="410">
                  <c:v>106</c:v>
                </c:pt>
                <c:pt idx="411">
                  <c:v>84</c:v>
                </c:pt>
                <c:pt idx="412">
                  <c:v>48</c:v>
                </c:pt>
                <c:pt idx="413">
                  <c:v>5</c:v>
                </c:pt>
                <c:pt idx="414">
                  <c:v>103</c:v>
                </c:pt>
                <c:pt idx="415">
                  <c:v>269</c:v>
                </c:pt>
                <c:pt idx="416">
                  <c:v>22</c:v>
                </c:pt>
                <c:pt idx="417">
                  <c:v>72</c:v>
                </c:pt>
                <c:pt idx="418">
                  <c:v>100</c:v>
                </c:pt>
                <c:pt idx="419">
                  <c:v>80</c:v>
                </c:pt>
                <c:pt idx="420">
                  <c:v>167</c:v>
                </c:pt>
                <c:pt idx="421">
                  <c:v>20</c:v>
                </c:pt>
                <c:pt idx="422">
                  <c:v>156</c:v>
                </c:pt>
                <c:pt idx="423">
                  <c:v>17</c:v>
                </c:pt>
                <c:pt idx="424">
                  <c:v>92</c:v>
                </c:pt>
                <c:pt idx="425">
                  <c:v>52</c:v>
                </c:pt>
                <c:pt idx="426">
                  <c:v>137</c:v>
                </c:pt>
                <c:pt idx="427">
                  <c:v>299</c:v>
                </c:pt>
                <c:pt idx="428">
                  <c:v>221</c:v>
                </c:pt>
                <c:pt idx="429">
                  <c:v>58</c:v>
                </c:pt>
                <c:pt idx="430">
                  <c:v>339</c:v>
                </c:pt>
                <c:pt idx="431">
                  <c:v>35</c:v>
                </c:pt>
                <c:pt idx="432">
                  <c:v>710</c:v>
                </c:pt>
                <c:pt idx="433">
                  <c:v>57</c:v>
                </c:pt>
                <c:pt idx="434">
                  <c:v>270</c:v>
                </c:pt>
                <c:pt idx="435">
                  <c:v>16</c:v>
                </c:pt>
                <c:pt idx="436">
                  <c:v>311</c:v>
                </c:pt>
                <c:pt idx="437">
                  <c:v>77</c:v>
                </c:pt>
                <c:pt idx="438">
                  <c:v>601</c:v>
                </c:pt>
                <c:pt idx="439">
                  <c:v>54</c:v>
                </c:pt>
                <c:pt idx="440">
                  <c:v>78</c:v>
                </c:pt>
                <c:pt idx="441">
                  <c:v>244</c:v>
                </c:pt>
                <c:pt idx="442">
                  <c:v>15</c:v>
                </c:pt>
                <c:pt idx="443">
                  <c:v>31</c:v>
                </c:pt>
                <c:pt idx="444">
                  <c:v>29</c:v>
                </c:pt>
                <c:pt idx="445">
                  <c:v>20</c:v>
                </c:pt>
                <c:pt idx="446">
                  <c:v>55</c:v>
                </c:pt>
                <c:pt idx="447">
                  <c:v>67</c:v>
                </c:pt>
                <c:pt idx="448">
                  <c:v>71</c:v>
                </c:pt>
                <c:pt idx="449">
                  <c:v>76</c:v>
                </c:pt>
                <c:pt idx="450">
                  <c:v>265</c:v>
                </c:pt>
                <c:pt idx="451">
                  <c:v>82</c:v>
                </c:pt>
                <c:pt idx="452">
                  <c:v>244</c:v>
                </c:pt>
                <c:pt idx="453">
                  <c:v>36</c:v>
                </c:pt>
                <c:pt idx="454">
                  <c:v>71</c:v>
                </c:pt>
                <c:pt idx="455">
                  <c:v>10</c:v>
                </c:pt>
                <c:pt idx="456">
                  <c:v>21</c:v>
                </c:pt>
                <c:pt idx="457">
                  <c:v>31</c:v>
                </c:pt>
                <c:pt idx="458">
                  <c:v>67</c:v>
                </c:pt>
                <c:pt idx="459">
                  <c:v>57</c:v>
                </c:pt>
                <c:pt idx="460">
                  <c:v>103</c:v>
                </c:pt>
                <c:pt idx="461">
                  <c:v>153</c:v>
                </c:pt>
                <c:pt idx="462">
                  <c:v>64</c:v>
                </c:pt>
                <c:pt idx="463">
                  <c:v>11</c:v>
                </c:pt>
                <c:pt idx="464">
                  <c:v>324</c:v>
                </c:pt>
                <c:pt idx="465">
                  <c:v>69</c:v>
                </c:pt>
                <c:pt idx="466">
                  <c:v>60</c:v>
                </c:pt>
                <c:pt idx="467">
                  <c:v>42</c:v>
                </c:pt>
                <c:pt idx="468">
                  <c:v>145</c:v>
                </c:pt>
                <c:pt idx="469">
                  <c:v>28</c:v>
                </c:pt>
                <c:pt idx="470">
                  <c:v>48</c:v>
                </c:pt>
                <c:pt idx="471">
                  <c:v>167</c:v>
                </c:pt>
                <c:pt idx="472">
                  <c:v>48</c:v>
                </c:pt>
                <c:pt idx="473">
                  <c:v>55</c:v>
                </c:pt>
                <c:pt idx="474">
                  <c:v>20</c:v>
                </c:pt>
                <c:pt idx="475">
                  <c:v>43</c:v>
                </c:pt>
                <c:pt idx="476">
                  <c:v>101</c:v>
                </c:pt>
                <c:pt idx="477">
                  <c:v>209</c:v>
                </c:pt>
                <c:pt idx="478">
                  <c:v>165</c:v>
                </c:pt>
                <c:pt idx="479">
                  <c:v>269</c:v>
                </c:pt>
                <c:pt idx="480">
                  <c:v>102</c:v>
                </c:pt>
                <c:pt idx="481">
                  <c:v>47</c:v>
                </c:pt>
                <c:pt idx="482">
                  <c:v>119</c:v>
                </c:pt>
                <c:pt idx="483">
                  <c:v>84</c:v>
                </c:pt>
                <c:pt idx="484">
                  <c:v>76</c:v>
                </c:pt>
                <c:pt idx="485">
                  <c:v>27</c:v>
                </c:pt>
                <c:pt idx="486">
                  <c:v>37</c:v>
                </c:pt>
                <c:pt idx="487">
                  <c:v>173</c:v>
                </c:pt>
                <c:pt idx="488">
                  <c:v>99</c:v>
                </c:pt>
                <c:pt idx="489">
                  <c:v>219</c:v>
                </c:pt>
                <c:pt idx="490">
                  <c:v>159</c:v>
                </c:pt>
                <c:pt idx="491">
                  <c:v>35</c:v>
                </c:pt>
                <c:pt idx="492">
                  <c:v>557</c:v>
                </c:pt>
                <c:pt idx="493">
                  <c:v>69</c:v>
                </c:pt>
                <c:pt idx="494">
                  <c:v>34</c:v>
                </c:pt>
                <c:pt idx="495">
                  <c:v>13</c:v>
                </c:pt>
                <c:pt idx="496">
                  <c:v>84</c:v>
                </c:pt>
                <c:pt idx="497">
                  <c:v>14</c:v>
                </c:pt>
                <c:pt idx="498">
                  <c:v>424</c:v>
                </c:pt>
                <c:pt idx="499">
                  <c:v>20</c:v>
                </c:pt>
                <c:pt idx="500">
                  <c:v>42</c:v>
                </c:pt>
                <c:pt idx="501">
                  <c:v>43</c:v>
                </c:pt>
                <c:pt idx="502">
                  <c:v>835</c:v>
                </c:pt>
                <c:pt idx="503">
                  <c:v>34</c:v>
                </c:pt>
                <c:pt idx="504">
                  <c:v>28</c:v>
                </c:pt>
                <c:pt idx="505">
                  <c:v>450</c:v>
                </c:pt>
                <c:pt idx="506">
                  <c:v>72</c:v>
                </c:pt>
                <c:pt idx="507">
                  <c:v>80</c:v>
                </c:pt>
                <c:pt idx="508">
                  <c:v>49</c:v>
                </c:pt>
                <c:pt idx="509">
                  <c:v>397</c:v>
                </c:pt>
                <c:pt idx="510">
                  <c:v>39</c:v>
                </c:pt>
                <c:pt idx="511">
                  <c:v>70</c:v>
                </c:pt>
                <c:pt idx="512">
                  <c:v>46</c:v>
                </c:pt>
                <c:pt idx="513">
                  <c:v>51</c:v>
                </c:pt>
                <c:pt idx="514">
                  <c:v>85</c:v>
                </c:pt>
                <c:pt idx="515">
                  <c:v>47</c:v>
                </c:pt>
                <c:pt idx="516">
                  <c:v>137</c:v>
                </c:pt>
                <c:pt idx="517">
                  <c:v>24</c:v>
                </c:pt>
                <c:pt idx="518">
                  <c:v>44</c:v>
                </c:pt>
                <c:pt idx="519">
                  <c:v>38</c:v>
                </c:pt>
                <c:pt idx="520">
                  <c:v>42</c:v>
                </c:pt>
                <c:pt idx="521">
                  <c:v>162</c:v>
                </c:pt>
                <c:pt idx="522">
                  <c:v>157</c:v>
                </c:pt>
                <c:pt idx="523">
                  <c:v>463</c:v>
                </c:pt>
                <c:pt idx="524">
                  <c:v>20</c:v>
                </c:pt>
                <c:pt idx="525">
                  <c:v>44</c:v>
                </c:pt>
                <c:pt idx="526">
                  <c:v>576</c:v>
                </c:pt>
                <c:pt idx="527">
                  <c:v>63</c:v>
                </c:pt>
                <c:pt idx="528">
                  <c:v>27</c:v>
                </c:pt>
                <c:pt idx="529">
                  <c:v>193</c:v>
                </c:pt>
                <c:pt idx="530">
                  <c:v>101</c:v>
                </c:pt>
                <c:pt idx="531">
                  <c:v>393</c:v>
                </c:pt>
                <c:pt idx="532">
                  <c:v>147</c:v>
                </c:pt>
                <c:pt idx="533">
                  <c:v>331</c:v>
                </c:pt>
                <c:pt idx="534">
                  <c:v>25</c:v>
                </c:pt>
                <c:pt idx="535">
                  <c:v>13</c:v>
                </c:pt>
                <c:pt idx="536">
                  <c:v>115</c:v>
                </c:pt>
                <c:pt idx="537">
                  <c:v>16</c:v>
                </c:pt>
                <c:pt idx="538">
                  <c:v>165</c:v>
                </c:pt>
                <c:pt idx="539">
                  <c:v>66</c:v>
                </c:pt>
                <c:pt idx="540">
                  <c:v>78</c:v>
                </c:pt>
                <c:pt idx="541">
                  <c:v>79</c:v>
                </c:pt>
                <c:pt idx="542">
                  <c:v>46</c:v>
                </c:pt>
                <c:pt idx="543">
                  <c:v>46</c:v>
                </c:pt>
                <c:pt idx="544">
                  <c:v>100</c:v>
                </c:pt>
                <c:pt idx="545">
                  <c:v>45</c:v>
                </c:pt>
                <c:pt idx="546">
                  <c:v>79</c:v>
                </c:pt>
                <c:pt idx="547">
                  <c:v>692</c:v>
                </c:pt>
                <c:pt idx="548">
                  <c:v>44</c:v>
                </c:pt>
                <c:pt idx="549">
                  <c:v>50</c:v>
                </c:pt>
                <c:pt idx="550">
                  <c:v>223</c:v>
                </c:pt>
                <c:pt idx="551">
                  <c:v>129</c:v>
                </c:pt>
                <c:pt idx="552">
                  <c:v>137</c:v>
                </c:pt>
                <c:pt idx="553">
                  <c:v>100</c:v>
                </c:pt>
                <c:pt idx="554">
                  <c:v>98</c:v>
                </c:pt>
                <c:pt idx="555">
                  <c:v>48</c:v>
                </c:pt>
                <c:pt idx="556">
                  <c:v>37</c:v>
                </c:pt>
                <c:pt idx="557">
                  <c:v>653</c:v>
                </c:pt>
                <c:pt idx="558">
                  <c:v>602</c:v>
                </c:pt>
                <c:pt idx="559">
                  <c:v>26</c:v>
                </c:pt>
                <c:pt idx="560">
                  <c:v>102</c:v>
                </c:pt>
                <c:pt idx="561">
                  <c:v>176</c:v>
                </c:pt>
                <c:pt idx="562">
                  <c:v>56</c:v>
                </c:pt>
                <c:pt idx="563">
                  <c:v>26</c:v>
                </c:pt>
                <c:pt idx="564">
                  <c:v>51</c:v>
                </c:pt>
                <c:pt idx="565">
                  <c:v>75</c:v>
                </c:pt>
                <c:pt idx="566">
                  <c:v>57</c:v>
                </c:pt>
                <c:pt idx="567">
                  <c:v>1021</c:v>
                </c:pt>
                <c:pt idx="568">
                  <c:v>57</c:v>
                </c:pt>
                <c:pt idx="569">
                  <c:v>28</c:v>
                </c:pt>
                <c:pt idx="570">
                  <c:v>123</c:v>
                </c:pt>
                <c:pt idx="571">
                  <c:v>43</c:v>
                </c:pt>
                <c:pt idx="572">
                  <c:v>8</c:v>
                </c:pt>
                <c:pt idx="573">
                  <c:v>103</c:v>
                </c:pt>
                <c:pt idx="574">
                  <c:v>25</c:v>
                </c:pt>
                <c:pt idx="575">
                  <c:v>22</c:v>
                </c:pt>
                <c:pt idx="576">
                  <c:v>81</c:v>
                </c:pt>
                <c:pt idx="577">
                  <c:v>38</c:v>
                </c:pt>
                <c:pt idx="578">
                  <c:v>68</c:v>
                </c:pt>
                <c:pt idx="579">
                  <c:v>31</c:v>
                </c:pt>
                <c:pt idx="580">
                  <c:v>66</c:v>
                </c:pt>
                <c:pt idx="581">
                  <c:v>312</c:v>
                </c:pt>
                <c:pt idx="582">
                  <c:v>29</c:v>
                </c:pt>
                <c:pt idx="583">
                  <c:v>94</c:v>
                </c:pt>
                <c:pt idx="584">
                  <c:v>56</c:v>
                </c:pt>
                <c:pt idx="585">
                  <c:v>125</c:v>
                </c:pt>
                <c:pt idx="586">
                  <c:v>69</c:v>
                </c:pt>
                <c:pt idx="587">
                  <c:v>46</c:v>
                </c:pt>
                <c:pt idx="588">
                  <c:v>17</c:v>
                </c:pt>
                <c:pt idx="589">
                  <c:v>141</c:v>
                </c:pt>
                <c:pt idx="590">
                  <c:v>106</c:v>
                </c:pt>
                <c:pt idx="591">
                  <c:v>85</c:v>
                </c:pt>
                <c:pt idx="592">
                  <c:v>32</c:v>
                </c:pt>
                <c:pt idx="593">
                  <c:v>52</c:v>
                </c:pt>
                <c:pt idx="594">
                  <c:v>15</c:v>
                </c:pt>
                <c:pt idx="595">
                  <c:v>53</c:v>
                </c:pt>
                <c:pt idx="596">
                  <c:v>84</c:v>
                </c:pt>
                <c:pt idx="597">
                  <c:v>1049</c:v>
                </c:pt>
                <c:pt idx="598">
                  <c:v>22</c:v>
                </c:pt>
                <c:pt idx="599">
                  <c:v>30</c:v>
                </c:pt>
              </c:numCache>
            </c:numRef>
          </c:xVal>
          <c:yVal>
            <c:numRef>
              <c:f>Sheet1!$B$2:$B$601</c:f>
              <c:numCache>
                <c:formatCode>General</c:formatCode>
                <c:ptCount val="600"/>
                <c:pt idx="0">
                  <c:v>26646</c:v>
                </c:pt>
                <c:pt idx="1">
                  <c:v>33454</c:v>
                </c:pt>
                <c:pt idx="2">
                  <c:v>30351</c:v>
                </c:pt>
                <c:pt idx="3">
                  <c:v>7500</c:v>
                </c:pt>
                <c:pt idx="4">
                  <c:v>17323</c:v>
                </c:pt>
                <c:pt idx="5">
                  <c:v>37760</c:v>
                </c:pt>
                <c:pt idx="6">
                  <c:v>33812</c:v>
                </c:pt>
                <c:pt idx="7">
                  <c:v>37040</c:v>
                </c:pt>
                <c:pt idx="8">
                  <c:v>18589</c:v>
                </c:pt>
                <c:pt idx="9">
                  <c:v>38360</c:v>
                </c:pt>
                <c:pt idx="10">
                  <c:v>10979</c:v>
                </c:pt>
                <c:pt idx="11">
                  <c:v>38620</c:v>
                </c:pt>
                <c:pt idx="12">
                  <c:v>23718</c:v>
                </c:pt>
                <c:pt idx="13">
                  <c:v>20559</c:v>
                </c:pt>
                <c:pt idx="14">
                  <c:v>7500</c:v>
                </c:pt>
                <c:pt idx="15">
                  <c:v>7500</c:v>
                </c:pt>
                <c:pt idx="16">
                  <c:v>41728</c:v>
                </c:pt>
                <c:pt idx="17">
                  <c:v>35790</c:v>
                </c:pt>
                <c:pt idx="18">
                  <c:v>27938</c:v>
                </c:pt>
                <c:pt idx="19">
                  <c:v>25721</c:v>
                </c:pt>
                <c:pt idx="20">
                  <c:v>28332</c:v>
                </c:pt>
                <c:pt idx="21">
                  <c:v>40246</c:v>
                </c:pt>
                <c:pt idx="22">
                  <c:v>26326</c:v>
                </c:pt>
                <c:pt idx="23">
                  <c:v>29760</c:v>
                </c:pt>
                <c:pt idx="24">
                  <c:v>26304</c:v>
                </c:pt>
                <c:pt idx="25">
                  <c:v>23559</c:v>
                </c:pt>
                <c:pt idx="26">
                  <c:v>38620</c:v>
                </c:pt>
                <c:pt idx="27">
                  <c:v>42394</c:v>
                </c:pt>
                <c:pt idx="28">
                  <c:v>23626</c:v>
                </c:pt>
                <c:pt idx="29">
                  <c:v>30096</c:v>
                </c:pt>
                <c:pt idx="30">
                  <c:v>50150</c:v>
                </c:pt>
                <c:pt idx="31">
                  <c:v>24594</c:v>
                </c:pt>
                <c:pt idx="32">
                  <c:v>38557</c:v>
                </c:pt>
                <c:pt idx="33">
                  <c:v>68126</c:v>
                </c:pt>
                <c:pt idx="34">
                  <c:v>21918</c:v>
                </c:pt>
                <c:pt idx="35">
                  <c:v>32557</c:v>
                </c:pt>
                <c:pt idx="36">
                  <c:v>30992</c:v>
                </c:pt>
                <c:pt idx="37">
                  <c:v>9548</c:v>
                </c:pt>
                <c:pt idx="38">
                  <c:v>23957</c:v>
                </c:pt>
                <c:pt idx="39">
                  <c:v>38547</c:v>
                </c:pt>
                <c:pt idx="40">
                  <c:v>49605</c:v>
                </c:pt>
                <c:pt idx="41">
                  <c:v>34176</c:v>
                </c:pt>
                <c:pt idx="42">
                  <c:v>23228</c:v>
                </c:pt>
                <c:pt idx="43">
                  <c:v>52332</c:v>
                </c:pt>
                <c:pt idx="44">
                  <c:v>28718</c:v>
                </c:pt>
                <c:pt idx="45">
                  <c:v>16248</c:v>
                </c:pt>
                <c:pt idx="46">
                  <c:v>30477</c:v>
                </c:pt>
                <c:pt idx="47">
                  <c:v>28249</c:v>
                </c:pt>
                <c:pt idx="48">
                  <c:v>25271</c:v>
                </c:pt>
                <c:pt idx="49">
                  <c:v>24882</c:v>
                </c:pt>
                <c:pt idx="50">
                  <c:v>38872</c:v>
                </c:pt>
                <c:pt idx="51">
                  <c:v>18890</c:v>
                </c:pt>
                <c:pt idx="52">
                  <c:v>29604</c:v>
                </c:pt>
                <c:pt idx="53">
                  <c:v>45204</c:v>
                </c:pt>
                <c:pt idx="54">
                  <c:v>30732</c:v>
                </c:pt>
                <c:pt idx="55">
                  <c:v>42011</c:v>
                </c:pt>
                <c:pt idx="56">
                  <c:v>34320</c:v>
                </c:pt>
                <c:pt idx="57">
                  <c:v>38590</c:v>
                </c:pt>
                <c:pt idx="58">
                  <c:v>15033</c:v>
                </c:pt>
                <c:pt idx="59">
                  <c:v>22212</c:v>
                </c:pt>
                <c:pt idx="60">
                  <c:v>23661</c:v>
                </c:pt>
                <c:pt idx="61">
                  <c:v>7500</c:v>
                </c:pt>
                <c:pt idx="62">
                  <c:v>22804</c:v>
                </c:pt>
                <c:pt idx="63">
                  <c:v>31160</c:v>
                </c:pt>
                <c:pt idx="64">
                  <c:v>29938</c:v>
                </c:pt>
                <c:pt idx="65">
                  <c:v>26490</c:v>
                </c:pt>
                <c:pt idx="66">
                  <c:v>30899</c:v>
                </c:pt>
                <c:pt idx="67">
                  <c:v>15287</c:v>
                </c:pt>
                <c:pt idx="68">
                  <c:v>44159</c:v>
                </c:pt>
                <c:pt idx="69">
                  <c:v>37717</c:v>
                </c:pt>
                <c:pt idx="70">
                  <c:v>22070</c:v>
                </c:pt>
                <c:pt idx="71">
                  <c:v>31788</c:v>
                </c:pt>
                <c:pt idx="72">
                  <c:v>24480</c:v>
                </c:pt>
                <c:pt idx="73">
                  <c:v>37760</c:v>
                </c:pt>
                <c:pt idx="74">
                  <c:v>30631</c:v>
                </c:pt>
                <c:pt idx="75">
                  <c:v>35416</c:v>
                </c:pt>
                <c:pt idx="76">
                  <c:v>32414</c:v>
                </c:pt>
                <c:pt idx="77">
                  <c:v>38361</c:v>
                </c:pt>
                <c:pt idx="78">
                  <c:v>35388</c:v>
                </c:pt>
                <c:pt idx="79">
                  <c:v>42386</c:v>
                </c:pt>
                <c:pt idx="80">
                  <c:v>46377</c:v>
                </c:pt>
                <c:pt idx="81">
                  <c:v>39747</c:v>
                </c:pt>
                <c:pt idx="82">
                  <c:v>23976</c:v>
                </c:pt>
                <c:pt idx="83">
                  <c:v>27038</c:v>
                </c:pt>
                <c:pt idx="84">
                  <c:v>42670</c:v>
                </c:pt>
                <c:pt idx="85">
                  <c:v>12571</c:v>
                </c:pt>
                <c:pt idx="86">
                  <c:v>66503</c:v>
                </c:pt>
                <c:pt idx="87">
                  <c:v>34421</c:v>
                </c:pt>
                <c:pt idx="88">
                  <c:v>14849</c:v>
                </c:pt>
                <c:pt idx="89">
                  <c:v>27255</c:v>
                </c:pt>
                <c:pt idx="90">
                  <c:v>29999</c:v>
                </c:pt>
                <c:pt idx="91">
                  <c:v>24072</c:v>
                </c:pt>
                <c:pt idx="92">
                  <c:v>33996</c:v>
                </c:pt>
                <c:pt idx="93">
                  <c:v>35178</c:v>
                </c:pt>
                <c:pt idx="94">
                  <c:v>22010</c:v>
                </c:pt>
                <c:pt idx="95">
                  <c:v>30675</c:v>
                </c:pt>
                <c:pt idx="96">
                  <c:v>41411</c:v>
                </c:pt>
                <c:pt idx="97">
                  <c:v>27190</c:v>
                </c:pt>
                <c:pt idx="98">
                  <c:v>33181</c:v>
                </c:pt>
                <c:pt idx="99">
                  <c:v>37717</c:v>
                </c:pt>
                <c:pt idx="100">
                  <c:v>31615</c:v>
                </c:pt>
                <c:pt idx="101">
                  <c:v>35684</c:v>
                </c:pt>
                <c:pt idx="102">
                  <c:v>29548</c:v>
                </c:pt>
                <c:pt idx="103">
                  <c:v>22585</c:v>
                </c:pt>
                <c:pt idx="104">
                  <c:v>30279</c:v>
                </c:pt>
                <c:pt idx="105">
                  <c:v>30822</c:v>
                </c:pt>
                <c:pt idx="106">
                  <c:v>19986</c:v>
                </c:pt>
                <c:pt idx="107">
                  <c:v>27421</c:v>
                </c:pt>
                <c:pt idx="108">
                  <c:v>36143</c:v>
                </c:pt>
                <c:pt idx="109">
                  <c:v>10245</c:v>
                </c:pt>
                <c:pt idx="110">
                  <c:v>62499</c:v>
                </c:pt>
                <c:pt idx="111">
                  <c:v>51012</c:v>
                </c:pt>
                <c:pt idx="112">
                  <c:v>15345</c:v>
                </c:pt>
                <c:pt idx="113">
                  <c:v>23442</c:v>
                </c:pt>
                <c:pt idx="114">
                  <c:v>14515</c:v>
                </c:pt>
                <c:pt idx="115">
                  <c:v>30507</c:v>
                </c:pt>
                <c:pt idx="116">
                  <c:v>27213</c:v>
                </c:pt>
                <c:pt idx="117">
                  <c:v>30351</c:v>
                </c:pt>
                <c:pt idx="118">
                  <c:v>23616</c:v>
                </c:pt>
                <c:pt idx="119">
                  <c:v>46923</c:v>
                </c:pt>
                <c:pt idx="120">
                  <c:v>19789</c:v>
                </c:pt>
                <c:pt idx="121">
                  <c:v>37401</c:v>
                </c:pt>
                <c:pt idx="122">
                  <c:v>30096</c:v>
                </c:pt>
                <c:pt idx="123">
                  <c:v>18492</c:v>
                </c:pt>
                <c:pt idx="124">
                  <c:v>10404</c:v>
                </c:pt>
                <c:pt idx="125">
                  <c:v>30015</c:v>
                </c:pt>
                <c:pt idx="126">
                  <c:v>32011</c:v>
                </c:pt>
                <c:pt idx="127">
                  <c:v>7500</c:v>
                </c:pt>
                <c:pt idx="128">
                  <c:v>28691</c:v>
                </c:pt>
                <c:pt idx="129">
                  <c:v>18100</c:v>
                </c:pt>
                <c:pt idx="130">
                  <c:v>30279</c:v>
                </c:pt>
                <c:pt idx="131">
                  <c:v>20130</c:v>
                </c:pt>
                <c:pt idx="132">
                  <c:v>23295</c:v>
                </c:pt>
                <c:pt idx="133">
                  <c:v>42618</c:v>
                </c:pt>
                <c:pt idx="134">
                  <c:v>24027</c:v>
                </c:pt>
                <c:pt idx="135">
                  <c:v>36230</c:v>
                </c:pt>
                <c:pt idx="136">
                  <c:v>42207</c:v>
                </c:pt>
                <c:pt idx="137">
                  <c:v>33183</c:v>
                </c:pt>
                <c:pt idx="138">
                  <c:v>31880</c:v>
                </c:pt>
                <c:pt idx="139">
                  <c:v>37406</c:v>
                </c:pt>
                <c:pt idx="140">
                  <c:v>20518</c:v>
                </c:pt>
                <c:pt idx="141">
                  <c:v>38961</c:v>
                </c:pt>
                <c:pt idx="142">
                  <c:v>37760</c:v>
                </c:pt>
                <c:pt idx="143">
                  <c:v>32233</c:v>
                </c:pt>
                <c:pt idx="144">
                  <c:v>14045</c:v>
                </c:pt>
                <c:pt idx="145">
                  <c:v>28457</c:v>
                </c:pt>
                <c:pt idx="146">
                  <c:v>46310</c:v>
                </c:pt>
                <c:pt idx="147">
                  <c:v>24279</c:v>
                </c:pt>
                <c:pt idx="148">
                  <c:v>34935</c:v>
                </c:pt>
                <c:pt idx="149">
                  <c:v>39665</c:v>
                </c:pt>
                <c:pt idx="150">
                  <c:v>26095</c:v>
                </c:pt>
                <c:pt idx="151">
                  <c:v>42691</c:v>
                </c:pt>
                <c:pt idx="152">
                  <c:v>25545</c:v>
                </c:pt>
                <c:pt idx="153">
                  <c:v>32880</c:v>
                </c:pt>
                <c:pt idx="154">
                  <c:v>50353</c:v>
                </c:pt>
                <c:pt idx="155">
                  <c:v>28567</c:v>
                </c:pt>
                <c:pt idx="156">
                  <c:v>22944</c:v>
                </c:pt>
                <c:pt idx="157">
                  <c:v>25315</c:v>
                </c:pt>
                <c:pt idx="158">
                  <c:v>42710</c:v>
                </c:pt>
                <c:pt idx="159">
                  <c:v>24683</c:v>
                </c:pt>
                <c:pt idx="160">
                  <c:v>47850</c:v>
                </c:pt>
                <c:pt idx="161">
                  <c:v>21474</c:v>
                </c:pt>
                <c:pt idx="162">
                  <c:v>22419</c:v>
                </c:pt>
                <c:pt idx="163">
                  <c:v>54880</c:v>
                </c:pt>
                <c:pt idx="164">
                  <c:v>15315</c:v>
                </c:pt>
                <c:pt idx="165">
                  <c:v>33039</c:v>
                </c:pt>
                <c:pt idx="166">
                  <c:v>38593</c:v>
                </c:pt>
                <c:pt idx="167">
                  <c:v>36959</c:v>
                </c:pt>
                <c:pt idx="168">
                  <c:v>27450</c:v>
                </c:pt>
                <c:pt idx="169">
                  <c:v>39453</c:v>
                </c:pt>
                <c:pt idx="170">
                  <c:v>24221</c:v>
                </c:pt>
                <c:pt idx="171">
                  <c:v>39684</c:v>
                </c:pt>
                <c:pt idx="172">
                  <c:v>33178</c:v>
                </c:pt>
                <c:pt idx="173">
                  <c:v>59973</c:v>
                </c:pt>
                <c:pt idx="174">
                  <c:v>17459</c:v>
                </c:pt>
                <c:pt idx="175">
                  <c:v>23910</c:v>
                </c:pt>
                <c:pt idx="176">
                  <c:v>26224</c:v>
                </c:pt>
                <c:pt idx="177">
                  <c:v>31089</c:v>
                </c:pt>
                <c:pt idx="178">
                  <c:v>21888</c:v>
                </c:pt>
                <c:pt idx="179">
                  <c:v>26877</c:v>
                </c:pt>
                <c:pt idx="180">
                  <c:v>45006</c:v>
                </c:pt>
                <c:pt idx="181">
                  <c:v>18978</c:v>
                </c:pt>
                <c:pt idx="182">
                  <c:v>31632</c:v>
                </c:pt>
                <c:pt idx="183">
                  <c:v>36975</c:v>
                </c:pt>
                <c:pt idx="184">
                  <c:v>13624</c:v>
                </c:pt>
                <c:pt idx="185">
                  <c:v>28769</c:v>
                </c:pt>
                <c:pt idx="186">
                  <c:v>32218</c:v>
                </c:pt>
                <c:pt idx="187">
                  <c:v>55282</c:v>
                </c:pt>
                <c:pt idx="188">
                  <c:v>29103</c:v>
                </c:pt>
                <c:pt idx="189">
                  <c:v>153924</c:v>
                </c:pt>
                <c:pt idx="190">
                  <c:v>26490</c:v>
                </c:pt>
                <c:pt idx="191">
                  <c:v>19986</c:v>
                </c:pt>
                <c:pt idx="192">
                  <c:v>25965</c:v>
                </c:pt>
                <c:pt idx="193">
                  <c:v>14661</c:v>
                </c:pt>
                <c:pt idx="194">
                  <c:v>18690</c:v>
                </c:pt>
                <c:pt idx="195">
                  <c:v>21063</c:v>
                </c:pt>
                <c:pt idx="196">
                  <c:v>29187</c:v>
                </c:pt>
                <c:pt idx="197">
                  <c:v>36145</c:v>
                </c:pt>
                <c:pt idx="198">
                  <c:v>41039</c:v>
                </c:pt>
                <c:pt idx="199">
                  <c:v>13084</c:v>
                </c:pt>
                <c:pt idx="200">
                  <c:v>34824</c:v>
                </c:pt>
                <c:pt idx="201">
                  <c:v>45938</c:v>
                </c:pt>
                <c:pt idx="202">
                  <c:v>41335</c:v>
                </c:pt>
                <c:pt idx="203">
                  <c:v>35682</c:v>
                </c:pt>
                <c:pt idx="204">
                  <c:v>35178</c:v>
                </c:pt>
                <c:pt idx="205">
                  <c:v>25252</c:v>
                </c:pt>
                <c:pt idx="206">
                  <c:v>33249</c:v>
                </c:pt>
                <c:pt idx="207">
                  <c:v>58398</c:v>
                </c:pt>
                <c:pt idx="208">
                  <c:v>25851</c:v>
                </c:pt>
                <c:pt idx="209">
                  <c:v>18988</c:v>
                </c:pt>
                <c:pt idx="210">
                  <c:v>7500</c:v>
                </c:pt>
                <c:pt idx="211">
                  <c:v>17487</c:v>
                </c:pt>
                <c:pt idx="212">
                  <c:v>38702</c:v>
                </c:pt>
                <c:pt idx="213">
                  <c:v>17003</c:v>
                </c:pt>
                <c:pt idx="214">
                  <c:v>33697</c:v>
                </c:pt>
                <c:pt idx="215">
                  <c:v>40662</c:v>
                </c:pt>
                <c:pt idx="216">
                  <c:v>35523</c:v>
                </c:pt>
                <c:pt idx="217">
                  <c:v>31626</c:v>
                </c:pt>
                <c:pt idx="218">
                  <c:v>20587</c:v>
                </c:pt>
                <c:pt idx="219">
                  <c:v>30467</c:v>
                </c:pt>
                <c:pt idx="220">
                  <c:v>31590</c:v>
                </c:pt>
                <c:pt idx="221">
                  <c:v>20425</c:v>
                </c:pt>
                <c:pt idx="222">
                  <c:v>16813</c:v>
                </c:pt>
                <c:pt idx="223">
                  <c:v>45183</c:v>
                </c:pt>
                <c:pt idx="224">
                  <c:v>19329</c:v>
                </c:pt>
                <c:pt idx="225">
                  <c:v>26872</c:v>
                </c:pt>
                <c:pt idx="226">
                  <c:v>21359</c:v>
                </c:pt>
                <c:pt idx="227">
                  <c:v>22507</c:v>
                </c:pt>
                <c:pt idx="228">
                  <c:v>25804</c:v>
                </c:pt>
                <c:pt idx="229">
                  <c:v>22063</c:v>
                </c:pt>
                <c:pt idx="230">
                  <c:v>57091</c:v>
                </c:pt>
                <c:pt idx="231">
                  <c:v>22419</c:v>
                </c:pt>
                <c:pt idx="232">
                  <c:v>16529</c:v>
                </c:pt>
                <c:pt idx="233">
                  <c:v>48789</c:v>
                </c:pt>
                <c:pt idx="234">
                  <c:v>25130</c:v>
                </c:pt>
                <c:pt idx="235">
                  <c:v>49494</c:v>
                </c:pt>
                <c:pt idx="236">
                  <c:v>34176</c:v>
                </c:pt>
                <c:pt idx="237">
                  <c:v>19419</c:v>
                </c:pt>
                <c:pt idx="238">
                  <c:v>23228</c:v>
                </c:pt>
                <c:pt idx="239">
                  <c:v>7500</c:v>
                </c:pt>
                <c:pt idx="240">
                  <c:v>49514</c:v>
                </c:pt>
                <c:pt idx="241">
                  <c:v>19485</c:v>
                </c:pt>
                <c:pt idx="242">
                  <c:v>30545</c:v>
                </c:pt>
                <c:pt idx="243">
                  <c:v>21675</c:v>
                </c:pt>
                <c:pt idx="244">
                  <c:v>39922</c:v>
                </c:pt>
                <c:pt idx="245">
                  <c:v>17117</c:v>
                </c:pt>
                <c:pt idx="246">
                  <c:v>24762</c:v>
                </c:pt>
                <c:pt idx="247">
                  <c:v>36627</c:v>
                </c:pt>
                <c:pt idx="248">
                  <c:v>31814</c:v>
                </c:pt>
                <c:pt idx="249">
                  <c:v>26868</c:v>
                </c:pt>
                <c:pt idx="250">
                  <c:v>21846</c:v>
                </c:pt>
                <c:pt idx="251">
                  <c:v>57100</c:v>
                </c:pt>
                <c:pt idx="252">
                  <c:v>45684</c:v>
                </c:pt>
                <c:pt idx="253">
                  <c:v>47889</c:v>
                </c:pt>
                <c:pt idx="254">
                  <c:v>45921</c:v>
                </c:pt>
                <c:pt idx="255">
                  <c:v>35641</c:v>
                </c:pt>
                <c:pt idx="256">
                  <c:v>39858</c:v>
                </c:pt>
                <c:pt idx="257">
                  <c:v>24401</c:v>
                </c:pt>
                <c:pt idx="258">
                  <c:v>46107</c:v>
                </c:pt>
                <c:pt idx="259">
                  <c:v>25443</c:v>
                </c:pt>
                <c:pt idx="260">
                  <c:v>32892</c:v>
                </c:pt>
                <c:pt idx="261">
                  <c:v>14906</c:v>
                </c:pt>
                <c:pt idx="262">
                  <c:v>51563</c:v>
                </c:pt>
                <c:pt idx="263">
                  <c:v>39771</c:v>
                </c:pt>
                <c:pt idx="264">
                  <c:v>27922</c:v>
                </c:pt>
                <c:pt idx="265">
                  <c:v>42767</c:v>
                </c:pt>
                <c:pt idx="266">
                  <c:v>41021</c:v>
                </c:pt>
                <c:pt idx="267">
                  <c:v>33471</c:v>
                </c:pt>
                <c:pt idx="268">
                  <c:v>34596</c:v>
                </c:pt>
                <c:pt idx="269">
                  <c:v>15716</c:v>
                </c:pt>
                <c:pt idx="270">
                  <c:v>4861</c:v>
                </c:pt>
                <c:pt idx="271">
                  <c:v>33462</c:v>
                </c:pt>
                <c:pt idx="272">
                  <c:v>24884</c:v>
                </c:pt>
                <c:pt idx="273">
                  <c:v>64449</c:v>
                </c:pt>
                <c:pt idx="274">
                  <c:v>34824</c:v>
                </c:pt>
                <c:pt idx="275">
                  <c:v>22434</c:v>
                </c:pt>
                <c:pt idx="276">
                  <c:v>30168</c:v>
                </c:pt>
                <c:pt idx="277">
                  <c:v>59412</c:v>
                </c:pt>
                <c:pt idx="278">
                  <c:v>54165</c:v>
                </c:pt>
                <c:pt idx="279">
                  <c:v>32300</c:v>
                </c:pt>
                <c:pt idx="280">
                  <c:v>20180</c:v>
                </c:pt>
                <c:pt idx="281">
                  <c:v>34961</c:v>
                </c:pt>
                <c:pt idx="282">
                  <c:v>28440</c:v>
                </c:pt>
                <c:pt idx="283">
                  <c:v>17345</c:v>
                </c:pt>
                <c:pt idx="284">
                  <c:v>28647</c:v>
                </c:pt>
                <c:pt idx="285">
                  <c:v>15038</c:v>
                </c:pt>
                <c:pt idx="286">
                  <c:v>31056</c:v>
                </c:pt>
                <c:pt idx="287">
                  <c:v>28071</c:v>
                </c:pt>
                <c:pt idx="288">
                  <c:v>37126</c:v>
                </c:pt>
                <c:pt idx="289">
                  <c:v>8028</c:v>
                </c:pt>
                <c:pt idx="290">
                  <c:v>34728</c:v>
                </c:pt>
                <c:pt idx="291">
                  <c:v>27100</c:v>
                </c:pt>
                <c:pt idx="292">
                  <c:v>53312</c:v>
                </c:pt>
                <c:pt idx="293">
                  <c:v>42000</c:v>
                </c:pt>
                <c:pt idx="294">
                  <c:v>22304</c:v>
                </c:pt>
                <c:pt idx="295">
                  <c:v>32892</c:v>
                </c:pt>
                <c:pt idx="296">
                  <c:v>46610</c:v>
                </c:pt>
                <c:pt idx="297">
                  <c:v>50014</c:v>
                </c:pt>
                <c:pt idx="298">
                  <c:v>41014</c:v>
                </c:pt>
                <c:pt idx="299">
                  <c:v>40479</c:v>
                </c:pt>
                <c:pt idx="300">
                  <c:v>43776</c:v>
                </c:pt>
                <c:pt idx="301">
                  <c:v>39190</c:v>
                </c:pt>
                <c:pt idx="302">
                  <c:v>61825</c:v>
                </c:pt>
                <c:pt idx="303">
                  <c:v>27590</c:v>
                </c:pt>
                <c:pt idx="304">
                  <c:v>53187</c:v>
                </c:pt>
                <c:pt idx="305">
                  <c:v>30023</c:v>
                </c:pt>
                <c:pt idx="306">
                  <c:v>15315</c:v>
                </c:pt>
                <c:pt idx="307">
                  <c:v>16269</c:v>
                </c:pt>
                <c:pt idx="308">
                  <c:v>33569</c:v>
                </c:pt>
                <c:pt idx="309">
                  <c:v>36262</c:v>
                </c:pt>
                <c:pt idx="310">
                  <c:v>22634</c:v>
                </c:pt>
                <c:pt idx="311">
                  <c:v>31605</c:v>
                </c:pt>
                <c:pt idx="312">
                  <c:v>48526</c:v>
                </c:pt>
                <c:pt idx="313">
                  <c:v>16581</c:v>
                </c:pt>
                <c:pt idx="314">
                  <c:v>42693</c:v>
                </c:pt>
                <c:pt idx="315">
                  <c:v>49669</c:v>
                </c:pt>
                <c:pt idx="316">
                  <c:v>10979</c:v>
                </c:pt>
                <c:pt idx="317">
                  <c:v>37155</c:v>
                </c:pt>
                <c:pt idx="318">
                  <c:v>21282</c:v>
                </c:pt>
                <c:pt idx="319">
                  <c:v>21255</c:v>
                </c:pt>
                <c:pt idx="320">
                  <c:v>42162</c:v>
                </c:pt>
                <c:pt idx="321">
                  <c:v>26576</c:v>
                </c:pt>
                <c:pt idx="322">
                  <c:v>7500</c:v>
                </c:pt>
                <c:pt idx="323">
                  <c:v>14421</c:v>
                </c:pt>
                <c:pt idx="324">
                  <c:v>20130</c:v>
                </c:pt>
                <c:pt idx="325">
                  <c:v>23724</c:v>
                </c:pt>
                <c:pt idx="326">
                  <c:v>26954</c:v>
                </c:pt>
                <c:pt idx="327">
                  <c:v>22327</c:v>
                </c:pt>
                <c:pt idx="328">
                  <c:v>15287</c:v>
                </c:pt>
                <c:pt idx="329">
                  <c:v>18351</c:v>
                </c:pt>
                <c:pt idx="330">
                  <c:v>8940</c:v>
                </c:pt>
                <c:pt idx="331">
                  <c:v>26228</c:v>
                </c:pt>
                <c:pt idx="332">
                  <c:v>22518</c:v>
                </c:pt>
                <c:pt idx="333">
                  <c:v>38197</c:v>
                </c:pt>
                <c:pt idx="334">
                  <c:v>28427</c:v>
                </c:pt>
                <c:pt idx="335">
                  <c:v>37395</c:v>
                </c:pt>
                <c:pt idx="336">
                  <c:v>28691</c:v>
                </c:pt>
                <c:pt idx="337">
                  <c:v>25707</c:v>
                </c:pt>
                <c:pt idx="338">
                  <c:v>1730</c:v>
                </c:pt>
                <c:pt idx="339">
                  <c:v>7500</c:v>
                </c:pt>
                <c:pt idx="340">
                  <c:v>20427</c:v>
                </c:pt>
                <c:pt idx="341">
                  <c:v>19656</c:v>
                </c:pt>
                <c:pt idx="342">
                  <c:v>38808</c:v>
                </c:pt>
                <c:pt idx="343">
                  <c:v>23748</c:v>
                </c:pt>
                <c:pt idx="344">
                  <c:v>37368</c:v>
                </c:pt>
                <c:pt idx="345">
                  <c:v>49118</c:v>
                </c:pt>
                <c:pt idx="346">
                  <c:v>39767</c:v>
                </c:pt>
                <c:pt idx="347">
                  <c:v>26997</c:v>
                </c:pt>
                <c:pt idx="348">
                  <c:v>33986</c:v>
                </c:pt>
                <c:pt idx="349">
                  <c:v>15759</c:v>
                </c:pt>
                <c:pt idx="350">
                  <c:v>22804</c:v>
                </c:pt>
                <c:pt idx="351">
                  <c:v>43050</c:v>
                </c:pt>
                <c:pt idx="352">
                  <c:v>34043</c:v>
                </c:pt>
                <c:pt idx="353">
                  <c:v>23148</c:v>
                </c:pt>
                <c:pt idx="354">
                  <c:v>37235</c:v>
                </c:pt>
                <c:pt idx="355">
                  <c:v>18393</c:v>
                </c:pt>
                <c:pt idx="356">
                  <c:v>24711</c:v>
                </c:pt>
                <c:pt idx="357">
                  <c:v>45503</c:v>
                </c:pt>
                <c:pt idx="358">
                  <c:v>6560</c:v>
                </c:pt>
                <c:pt idx="359">
                  <c:v>27244</c:v>
                </c:pt>
                <c:pt idx="360">
                  <c:v>35876</c:v>
                </c:pt>
                <c:pt idx="361">
                  <c:v>39660</c:v>
                </c:pt>
                <c:pt idx="362">
                  <c:v>18929</c:v>
                </c:pt>
                <c:pt idx="363">
                  <c:v>24367</c:v>
                </c:pt>
                <c:pt idx="364">
                  <c:v>33249</c:v>
                </c:pt>
                <c:pt idx="365">
                  <c:v>50150</c:v>
                </c:pt>
                <c:pt idx="366">
                  <c:v>18227</c:v>
                </c:pt>
                <c:pt idx="367">
                  <c:v>38136</c:v>
                </c:pt>
                <c:pt idx="368">
                  <c:v>17256</c:v>
                </c:pt>
                <c:pt idx="369">
                  <c:v>37971</c:v>
                </c:pt>
                <c:pt idx="370">
                  <c:v>41335</c:v>
                </c:pt>
                <c:pt idx="371">
                  <c:v>21355</c:v>
                </c:pt>
                <c:pt idx="372">
                  <c:v>20895</c:v>
                </c:pt>
                <c:pt idx="373">
                  <c:v>22682</c:v>
                </c:pt>
                <c:pt idx="374">
                  <c:v>38887</c:v>
                </c:pt>
                <c:pt idx="375">
                  <c:v>29791</c:v>
                </c:pt>
                <c:pt idx="376">
                  <c:v>26759</c:v>
                </c:pt>
                <c:pt idx="377">
                  <c:v>34412</c:v>
                </c:pt>
                <c:pt idx="378">
                  <c:v>57537</c:v>
                </c:pt>
                <c:pt idx="379">
                  <c:v>22634</c:v>
                </c:pt>
                <c:pt idx="380">
                  <c:v>51315</c:v>
                </c:pt>
                <c:pt idx="381">
                  <c:v>18690</c:v>
                </c:pt>
                <c:pt idx="382">
                  <c:v>28164</c:v>
                </c:pt>
                <c:pt idx="383">
                  <c:v>34596</c:v>
                </c:pt>
                <c:pt idx="384">
                  <c:v>43269</c:v>
                </c:pt>
                <c:pt idx="385">
                  <c:v>31907</c:v>
                </c:pt>
                <c:pt idx="386">
                  <c:v>27100</c:v>
                </c:pt>
                <c:pt idx="387">
                  <c:v>31163</c:v>
                </c:pt>
                <c:pt idx="388">
                  <c:v>20491</c:v>
                </c:pt>
                <c:pt idx="389">
                  <c:v>42523</c:v>
                </c:pt>
                <c:pt idx="390">
                  <c:v>39922</c:v>
                </c:pt>
                <c:pt idx="391">
                  <c:v>21645</c:v>
                </c:pt>
                <c:pt idx="392">
                  <c:v>51876</c:v>
                </c:pt>
                <c:pt idx="393">
                  <c:v>40304</c:v>
                </c:pt>
                <c:pt idx="394">
                  <c:v>32727</c:v>
                </c:pt>
                <c:pt idx="395">
                  <c:v>38410</c:v>
                </c:pt>
                <c:pt idx="396">
                  <c:v>16531</c:v>
                </c:pt>
                <c:pt idx="397">
                  <c:v>28072</c:v>
                </c:pt>
                <c:pt idx="398">
                  <c:v>34380</c:v>
                </c:pt>
                <c:pt idx="399">
                  <c:v>41020</c:v>
                </c:pt>
                <c:pt idx="400">
                  <c:v>19414</c:v>
                </c:pt>
                <c:pt idx="401">
                  <c:v>19107</c:v>
                </c:pt>
                <c:pt idx="402">
                  <c:v>35765</c:v>
                </c:pt>
                <c:pt idx="403">
                  <c:v>32952</c:v>
                </c:pt>
                <c:pt idx="404">
                  <c:v>31163</c:v>
                </c:pt>
                <c:pt idx="405">
                  <c:v>63206</c:v>
                </c:pt>
                <c:pt idx="406">
                  <c:v>20981</c:v>
                </c:pt>
                <c:pt idx="407">
                  <c:v>51766</c:v>
                </c:pt>
                <c:pt idx="408">
                  <c:v>33039</c:v>
                </c:pt>
                <c:pt idx="409">
                  <c:v>37787</c:v>
                </c:pt>
                <c:pt idx="410">
                  <c:v>27242</c:v>
                </c:pt>
                <c:pt idx="411">
                  <c:v>37697</c:v>
                </c:pt>
                <c:pt idx="412">
                  <c:v>37401</c:v>
                </c:pt>
                <c:pt idx="413">
                  <c:v>3502</c:v>
                </c:pt>
                <c:pt idx="414">
                  <c:v>23331</c:v>
                </c:pt>
                <c:pt idx="415">
                  <c:v>23331</c:v>
                </c:pt>
                <c:pt idx="416">
                  <c:v>9255</c:v>
                </c:pt>
                <c:pt idx="417">
                  <c:v>31928</c:v>
                </c:pt>
                <c:pt idx="418">
                  <c:v>42386</c:v>
                </c:pt>
                <c:pt idx="419">
                  <c:v>30390</c:v>
                </c:pt>
                <c:pt idx="420">
                  <c:v>30983</c:v>
                </c:pt>
                <c:pt idx="421">
                  <c:v>31859</c:v>
                </c:pt>
                <c:pt idx="422">
                  <c:v>39922</c:v>
                </c:pt>
                <c:pt idx="423">
                  <c:v>24645</c:v>
                </c:pt>
                <c:pt idx="424">
                  <c:v>44322</c:v>
                </c:pt>
                <c:pt idx="425">
                  <c:v>27161</c:v>
                </c:pt>
                <c:pt idx="426">
                  <c:v>34935</c:v>
                </c:pt>
                <c:pt idx="427">
                  <c:v>61482</c:v>
                </c:pt>
                <c:pt idx="428">
                  <c:v>34968</c:v>
                </c:pt>
                <c:pt idx="429">
                  <c:v>13724</c:v>
                </c:pt>
                <c:pt idx="430">
                  <c:v>36108</c:v>
                </c:pt>
                <c:pt idx="431">
                  <c:v>36663</c:v>
                </c:pt>
                <c:pt idx="432">
                  <c:v>51250</c:v>
                </c:pt>
                <c:pt idx="433">
                  <c:v>12393</c:v>
                </c:pt>
                <c:pt idx="434">
                  <c:v>33955</c:v>
                </c:pt>
                <c:pt idx="435">
                  <c:v>28359</c:v>
                </c:pt>
                <c:pt idx="436">
                  <c:v>57100</c:v>
                </c:pt>
                <c:pt idx="437">
                  <c:v>18793</c:v>
                </c:pt>
                <c:pt idx="438">
                  <c:v>41003</c:v>
                </c:pt>
                <c:pt idx="439">
                  <c:v>19444</c:v>
                </c:pt>
                <c:pt idx="440">
                  <c:v>36301</c:v>
                </c:pt>
                <c:pt idx="441">
                  <c:v>42731</c:v>
                </c:pt>
                <c:pt idx="442">
                  <c:v>22775</c:v>
                </c:pt>
                <c:pt idx="443">
                  <c:v>30560</c:v>
                </c:pt>
                <c:pt idx="444">
                  <c:v>24594</c:v>
                </c:pt>
                <c:pt idx="445">
                  <c:v>39228</c:v>
                </c:pt>
                <c:pt idx="446">
                  <c:v>22448</c:v>
                </c:pt>
                <c:pt idx="447">
                  <c:v>35544</c:v>
                </c:pt>
                <c:pt idx="448">
                  <c:v>33996</c:v>
                </c:pt>
                <c:pt idx="449">
                  <c:v>41473</c:v>
                </c:pt>
                <c:pt idx="450">
                  <c:v>37929</c:v>
                </c:pt>
                <c:pt idx="451">
                  <c:v>20193</c:v>
                </c:pt>
                <c:pt idx="452">
                  <c:v>27573</c:v>
                </c:pt>
                <c:pt idx="453">
                  <c:v>15862</c:v>
                </c:pt>
                <c:pt idx="454">
                  <c:v>33228</c:v>
                </c:pt>
                <c:pt idx="455">
                  <c:v>23536</c:v>
                </c:pt>
                <c:pt idx="456">
                  <c:v>18169</c:v>
                </c:pt>
                <c:pt idx="457">
                  <c:v>24336</c:v>
                </c:pt>
                <c:pt idx="458">
                  <c:v>18222</c:v>
                </c:pt>
                <c:pt idx="459">
                  <c:v>18358</c:v>
                </c:pt>
                <c:pt idx="460">
                  <c:v>9722</c:v>
                </c:pt>
                <c:pt idx="461">
                  <c:v>38175</c:v>
                </c:pt>
                <c:pt idx="462">
                  <c:v>18746</c:v>
                </c:pt>
                <c:pt idx="463">
                  <c:v>17688</c:v>
                </c:pt>
                <c:pt idx="464">
                  <c:v>38513</c:v>
                </c:pt>
                <c:pt idx="465">
                  <c:v>16653</c:v>
                </c:pt>
                <c:pt idx="466">
                  <c:v>18690</c:v>
                </c:pt>
                <c:pt idx="467">
                  <c:v>42403</c:v>
                </c:pt>
                <c:pt idx="468">
                  <c:v>45576</c:v>
                </c:pt>
                <c:pt idx="469">
                  <c:v>28389</c:v>
                </c:pt>
                <c:pt idx="470">
                  <c:v>31859</c:v>
                </c:pt>
                <c:pt idx="471">
                  <c:v>39763</c:v>
                </c:pt>
                <c:pt idx="472">
                  <c:v>13533</c:v>
                </c:pt>
                <c:pt idx="473">
                  <c:v>21955</c:v>
                </c:pt>
                <c:pt idx="474">
                  <c:v>36802</c:v>
                </c:pt>
                <c:pt idx="475">
                  <c:v>28249</c:v>
                </c:pt>
                <c:pt idx="476">
                  <c:v>25509</c:v>
                </c:pt>
                <c:pt idx="477">
                  <c:v>51012</c:v>
                </c:pt>
                <c:pt idx="478">
                  <c:v>29760</c:v>
                </c:pt>
                <c:pt idx="479">
                  <c:v>28973</c:v>
                </c:pt>
                <c:pt idx="480">
                  <c:v>39435</c:v>
                </c:pt>
                <c:pt idx="481">
                  <c:v>20194</c:v>
                </c:pt>
                <c:pt idx="482">
                  <c:v>36075</c:v>
                </c:pt>
                <c:pt idx="483">
                  <c:v>37697</c:v>
                </c:pt>
                <c:pt idx="484">
                  <c:v>36273</c:v>
                </c:pt>
                <c:pt idx="485">
                  <c:v>21840</c:v>
                </c:pt>
                <c:pt idx="486">
                  <c:v>25293</c:v>
                </c:pt>
                <c:pt idx="487">
                  <c:v>22669</c:v>
                </c:pt>
                <c:pt idx="488">
                  <c:v>29236</c:v>
                </c:pt>
                <c:pt idx="489">
                  <c:v>48186</c:v>
                </c:pt>
                <c:pt idx="490">
                  <c:v>32313</c:v>
                </c:pt>
                <c:pt idx="491">
                  <c:v>27071</c:v>
                </c:pt>
                <c:pt idx="492">
                  <c:v>86836</c:v>
                </c:pt>
                <c:pt idx="493">
                  <c:v>30093</c:v>
                </c:pt>
                <c:pt idx="494">
                  <c:v>25008</c:v>
                </c:pt>
                <c:pt idx="495">
                  <c:v>22280</c:v>
                </c:pt>
                <c:pt idx="496">
                  <c:v>21024</c:v>
                </c:pt>
                <c:pt idx="497">
                  <c:v>11448</c:v>
                </c:pt>
                <c:pt idx="498">
                  <c:v>61825</c:v>
                </c:pt>
                <c:pt idx="499">
                  <c:v>34738</c:v>
                </c:pt>
                <c:pt idx="500">
                  <c:v>26642</c:v>
                </c:pt>
                <c:pt idx="501">
                  <c:v>23830</c:v>
                </c:pt>
                <c:pt idx="502">
                  <c:v>33051</c:v>
                </c:pt>
                <c:pt idx="503">
                  <c:v>30396</c:v>
                </c:pt>
                <c:pt idx="504">
                  <c:v>30298</c:v>
                </c:pt>
                <c:pt idx="505">
                  <c:v>52413</c:v>
                </c:pt>
                <c:pt idx="506">
                  <c:v>31158</c:v>
                </c:pt>
                <c:pt idx="507">
                  <c:v>24882</c:v>
                </c:pt>
                <c:pt idx="508">
                  <c:v>22148</c:v>
                </c:pt>
                <c:pt idx="509">
                  <c:v>73395</c:v>
                </c:pt>
                <c:pt idx="510">
                  <c:v>29819</c:v>
                </c:pt>
                <c:pt idx="511">
                  <c:v>33235</c:v>
                </c:pt>
                <c:pt idx="512">
                  <c:v>35701</c:v>
                </c:pt>
                <c:pt idx="513">
                  <c:v>31535</c:v>
                </c:pt>
                <c:pt idx="514">
                  <c:v>18929</c:v>
                </c:pt>
                <c:pt idx="515">
                  <c:v>36038</c:v>
                </c:pt>
                <c:pt idx="516">
                  <c:v>20180</c:v>
                </c:pt>
                <c:pt idx="517">
                  <c:v>22701</c:v>
                </c:pt>
                <c:pt idx="518">
                  <c:v>21059</c:v>
                </c:pt>
                <c:pt idx="519">
                  <c:v>25410</c:v>
                </c:pt>
                <c:pt idx="520">
                  <c:v>23763</c:v>
                </c:pt>
                <c:pt idx="521">
                  <c:v>34529</c:v>
                </c:pt>
                <c:pt idx="522">
                  <c:v>51141</c:v>
                </c:pt>
                <c:pt idx="523">
                  <c:v>61798</c:v>
                </c:pt>
                <c:pt idx="524">
                  <c:v>29478</c:v>
                </c:pt>
                <c:pt idx="525">
                  <c:v>39062</c:v>
                </c:pt>
                <c:pt idx="526">
                  <c:v>32632</c:v>
                </c:pt>
                <c:pt idx="527">
                  <c:v>36781</c:v>
                </c:pt>
                <c:pt idx="528">
                  <c:v>31385</c:v>
                </c:pt>
                <c:pt idx="529">
                  <c:v>24570</c:v>
                </c:pt>
                <c:pt idx="530">
                  <c:v>25509</c:v>
                </c:pt>
                <c:pt idx="531">
                  <c:v>51373</c:v>
                </c:pt>
                <c:pt idx="532">
                  <c:v>23477</c:v>
                </c:pt>
                <c:pt idx="533">
                  <c:v>67506</c:v>
                </c:pt>
                <c:pt idx="534">
                  <c:v>24206</c:v>
                </c:pt>
                <c:pt idx="535">
                  <c:v>28420</c:v>
                </c:pt>
                <c:pt idx="536">
                  <c:v>22979</c:v>
                </c:pt>
                <c:pt idx="537">
                  <c:v>33279</c:v>
                </c:pt>
                <c:pt idx="538">
                  <c:v>39146</c:v>
                </c:pt>
                <c:pt idx="539">
                  <c:v>36790</c:v>
                </c:pt>
                <c:pt idx="540">
                  <c:v>28587</c:v>
                </c:pt>
                <c:pt idx="541">
                  <c:v>43815</c:v>
                </c:pt>
                <c:pt idx="542">
                  <c:v>32765</c:v>
                </c:pt>
                <c:pt idx="543">
                  <c:v>23272</c:v>
                </c:pt>
                <c:pt idx="544">
                  <c:v>7500</c:v>
                </c:pt>
                <c:pt idx="545">
                  <c:v>17649</c:v>
                </c:pt>
                <c:pt idx="546">
                  <c:v>38680</c:v>
                </c:pt>
                <c:pt idx="547">
                  <c:v>49767</c:v>
                </c:pt>
                <c:pt idx="548">
                  <c:v>29009</c:v>
                </c:pt>
                <c:pt idx="549">
                  <c:v>45057</c:v>
                </c:pt>
                <c:pt idx="550">
                  <c:v>43020</c:v>
                </c:pt>
                <c:pt idx="551">
                  <c:v>23478</c:v>
                </c:pt>
                <c:pt idx="552">
                  <c:v>38361</c:v>
                </c:pt>
                <c:pt idx="553">
                  <c:v>42192</c:v>
                </c:pt>
                <c:pt idx="554">
                  <c:v>31761</c:v>
                </c:pt>
                <c:pt idx="555">
                  <c:v>34350</c:v>
                </c:pt>
                <c:pt idx="556">
                  <c:v>25293</c:v>
                </c:pt>
                <c:pt idx="557">
                  <c:v>42000</c:v>
                </c:pt>
                <c:pt idx="558">
                  <c:v>64713</c:v>
                </c:pt>
                <c:pt idx="559">
                  <c:v>27889</c:v>
                </c:pt>
                <c:pt idx="560">
                  <c:v>22123</c:v>
                </c:pt>
                <c:pt idx="561">
                  <c:v>27803</c:v>
                </c:pt>
                <c:pt idx="562">
                  <c:v>30828</c:v>
                </c:pt>
                <c:pt idx="563">
                  <c:v>22390</c:v>
                </c:pt>
                <c:pt idx="564">
                  <c:v>14796</c:v>
                </c:pt>
                <c:pt idx="565">
                  <c:v>14188</c:v>
                </c:pt>
                <c:pt idx="566">
                  <c:v>20425</c:v>
                </c:pt>
                <c:pt idx="567">
                  <c:v>44953</c:v>
                </c:pt>
                <c:pt idx="568">
                  <c:v>27733</c:v>
                </c:pt>
                <c:pt idx="569">
                  <c:v>25818</c:v>
                </c:pt>
                <c:pt idx="570">
                  <c:v>37509</c:v>
                </c:pt>
                <c:pt idx="571">
                  <c:v>30992</c:v>
                </c:pt>
                <c:pt idx="572">
                  <c:v>156924</c:v>
                </c:pt>
                <c:pt idx="573">
                  <c:v>16005</c:v>
                </c:pt>
                <c:pt idx="574">
                  <c:v>20587</c:v>
                </c:pt>
                <c:pt idx="575">
                  <c:v>19346</c:v>
                </c:pt>
                <c:pt idx="576">
                  <c:v>23539</c:v>
                </c:pt>
                <c:pt idx="577">
                  <c:v>29732</c:v>
                </c:pt>
                <c:pt idx="578">
                  <c:v>17148</c:v>
                </c:pt>
                <c:pt idx="579">
                  <c:v>30560</c:v>
                </c:pt>
                <c:pt idx="580">
                  <c:v>32146</c:v>
                </c:pt>
                <c:pt idx="581">
                  <c:v>62994</c:v>
                </c:pt>
                <c:pt idx="582">
                  <c:v>15253</c:v>
                </c:pt>
                <c:pt idx="583">
                  <c:v>31560</c:v>
                </c:pt>
                <c:pt idx="584">
                  <c:v>26067</c:v>
                </c:pt>
                <c:pt idx="585">
                  <c:v>42523</c:v>
                </c:pt>
                <c:pt idx="586">
                  <c:v>26487</c:v>
                </c:pt>
                <c:pt idx="587">
                  <c:v>25224</c:v>
                </c:pt>
                <c:pt idx="588">
                  <c:v>27469</c:v>
                </c:pt>
                <c:pt idx="589">
                  <c:v>43322</c:v>
                </c:pt>
                <c:pt idx="590">
                  <c:v>16185</c:v>
                </c:pt>
                <c:pt idx="591">
                  <c:v>18929</c:v>
                </c:pt>
                <c:pt idx="592">
                  <c:v>5305</c:v>
                </c:pt>
                <c:pt idx="593">
                  <c:v>28427</c:v>
                </c:pt>
                <c:pt idx="594">
                  <c:v>22775</c:v>
                </c:pt>
                <c:pt idx="595">
                  <c:v>7500</c:v>
                </c:pt>
                <c:pt idx="596">
                  <c:v>11012</c:v>
                </c:pt>
                <c:pt idx="597">
                  <c:v>44802</c:v>
                </c:pt>
                <c:pt idx="598">
                  <c:v>26816</c:v>
                </c:pt>
                <c:pt idx="599">
                  <c:v>34421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B03-472E-9F4F-B2B0466BDE3A}"/>
            </c:ext>
          </c:extLst>
        </c:ser>
        <c:ser>
          <c:idx val="1"/>
          <c:order val="1"/>
          <c:tx>
            <c:strRef>
              <c:f>Sheet1!$B$603</c:f>
              <c:strCache>
                <c:ptCount val="1"/>
                <c:pt idx="0">
                  <c:v>C1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0F766E"/>
              </a:solidFill>
              <a:ln w="3810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xVal>
            <c:numRef>
              <c:f>Sheet1!$A$604:$A$1112</c:f>
              <c:numCache>
                <c:formatCode>General</c:formatCode>
                <c:ptCount val="509"/>
                <c:pt idx="0">
                  <c:v>27</c:v>
                </c:pt>
                <c:pt idx="1">
                  <c:v>49</c:v>
                </c:pt>
                <c:pt idx="2">
                  <c:v>96</c:v>
                </c:pt>
                <c:pt idx="3">
                  <c:v>257</c:v>
                </c:pt>
                <c:pt idx="4">
                  <c:v>120</c:v>
                </c:pt>
                <c:pt idx="5">
                  <c:v>65</c:v>
                </c:pt>
                <c:pt idx="6">
                  <c:v>67</c:v>
                </c:pt>
                <c:pt idx="7">
                  <c:v>22</c:v>
                </c:pt>
                <c:pt idx="8">
                  <c:v>11</c:v>
                </c:pt>
                <c:pt idx="9">
                  <c:v>56</c:v>
                </c:pt>
                <c:pt idx="10">
                  <c:v>151</c:v>
                </c:pt>
                <c:pt idx="11">
                  <c:v>372</c:v>
                </c:pt>
                <c:pt idx="12">
                  <c:v>194</c:v>
                </c:pt>
                <c:pt idx="13">
                  <c:v>63</c:v>
                </c:pt>
                <c:pt idx="14">
                  <c:v>72</c:v>
                </c:pt>
                <c:pt idx="15">
                  <c:v>55</c:v>
                </c:pt>
                <c:pt idx="16">
                  <c:v>187</c:v>
                </c:pt>
                <c:pt idx="17">
                  <c:v>114</c:v>
                </c:pt>
                <c:pt idx="18">
                  <c:v>81</c:v>
                </c:pt>
                <c:pt idx="19">
                  <c:v>30</c:v>
                </c:pt>
                <c:pt idx="20">
                  <c:v>90</c:v>
                </c:pt>
                <c:pt idx="21">
                  <c:v>279</c:v>
                </c:pt>
                <c:pt idx="22">
                  <c:v>106</c:v>
                </c:pt>
                <c:pt idx="23">
                  <c:v>49</c:v>
                </c:pt>
                <c:pt idx="24">
                  <c:v>38</c:v>
                </c:pt>
                <c:pt idx="25">
                  <c:v>211</c:v>
                </c:pt>
                <c:pt idx="26">
                  <c:v>18</c:v>
                </c:pt>
                <c:pt idx="27">
                  <c:v>162</c:v>
                </c:pt>
                <c:pt idx="28">
                  <c:v>13</c:v>
                </c:pt>
                <c:pt idx="29">
                  <c:v>88</c:v>
                </c:pt>
                <c:pt idx="30">
                  <c:v>89</c:v>
                </c:pt>
                <c:pt idx="31">
                  <c:v>36</c:v>
                </c:pt>
                <c:pt idx="32">
                  <c:v>148</c:v>
                </c:pt>
                <c:pt idx="33">
                  <c:v>93</c:v>
                </c:pt>
                <c:pt idx="34">
                  <c:v>119</c:v>
                </c:pt>
                <c:pt idx="35">
                  <c:v>45</c:v>
                </c:pt>
                <c:pt idx="36">
                  <c:v>10</c:v>
                </c:pt>
                <c:pt idx="37">
                  <c:v>191</c:v>
                </c:pt>
                <c:pt idx="38">
                  <c:v>39</c:v>
                </c:pt>
                <c:pt idx="39">
                  <c:v>68</c:v>
                </c:pt>
                <c:pt idx="40">
                  <c:v>315</c:v>
                </c:pt>
                <c:pt idx="41">
                  <c:v>31</c:v>
                </c:pt>
                <c:pt idx="42">
                  <c:v>263</c:v>
                </c:pt>
                <c:pt idx="43">
                  <c:v>38</c:v>
                </c:pt>
                <c:pt idx="44">
                  <c:v>293</c:v>
                </c:pt>
                <c:pt idx="45">
                  <c:v>65</c:v>
                </c:pt>
                <c:pt idx="46">
                  <c:v>264</c:v>
                </c:pt>
                <c:pt idx="47">
                  <c:v>17</c:v>
                </c:pt>
                <c:pt idx="48">
                  <c:v>285</c:v>
                </c:pt>
                <c:pt idx="49">
                  <c:v>17</c:v>
                </c:pt>
                <c:pt idx="50">
                  <c:v>44</c:v>
                </c:pt>
                <c:pt idx="51">
                  <c:v>17</c:v>
                </c:pt>
                <c:pt idx="52">
                  <c:v>275</c:v>
                </c:pt>
                <c:pt idx="53">
                  <c:v>90</c:v>
                </c:pt>
                <c:pt idx="54">
                  <c:v>184</c:v>
                </c:pt>
                <c:pt idx="55">
                  <c:v>231</c:v>
                </c:pt>
                <c:pt idx="56">
                  <c:v>48</c:v>
                </c:pt>
                <c:pt idx="57">
                  <c:v>99</c:v>
                </c:pt>
                <c:pt idx="58">
                  <c:v>461</c:v>
                </c:pt>
                <c:pt idx="59">
                  <c:v>37</c:v>
                </c:pt>
                <c:pt idx="60">
                  <c:v>68</c:v>
                </c:pt>
                <c:pt idx="61">
                  <c:v>25</c:v>
                </c:pt>
                <c:pt idx="62">
                  <c:v>62</c:v>
                </c:pt>
                <c:pt idx="63">
                  <c:v>37</c:v>
                </c:pt>
                <c:pt idx="64">
                  <c:v>235</c:v>
                </c:pt>
                <c:pt idx="65">
                  <c:v>32</c:v>
                </c:pt>
                <c:pt idx="66">
                  <c:v>102</c:v>
                </c:pt>
                <c:pt idx="67">
                  <c:v>28</c:v>
                </c:pt>
                <c:pt idx="68">
                  <c:v>20</c:v>
                </c:pt>
                <c:pt idx="69">
                  <c:v>38</c:v>
                </c:pt>
                <c:pt idx="70">
                  <c:v>42</c:v>
                </c:pt>
                <c:pt idx="71">
                  <c:v>44</c:v>
                </c:pt>
                <c:pt idx="72">
                  <c:v>49</c:v>
                </c:pt>
                <c:pt idx="73">
                  <c:v>99</c:v>
                </c:pt>
                <c:pt idx="74">
                  <c:v>57</c:v>
                </c:pt>
                <c:pt idx="75">
                  <c:v>254</c:v>
                </c:pt>
                <c:pt idx="76">
                  <c:v>73</c:v>
                </c:pt>
                <c:pt idx="77">
                  <c:v>120</c:v>
                </c:pt>
                <c:pt idx="78">
                  <c:v>17</c:v>
                </c:pt>
                <c:pt idx="79">
                  <c:v>211</c:v>
                </c:pt>
                <c:pt idx="80">
                  <c:v>114</c:v>
                </c:pt>
                <c:pt idx="81">
                  <c:v>186</c:v>
                </c:pt>
                <c:pt idx="82">
                  <c:v>64</c:v>
                </c:pt>
                <c:pt idx="83">
                  <c:v>163</c:v>
                </c:pt>
                <c:pt idx="84">
                  <c:v>446</c:v>
                </c:pt>
                <c:pt idx="85">
                  <c:v>41</c:v>
                </c:pt>
                <c:pt idx="86">
                  <c:v>272</c:v>
                </c:pt>
                <c:pt idx="87">
                  <c:v>490</c:v>
                </c:pt>
                <c:pt idx="88">
                  <c:v>20</c:v>
                </c:pt>
                <c:pt idx="89">
                  <c:v>46</c:v>
                </c:pt>
                <c:pt idx="90">
                  <c:v>156</c:v>
                </c:pt>
                <c:pt idx="91">
                  <c:v>428</c:v>
                </c:pt>
                <c:pt idx="92">
                  <c:v>348</c:v>
                </c:pt>
                <c:pt idx="93">
                  <c:v>270</c:v>
                </c:pt>
                <c:pt idx="94">
                  <c:v>135</c:v>
                </c:pt>
                <c:pt idx="95">
                  <c:v>44</c:v>
                </c:pt>
                <c:pt idx="96">
                  <c:v>31</c:v>
                </c:pt>
                <c:pt idx="97">
                  <c:v>518</c:v>
                </c:pt>
                <c:pt idx="98">
                  <c:v>43</c:v>
                </c:pt>
                <c:pt idx="99">
                  <c:v>64</c:v>
                </c:pt>
                <c:pt idx="100">
                  <c:v>32</c:v>
                </c:pt>
                <c:pt idx="101">
                  <c:v>46</c:v>
                </c:pt>
                <c:pt idx="102">
                  <c:v>347</c:v>
                </c:pt>
                <c:pt idx="103">
                  <c:v>138</c:v>
                </c:pt>
                <c:pt idx="104">
                  <c:v>52</c:v>
                </c:pt>
                <c:pt idx="105">
                  <c:v>411</c:v>
                </c:pt>
                <c:pt idx="106">
                  <c:v>493</c:v>
                </c:pt>
                <c:pt idx="107">
                  <c:v>260</c:v>
                </c:pt>
                <c:pt idx="108">
                  <c:v>96</c:v>
                </c:pt>
                <c:pt idx="109">
                  <c:v>232</c:v>
                </c:pt>
                <c:pt idx="110">
                  <c:v>69</c:v>
                </c:pt>
                <c:pt idx="111">
                  <c:v>21</c:v>
                </c:pt>
                <c:pt idx="112">
                  <c:v>54</c:v>
                </c:pt>
                <c:pt idx="113">
                  <c:v>240</c:v>
                </c:pt>
                <c:pt idx="114">
                  <c:v>331</c:v>
                </c:pt>
                <c:pt idx="115">
                  <c:v>265</c:v>
                </c:pt>
                <c:pt idx="116">
                  <c:v>11</c:v>
                </c:pt>
                <c:pt idx="117">
                  <c:v>21</c:v>
                </c:pt>
                <c:pt idx="118">
                  <c:v>17</c:v>
                </c:pt>
                <c:pt idx="119">
                  <c:v>38</c:v>
                </c:pt>
                <c:pt idx="120">
                  <c:v>279</c:v>
                </c:pt>
                <c:pt idx="121">
                  <c:v>182</c:v>
                </c:pt>
                <c:pt idx="122">
                  <c:v>49</c:v>
                </c:pt>
                <c:pt idx="123">
                  <c:v>75</c:v>
                </c:pt>
                <c:pt idx="124">
                  <c:v>227</c:v>
                </c:pt>
                <c:pt idx="125">
                  <c:v>215</c:v>
                </c:pt>
                <c:pt idx="126">
                  <c:v>47</c:v>
                </c:pt>
                <c:pt idx="127">
                  <c:v>63</c:v>
                </c:pt>
                <c:pt idx="128">
                  <c:v>30</c:v>
                </c:pt>
                <c:pt idx="129">
                  <c:v>42</c:v>
                </c:pt>
                <c:pt idx="130">
                  <c:v>129</c:v>
                </c:pt>
                <c:pt idx="131">
                  <c:v>67</c:v>
                </c:pt>
                <c:pt idx="132">
                  <c:v>28</c:v>
                </c:pt>
                <c:pt idx="133">
                  <c:v>45</c:v>
                </c:pt>
                <c:pt idx="134">
                  <c:v>37</c:v>
                </c:pt>
                <c:pt idx="135">
                  <c:v>373</c:v>
                </c:pt>
                <c:pt idx="136">
                  <c:v>35</c:v>
                </c:pt>
                <c:pt idx="137">
                  <c:v>107</c:v>
                </c:pt>
                <c:pt idx="138">
                  <c:v>42</c:v>
                </c:pt>
                <c:pt idx="139">
                  <c:v>103</c:v>
                </c:pt>
                <c:pt idx="140">
                  <c:v>16</c:v>
                </c:pt>
                <c:pt idx="141">
                  <c:v>235</c:v>
                </c:pt>
                <c:pt idx="142">
                  <c:v>67</c:v>
                </c:pt>
                <c:pt idx="143">
                  <c:v>165</c:v>
                </c:pt>
                <c:pt idx="144">
                  <c:v>223</c:v>
                </c:pt>
                <c:pt idx="145">
                  <c:v>20</c:v>
                </c:pt>
                <c:pt idx="146">
                  <c:v>198</c:v>
                </c:pt>
                <c:pt idx="147">
                  <c:v>11</c:v>
                </c:pt>
                <c:pt idx="148">
                  <c:v>257</c:v>
                </c:pt>
                <c:pt idx="149">
                  <c:v>270</c:v>
                </c:pt>
                <c:pt idx="150">
                  <c:v>121</c:v>
                </c:pt>
                <c:pt idx="151">
                  <c:v>126</c:v>
                </c:pt>
                <c:pt idx="152">
                  <c:v>57</c:v>
                </c:pt>
                <c:pt idx="153">
                  <c:v>21</c:v>
                </c:pt>
                <c:pt idx="154">
                  <c:v>65</c:v>
                </c:pt>
                <c:pt idx="155">
                  <c:v>411</c:v>
                </c:pt>
                <c:pt idx="156">
                  <c:v>11</c:v>
                </c:pt>
                <c:pt idx="157">
                  <c:v>284</c:v>
                </c:pt>
                <c:pt idx="158">
                  <c:v>334</c:v>
                </c:pt>
                <c:pt idx="159">
                  <c:v>97</c:v>
                </c:pt>
                <c:pt idx="160">
                  <c:v>63</c:v>
                </c:pt>
                <c:pt idx="161">
                  <c:v>449</c:v>
                </c:pt>
                <c:pt idx="162">
                  <c:v>99</c:v>
                </c:pt>
                <c:pt idx="163">
                  <c:v>183</c:v>
                </c:pt>
                <c:pt idx="164">
                  <c:v>81</c:v>
                </c:pt>
                <c:pt idx="165">
                  <c:v>137</c:v>
                </c:pt>
                <c:pt idx="166">
                  <c:v>16</c:v>
                </c:pt>
                <c:pt idx="167">
                  <c:v>93</c:v>
                </c:pt>
                <c:pt idx="168">
                  <c:v>43</c:v>
                </c:pt>
                <c:pt idx="169">
                  <c:v>29</c:v>
                </c:pt>
                <c:pt idx="170">
                  <c:v>47</c:v>
                </c:pt>
                <c:pt idx="171">
                  <c:v>270</c:v>
                </c:pt>
                <c:pt idx="172">
                  <c:v>177</c:v>
                </c:pt>
                <c:pt idx="173">
                  <c:v>41</c:v>
                </c:pt>
                <c:pt idx="174">
                  <c:v>170</c:v>
                </c:pt>
                <c:pt idx="175">
                  <c:v>458</c:v>
                </c:pt>
                <c:pt idx="176">
                  <c:v>63</c:v>
                </c:pt>
                <c:pt idx="177">
                  <c:v>405</c:v>
                </c:pt>
                <c:pt idx="178">
                  <c:v>495</c:v>
                </c:pt>
                <c:pt idx="179">
                  <c:v>20</c:v>
                </c:pt>
                <c:pt idx="180">
                  <c:v>36</c:v>
                </c:pt>
                <c:pt idx="181">
                  <c:v>63</c:v>
                </c:pt>
                <c:pt idx="182">
                  <c:v>39</c:v>
                </c:pt>
                <c:pt idx="183">
                  <c:v>46</c:v>
                </c:pt>
                <c:pt idx="184">
                  <c:v>76</c:v>
                </c:pt>
                <c:pt idx="185">
                  <c:v>195</c:v>
                </c:pt>
                <c:pt idx="186">
                  <c:v>53</c:v>
                </c:pt>
                <c:pt idx="187">
                  <c:v>35</c:v>
                </c:pt>
                <c:pt idx="188">
                  <c:v>41</c:v>
                </c:pt>
                <c:pt idx="189">
                  <c:v>40</c:v>
                </c:pt>
                <c:pt idx="190">
                  <c:v>292</c:v>
                </c:pt>
                <c:pt idx="191">
                  <c:v>401</c:v>
                </c:pt>
                <c:pt idx="192">
                  <c:v>182</c:v>
                </c:pt>
                <c:pt idx="193">
                  <c:v>68</c:v>
                </c:pt>
                <c:pt idx="194">
                  <c:v>55</c:v>
                </c:pt>
                <c:pt idx="195">
                  <c:v>263</c:v>
                </c:pt>
                <c:pt idx="196">
                  <c:v>55</c:v>
                </c:pt>
                <c:pt idx="197">
                  <c:v>203</c:v>
                </c:pt>
                <c:pt idx="198">
                  <c:v>282</c:v>
                </c:pt>
                <c:pt idx="199">
                  <c:v>350</c:v>
                </c:pt>
                <c:pt idx="200">
                  <c:v>46</c:v>
                </c:pt>
                <c:pt idx="201">
                  <c:v>62</c:v>
                </c:pt>
                <c:pt idx="202">
                  <c:v>77</c:v>
                </c:pt>
                <c:pt idx="203">
                  <c:v>171</c:v>
                </c:pt>
                <c:pt idx="204">
                  <c:v>54</c:v>
                </c:pt>
                <c:pt idx="205">
                  <c:v>53</c:v>
                </c:pt>
                <c:pt idx="206">
                  <c:v>96</c:v>
                </c:pt>
                <c:pt idx="207">
                  <c:v>149</c:v>
                </c:pt>
                <c:pt idx="208">
                  <c:v>231</c:v>
                </c:pt>
                <c:pt idx="209">
                  <c:v>81</c:v>
                </c:pt>
                <c:pt idx="210">
                  <c:v>411</c:v>
                </c:pt>
                <c:pt idx="211">
                  <c:v>94</c:v>
                </c:pt>
                <c:pt idx="212">
                  <c:v>23</c:v>
                </c:pt>
                <c:pt idx="213">
                  <c:v>405</c:v>
                </c:pt>
                <c:pt idx="214">
                  <c:v>45</c:v>
                </c:pt>
                <c:pt idx="215">
                  <c:v>108</c:v>
                </c:pt>
                <c:pt idx="216">
                  <c:v>89</c:v>
                </c:pt>
                <c:pt idx="217">
                  <c:v>343</c:v>
                </c:pt>
                <c:pt idx="218">
                  <c:v>69</c:v>
                </c:pt>
                <c:pt idx="219">
                  <c:v>17</c:v>
                </c:pt>
                <c:pt idx="220">
                  <c:v>116</c:v>
                </c:pt>
                <c:pt idx="221">
                  <c:v>103</c:v>
                </c:pt>
                <c:pt idx="222">
                  <c:v>44</c:v>
                </c:pt>
                <c:pt idx="223">
                  <c:v>71</c:v>
                </c:pt>
                <c:pt idx="224">
                  <c:v>22</c:v>
                </c:pt>
                <c:pt idx="225">
                  <c:v>62</c:v>
                </c:pt>
                <c:pt idx="226">
                  <c:v>92</c:v>
                </c:pt>
                <c:pt idx="227">
                  <c:v>54</c:v>
                </c:pt>
                <c:pt idx="228">
                  <c:v>122</c:v>
                </c:pt>
                <c:pt idx="229">
                  <c:v>12</c:v>
                </c:pt>
                <c:pt idx="230">
                  <c:v>56</c:v>
                </c:pt>
                <c:pt idx="231">
                  <c:v>270</c:v>
                </c:pt>
                <c:pt idx="232">
                  <c:v>49</c:v>
                </c:pt>
                <c:pt idx="233">
                  <c:v>506</c:v>
                </c:pt>
                <c:pt idx="234">
                  <c:v>38</c:v>
                </c:pt>
                <c:pt idx="235">
                  <c:v>47</c:v>
                </c:pt>
                <c:pt idx="236">
                  <c:v>22</c:v>
                </c:pt>
                <c:pt idx="237">
                  <c:v>17</c:v>
                </c:pt>
                <c:pt idx="238">
                  <c:v>73</c:v>
                </c:pt>
                <c:pt idx="239">
                  <c:v>121</c:v>
                </c:pt>
                <c:pt idx="240">
                  <c:v>63</c:v>
                </c:pt>
                <c:pt idx="241">
                  <c:v>312</c:v>
                </c:pt>
                <c:pt idx="242">
                  <c:v>16</c:v>
                </c:pt>
                <c:pt idx="243">
                  <c:v>332</c:v>
                </c:pt>
                <c:pt idx="244">
                  <c:v>78</c:v>
                </c:pt>
                <c:pt idx="245">
                  <c:v>15</c:v>
                </c:pt>
                <c:pt idx="246">
                  <c:v>77</c:v>
                </c:pt>
                <c:pt idx="247">
                  <c:v>86</c:v>
                </c:pt>
                <c:pt idx="248">
                  <c:v>237</c:v>
                </c:pt>
                <c:pt idx="249">
                  <c:v>48</c:v>
                </c:pt>
                <c:pt idx="250">
                  <c:v>301</c:v>
                </c:pt>
                <c:pt idx="251">
                  <c:v>218</c:v>
                </c:pt>
                <c:pt idx="252">
                  <c:v>75</c:v>
                </c:pt>
                <c:pt idx="253">
                  <c:v>106</c:v>
                </c:pt>
                <c:pt idx="254">
                  <c:v>438</c:v>
                </c:pt>
                <c:pt idx="255">
                  <c:v>225</c:v>
                </c:pt>
                <c:pt idx="256">
                  <c:v>18</c:v>
                </c:pt>
                <c:pt idx="257">
                  <c:v>91</c:v>
                </c:pt>
                <c:pt idx="258">
                  <c:v>88</c:v>
                </c:pt>
                <c:pt idx="259">
                  <c:v>60</c:v>
                </c:pt>
                <c:pt idx="260">
                  <c:v>155</c:v>
                </c:pt>
                <c:pt idx="261">
                  <c:v>51</c:v>
                </c:pt>
                <c:pt idx="262">
                  <c:v>96</c:v>
                </c:pt>
                <c:pt idx="263">
                  <c:v>160</c:v>
                </c:pt>
                <c:pt idx="264">
                  <c:v>139</c:v>
                </c:pt>
                <c:pt idx="265">
                  <c:v>183</c:v>
                </c:pt>
                <c:pt idx="266">
                  <c:v>174</c:v>
                </c:pt>
                <c:pt idx="267">
                  <c:v>195</c:v>
                </c:pt>
                <c:pt idx="268">
                  <c:v>49</c:v>
                </c:pt>
                <c:pt idx="269">
                  <c:v>133</c:v>
                </c:pt>
                <c:pt idx="270">
                  <c:v>140</c:v>
                </c:pt>
                <c:pt idx="271">
                  <c:v>152</c:v>
                </c:pt>
                <c:pt idx="272">
                  <c:v>87</c:v>
                </c:pt>
                <c:pt idx="273">
                  <c:v>90</c:v>
                </c:pt>
                <c:pt idx="274">
                  <c:v>72</c:v>
                </c:pt>
                <c:pt idx="275">
                  <c:v>189</c:v>
                </c:pt>
                <c:pt idx="276">
                  <c:v>63</c:v>
                </c:pt>
                <c:pt idx="277">
                  <c:v>130</c:v>
                </c:pt>
                <c:pt idx="278">
                  <c:v>152</c:v>
                </c:pt>
                <c:pt idx="279">
                  <c:v>71</c:v>
                </c:pt>
                <c:pt idx="280">
                  <c:v>21</c:v>
                </c:pt>
                <c:pt idx="281">
                  <c:v>23</c:v>
                </c:pt>
                <c:pt idx="282">
                  <c:v>49</c:v>
                </c:pt>
                <c:pt idx="283">
                  <c:v>48</c:v>
                </c:pt>
                <c:pt idx="284">
                  <c:v>83</c:v>
                </c:pt>
                <c:pt idx="285">
                  <c:v>183</c:v>
                </c:pt>
                <c:pt idx="286">
                  <c:v>99</c:v>
                </c:pt>
                <c:pt idx="287">
                  <c:v>38</c:v>
                </c:pt>
                <c:pt idx="288">
                  <c:v>78</c:v>
                </c:pt>
                <c:pt idx="289">
                  <c:v>15</c:v>
                </c:pt>
                <c:pt idx="290">
                  <c:v>62</c:v>
                </c:pt>
                <c:pt idx="291">
                  <c:v>198</c:v>
                </c:pt>
                <c:pt idx="292">
                  <c:v>57</c:v>
                </c:pt>
                <c:pt idx="293">
                  <c:v>59</c:v>
                </c:pt>
                <c:pt idx="294">
                  <c:v>310</c:v>
                </c:pt>
                <c:pt idx="295">
                  <c:v>57</c:v>
                </c:pt>
                <c:pt idx="296">
                  <c:v>44</c:v>
                </c:pt>
                <c:pt idx="297">
                  <c:v>102</c:v>
                </c:pt>
                <c:pt idx="298">
                  <c:v>32</c:v>
                </c:pt>
                <c:pt idx="299">
                  <c:v>320</c:v>
                </c:pt>
                <c:pt idx="300">
                  <c:v>30</c:v>
                </c:pt>
                <c:pt idx="301">
                  <c:v>227</c:v>
                </c:pt>
                <c:pt idx="302">
                  <c:v>131</c:v>
                </c:pt>
                <c:pt idx="303">
                  <c:v>251</c:v>
                </c:pt>
                <c:pt idx="304">
                  <c:v>237</c:v>
                </c:pt>
                <c:pt idx="305">
                  <c:v>91</c:v>
                </c:pt>
                <c:pt idx="306">
                  <c:v>35</c:v>
                </c:pt>
                <c:pt idx="307">
                  <c:v>396</c:v>
                </c:pt>
                <c:pt idx="308">
                  <c:v>222</c:v>
                </c:pt>
                <c:pt idx="309">
                  <c:v>177</c:v>
                </c:pt>
                <c:pt idx="310">
                  <c:v>22</c:v>
                </c:pt>
                <c:pt idx="311">
                  <c:v>41</c:v>
                </c:pt>
                <c:pt idx="312">
                  <c:v>325</c:v>
                </c:pt>
                <c:pt idx="313">
                  <c:v>72</c:v>
                </c:pt>
                <c:pt idx="314">
                  <c:v>15</c:v>
                </c:pt>
                <c:pt idx="315">
                  <c:v>289</c:v>
                </c:pt>
                <c:pt idx="316">
                  <c:v>188</c:v>
                </c:pt>
                <c:pt idx="317">
                  <c:v>146</c:v>
                </c:pt>
                <c:pt idx="318">
                  <c:v>152</c:v>
                </c:pt>
                <c:pt idx="319">
                  <c:v>20</c:v>
                </c:pt>
                <c:pt idx="320">
                  <c:v>61</c:v>
                </c:pt>
                <c:pt idx="321">
                  <c:v>44</c:v>
                </c:pt>
                <c:pt idx="322">
                  <c:v>8</c:v>
                </c:pt>
                <c:pt idx="323">
                  <c:v>42</c:v>
                </c:pt>
                <c:pt idx="324">
                  <c:v>61</c:v>
                </c:pt>
                <c:pt idx="325">
                  <c:v>34</c:v>
                </c:pt>
                <c:pt idx="326">
                  <c:v>48</c:v>
                </c:pt>
                <c:pt idx="327">
                  <c:v>289</c:v>
                </c:pt>
                <c:pt idx="328">
                  <c:v>70</c:v>
                </c:pt>
                <c:pt idx="329">
                  <c:v>22</c:v>
                </c:pt>
                <c:pt idx="330">
                  <c:v>77</c:v>
                </c:pt>
                <c:pt idx="331">
                  <c:v>46</c:v>
                </c:pt>
                <c:pt idx="332">
                  <c:v>13</c:v>
                </c:pt>
                <c:pt idx="333">
                  <c:v>65</c:v>
                </c:pt>
                <c:pt idx="334">
                  <c:v>40</c:v>
                </c:pt>
                <c:pt idx="335">
                  <c:v>134</c:v>
                </c:pt>
                <c:pt idx="336">
                  <c:v>87</c:v>
                </c:pt>
                <c:pt idx="337">
                  <c:v>444</c:v>
                </c:pt>
                <c:pt idx="338">
                  <c:v>269</c:v>
                </c:pt>
                <c:pt idx="339">
                  <c:v>120</c:v>
                </c:pt>
                <c:pt idx="340">
                  <c:v>112</c:v>
                </c:pt>
                <c:pt idx="341">
                  <c:v>55</c:v>
                </c:pt>
                <c:pt idx="342">
                  <c:v>271</c:v>
                </c:pt>
                <c:pt idx="343">
                  <c:v>120</c:v>
                </c:pt>
                <c:pt idx="344">
                  <c:v>18</c:v>
                </c:pt>
                <c:pt idx="345">
                  <c:v>23</c:v>
                </c:pt>
                <c:pt idx="346">
                  <c:v>92</c:v>
                </c:pt>
                <c:pt idx="347">
                  <c:v>25</c:v>
                </c:pt>
                <c:pt idx="348">
                  <c:v>240</c:v>
                </c:pt>
                <c:pt idx="349">
                  <c:v>102</c:v>
                </c:pt>
                <c:pt idx="350">
                  <c:v>458</c:v>
                </c:pt>
                <c:pt idx="351">
                  <c:v>54</c:v>
                </c:pt>
                <c:pt idx="352">
                  <c:v>147</c:v>
                </c:pt>
                <c:pt idx="353">
                  <c:v>15</c:v>
                </c:pt>
                <c:pt idx="354">
                  <c:v>66</c:v>
                </c:pt>
                <c:pt idx="355">
                  <c:v>49</c:v>
                </c:pt>
                <c:pt idx="356">
                  <c:v>169</c:v>
                </c:pt>
                <c:pt idx="357">
                  <c:v>155</c:v>
                </c:pt>
                <c:pt idx="358">
                  <c:v>95</c:v>
                </c:pt>
                <c:pt idx="359">
                  <c:v>47</c:v>
                </c:pt>
                <c:pt idx="360">
                  <c:v>32</c:v>
                </c:pt>
                <c:pt idx="361">
                  <c:v>41</c:v>
                </c:pt>
                <c:pt idx="362">
                  <c:v>39</c:v>
                </c:pt>
                <c:pt idx="363">
                  <c:v>506</c:v>
                </c:pt>
                <c:pt idx="364">
                  <c:v>31</c:v>
                </c:pt>
                <c:pt idx="365">
                  <c:v>227</c:v>
                </c:pt>
                <c:pt idx="366">
                  <c:v>122</c:v>
                </c:pt>
                <c:pt idx="367">
                  <c:v>211</c:v>
                </c:pt>
                <c:pt idx="368">
                  <c:v>233</c:v>
                </c:pt>
                <c:pt idx="369">
                  <c:v>116</c:v>
                </c:pt>
                <c:pt idx="370">
                  <c:v>41</c:v>
                </c:pt>
                <c:pt idx="371">
                  <c:v>34</c:v>
                </c:pt>
                <c:pt idx="372">
                  <c:v>396</c:v>
                </c:pt>
                <c:pt idx="373">
                  <c:v>138</c:v>
                </c:pt>
                <c:pt idx="374">
                  <c:v>117</c:v>
                </c:pt>
                <c:pt idx="375">
                  <c:v>32</c:v>
                </c:pt>
                <c:pt idx="376">
                  <c:v>231</c:v>
                </c:pt>
                <c:pt idx="377">
                  <c:v>68</c:v>
                </c:pt>
                <c:pt idx="378">
                  <c:v>47</c:v>
                </c:pt>
                <c:pt idx="379">
                  <c:v>122</c:v>
                </c:pt>
                <c:pt idx="380">
                  <c:v>41</c:v>
                </c:pt>
                <c:pt idx="381">
                  <c:v>304</c:v>
                </c:pt>
                <c:pt idx="382">
                  <c:v>37</c:v>
                </c:pt>
                <c:pt idx="383">
                  <c:v>25</c:v>
                </c:pt>
                <c:pt idx="384">
                  <c:v>32</c:v>
                </c:pt>
                <c:pt idx="385">
                  <c:v>72</c:v>
                </c:pt>
                <c:pt idx="386">
                  <c:v>264</c:v>
                </c:pt>
                <c:pt idx="387">
                  <c:v>69</c:v>
                </c:pt>
                <c:pt idx="388">
                  <c:v>31</c:v>
                </c:pt>
                <c:pt idx="389">
                  <c:v>211</c:v>
                </c:pt>
                <c:pt idx="390">
                  <c:v>252</c:v>
                </c:pt>
                <c:pt idx="391">
                  <c:v>54</c:v>
                </c:pt>
                <c:pt idx="392">
                  <c:v>68</c:v>
                </c:pt>
                <c:pt idx="393">
                  <c:v>55</c:v>
                </c:pt>
                <c:pt idx="394">
                  <c:v>358</c:v>
                </c:pt>
                <c:pt idx="395">
                  <c:v>184</c:v>
                </c:pt>
                <c:pt idx="396">
                  <c:v>44</c:v>
                </c:pt>
                <c:pt idx="397">
                  <c:v>38</c:v>
                </c:pt>
                <c:pt idx="398">
                  <c:v>81</c:v>
                </c:pt>
                <c:pt idx="399">
                  <c:v>45</c:v>
                </c:pt>
                <c:pt idx="400">
                  <c:v>224</c:v>
                </c:pt>
                <c:pt idx="401">
                  <c:v>24</c:v>
                </c:pt>
                <c:pt idx="402">
                  <c:v>252</c:v>
                </c:pt>
                <c:pt idx="403">
                  <c:v>144</c:v>
                </c:pt>
                <c:pt idx="404">
                  <c:v>318</c:v>
                </c:pt>
                <c:pt idx="405">
                  <c:v>253</c:v>
                </c:pt>
                <c:pt idx="406">
                  <c:v>76</c:v>
                </c:pt>
                <c:pt idx="407">
                  <c:v>62</c:v>
                </c:pt>
                <c:pt idx="408">
                  <c:v>255</c:v>
                </c:pt>
                <c:pt idx="409">
                  <c:v>43</c:v>
                </c:pt>
                <c:pt idx="410">
                  <c:v>185</c:v>
                </c:pt>
                <c:pt idx="411">
                  <c:v>34</c:v>
                </c:pt>
                <c:pt idx="412">
                  <c:v>44</c:v>
                </c:pt>
                <c:pt idx="413">
                  <c:v>40</c:v>
                </c:pt>
                <c:pt idx="414">
                  <c:v>9</c:v>
                </c:pt>
                <c:pt idx="415">
                  <c:v>68</c:v>
                </c:pt>
                <c:pt idx="416">
                  <c:v>131</c:v>
                </c:pt>
                <c:pt idx="417">
                  <c:v>174</c:v>
                </c:pt>
                <c:pt idx="418">
                  <c:v>92</c:v>
                </c:pt>
                <c:pt idx="419">
                  <c:v>395</c:v>
                </c:pt>
                <c:pt idx="420">
                  <c:v>9</c:v>
                </c:pt>
                <c:pt idx="421">
                  <c:v>103</c:v>
                </c:pt>
                <c:pt idx="422">
                  <c:v>55</c:v>
                </c:pt>
                <c:pt idx="423">
                  <c:v>48</c:v>
                </c:pt>
                <c:pt idx="424">
                  <c:v>39</c:v>
                </c:pt>
                <c:pt idx="425">
                  <c:v>149</c:v>
                </c:pt>
                <c:pt idx="426">
                  <c:v>46</c:v>
                </c:pt>
                <c:pt idx="427">
                  <c:v>236</c:v>
                </c:pt>
                <c:pt idx="428">
                  <c:v>68</c:v>
                </c:pt>
                <c:pt idx="429">
                  <c:v>306</c:v>
                </c:pt>
                <c:pt idx="430">
                  <c:v>21</c:v>
                </c:pt>
                <c:pt idx="431">
                  <c:v>70</c:v>
                </c:pt>
                <c:pt idx="432">
                  <c:v>91</c:v>
                </c:pt>
                <c:pt idx="433">
                  <c:v>63</c:v>
                </c:pt>
                <c:pt idx="434">
                  <c:v>38</c:v>
                </c:pt>
                <c:pt idx="435">
                  <c:v>15</c:v>
                </c:pt>
                <c:pt idx="436">
                  <c:v>43</c:v>
                </c:pt>
                <c:pt idx="437">
                  <c:v>74</c:v>
                </c:pt>
                <c:pt idx="438">
                  <c:v>134</c:v>
                </c:pt>
                <c:pt idx="439">
                  <c:v>138</c:v>
                </c:pt>
                <c:pt idx="440">
                  <c:v>45</c:v>
                </c:pt>
                <c:pt idx="441">
                  <c:v>161</c:v>
                </c:pt>
                <c:pt idx="442">
                  <c:v>144</c:v>
                </c:pt>
                <c:pt idx="443">
                  <c:v>318</c:v>
                </c:pt>
                <c:pt idx="444">
                  <c:v>198</c:v>
                </c:pt>
                <c:pt idx="445">
                  <c:v>88</c:v>
                </c:pt>
                <c:pt idx="446">
                  <c:v>140</c:v>
                </c:pt>
                <c:pt idx="447">
                  <c:v>22</c:v>
                </c:pt>
                <c:pt idx="448">
                  <c:v>263</c:v>
                </c:pt>
                <c:pt idx="449">
                  <c:v>443</c:v>
                </c:pt>
                <c:pt idx="450">
                  <c:v>174</c:v>
                </c:pt>
                <c:pt idx="451">
                  <c:v>25</c:v>
                </c:pt>
                <c:pt idx="452">
                  <c:v>92</c:v>
                </c:pt>
                <c:pt idx="453">
                  <c:v>52</c:v>
                </c:pt>
                <c:pt idx="454">
                  <c:v>283</c:v>
                </c:pt>
                <c:pt idx="455">
                  <c:v>23</c:v>
                </c:pt>
                <c:pt idx="456">
                  <c:v>37</c:v>
                </c:pt>
                <c:pt idx="457">
                  <c:v>21</c:v>
                </c:pt>
                <c:pt idx="458">
                  <c:v>22</c:v>
                </c:pt>
                <c:pt idx="459">
                  <c:v>265</c:v>
                </c:pt>
                <c:pt idx="460">
                  <c:v>25</c:v>
                </c:pt>
                <c:pt idx="461">
                  <c:v>392</c:v>
                </c:pt>
                <c:pt idx="462">
                  <c:v>158</c:v>
                </c:pt>
                <c:pt idx="463">
                  <c:v>43</c:v>
                </c:pt>
                <c:pt idx="464">
                  <c:v>71</c:v>
                </c:pt>
                <c:pt idx="465">
                  <c:v>54</c:v>
                </c:pt>
                <c:pt idx="466">
                  <c:v>41</c:v>
                </c:pt>
                <c:pt idx="467">
                  <c:v>22</c:v>
                </c:pt>
                <c:pt idx="468">
                  <c:v>400</c:v>
                </c:pt>
                <c:pt idx="469">
                  <c:v>350</c:v>
                </c:pt>
                <c:pt idx="470">
                  <c:v>40</c:v>
                </c:pt>
                <c:pt idx="471">
                  <c:v>45</c:v>
                </c:pt>
                <c:pt idx="472">
                  <c:v>140</c:v>
                </c:pt>
                <c:pt idx="473">
                  <c:v>22</c:v>
                </c:pt>
                <c:pt idx="474">
                  <c:v>133</c:v>
                </c:pt>
                <c:pt idx="475">
                  <c:v>13</c:v>
                </c:pt>
                <c:pt idx="476">
                  <c:v>132</c:v>
                </c:pt>
                <c:pt idx="477">
                  <c:v>66</c:v>
                </c:pt>
                <c:pt idx="478">
                  <c:v>8</c:v>
                </c:pt>
                <c:pt idx="479">
                  <c:v>395</c:v>
                </c:pt>
                <c:pt idx="480">
                  <c:v>258</c:v>
                </c:pt>
                <c:pt idx="481">
                  <c:v>185</c:v>
                </c:pt>
                <c:pt idx="482">
                  <c:v>180</c:v>
                </c:pt>
                <c:pt idx="483">
                  <c:v>44</c:v>
                </c:pt>
                <c:pt idx="484">
                  <c:v>94</c:v>
                </c:pt>
                <c:pt idx="485">
                  <c:v>61</c:v>
                </c:pt>
                <c:pt idx="486">
                  <c:v>300</c:v>
                </c:pt>
                <c:pt idx="487">
                  <c:v>88</c:v>
                </c:pt>
                <c:pt idx="488">
                  <c:v>54</c:v>
                </c:pt>
                <c:pt idx="489">
                  <c:v>258</c:v>
                </c:pt>
                <c:pt idx="490">
                  <c:v>174</c:v>
                </c:pt>
                <c:pt idx="491">
                  <c:v>28</c:v>
                </c:pt>
                <c:pt idx="492">
                  <c:v>274</c:v>
                </c:pt>
                <c:pt idx="493">
                  <c:v>54</c:v>
                </c:pt>
                <c:pt idx="494">
                  <c:v>257</c:v>
                </c:pt>
                <c:pt idx="495">
                  <c:v>40</c:v>
                </c:pt>
                <c:pt idx="496">
                  <c:v>59</c:v>
                </c:pt>
                <c:pt idx="497">
                  <c:v>35</c:v>
                </c:pt>
                <c:pt idx="498">
                  <c:v>61</c:v>
                </c:pt>
                <c:pt idx="499">
                  <c:v>199</c:v>
                </c:pt>
                <c:pt idx="500">
                  <c:v>54</c:v>
                </c:pt>
                <c:pt idx="501">
                  <c:v>43</c:v>
                </c:pt>
                <c:pt idx="502">
                  <c:v>53</c:v>
                </c:pt>
                <c:pt idx="503">
                  <c:v>45</c:v>
                </c:pt>
                <c:pt idx="504">
                  <c:v>16</c:v>
                </c:pt>
                <c:pt idx="505">
                  <c:v>51</c:v>
                </c:pt>
                <c:pt idx="506">
                  <c:v>50</c:v>
                </c:pt>
                <c:pt idx="507">
                  <c:v>444</c:v>
                </c:pt>
                <c:pt idx="508">
                  <c:v>172</c:v>
                </c:pt>
              </c:numCache>
            </c:numRef>
          </c:xVal>
          <c:yVal>
            <c:numRef>
              <c:f>Sheet1!$B$604:$B$1112</c:f>
              <c:numCache>
                <c:formatCode>General</c:formatCode>
                <c:ptCount val="509"/>
                <c:pt idx="0">
                  <c:v>46344</c:v>
                </c:pt>
                <c:pt idx="1">
                  <c:v>5648</c:v>
                </c:pt>
                <c:pt idx="2">
                  <c:v>41850</c:v>
                </c:pt>
                <c:pt idx="3">
                  <c:v>53359</c:v>
                </c:pt>
                <c:pt idx="4">
                  <c:v>40548</c:v>
                </c:pt>
                <c:pt idx="5">
                  <c:v>49389</c:v>
                </c:pt>
                <c:pt idx="6">
                  <c:v>42429</c:v>
                </c:pt>
                <c:pt idx="7">
                  <c:v>21994</c:v>
                </c:pt>
                <c:pt idx="8">
                  <c:v>32474</c:v>
                </c:pt>
                <c:pt idx="9">
                  <c:v>29440</c:v>
                </c:pt>
                <c:pt idx="10">
                  <c:v>36138</c:v>
                </c:pt>
                <c:pt idx="11">
                  <c:v>50388</c:v>
                </c:pt>
                <c:pt idx="12">
                  <c:v>54178</c:v>
                </c:pt>
                <c:pt idx="13">
                  <c:v>51813</c:v>
                </c:pt>
                <c:pt idx="14">
                  <c:v>47823</c:v>
                </c:pt>
                <c:pt idx="15">
                  <c:v>34554</c:v>
                </c:pt>
                <c:pt idx="16">
                  <c:v>49096</c:v>
                </c:pt>
                <c:pt idx="17">
                  <c:v>50785</c:v>
                </c:pt>
                <c:pt idx="18">
                  <c:v>30753</c:v>
                </c:pt>
                <c:pt idx="19">
                  <c:v>19510</c:v>
                </c:pt>
                <c:pt idx="20">
                  <c:v>54348</c:v>
                </c:pt>
                <c:pt idx="21">
                  <c:v>41551</c:v>
                </c:pt>
                <c:pt idx="22">
                  <c:v>33762</c:v>
                </c:pt>
                <c:pt idx="23">
                  <c:v>35860</c:v>
                </c:pt>
                <c:pt idx="24">
                  <c:v>36921</c:v>
                </c:pt>
                <c:pt idx="25">
                  <c:v>35688</c:v>
                </c:pt>
                <c:pt idx="26">
                  <c:v>60199</c:v>
                </c:pt>
                <c:pt idx="27">
                  <c:v>55375</c:v>
                </c:pt>
                <c:pt idx="28">
                  <c:v>30523</c:v>
                </c:pt>
                <c:pt idx="29">
                  <c:v>43482</c:v>
                </c:pt>
                <c:pt idx="30">
                  <c:v>26091</c:v>
                </c:pt>
                <c:pt idx="31">
                  <c:v>33456</c:v>
                </c:pt>
                <c:pt idx="32">
                  <c:v>50447</c:v>
                </c:pt>
                <c:pt idx="33">
                  <c:v>53537</c:v>
                </c:pt>
                <c:pt idx="34">
                  <c:v>52074</c:v>
                </c:pt>
                <c:pt idx="35">
                  <c:v>38853</c:v>
                </c:pt>
                <c:pt idx="36">
                  <c:v>38285</c:v>
                </c:pt>
                <c:pt idx="37">
                  <c:v>51650</c:v>
                </c:pt>
                <c:pt idx="38">
                  <c:v>32303</c:v>
                </c:pt>
                <c:pt idx="39">
                  <c:v>45759</c:v>
                </c:pt>
                <c:pt idx="40">
                  <c:v>51148</c:v>
                </c:pt>
                <c:pt idx="41">
                  <c:v>31353</c:v>
                </c:pt>
                <c:pt idx="42">
                  <c:v>46854</c:v>
                </c:pt>
                <c:pt idx="43">
                  <c:v>40637</c:v>
                </c:pt>
                <c:pt idx="44">
                  <c:v>48721</c:v>
                </c:pt>
                <c:pt idx="45">
                  <c:v>44794</c:v>
                </c:pt>
                <c:pt idx="46">
                  <c:v>44377</c:v>
                </c:pt>
                <c:pt idx="47">
                  <c:v>52195</c:v>
                </c:pt>
                <c:pt idx="48">
                  <c:v>44551</c:v>
                </c:pt>
                <c:pt idx="49">
                  <c:v>31686</c:v>
                </c:pt>
                <c:pt idx="50">
                  <c:v>18701</c:v>
                </c:pt>
                <c:pt idx="51">
                  <c:v>40737</c:v>
                </c:pt>
                <c:pt idx="52">
                  <c:v>43776</c:v>
                </c:pt>
                <c:pt idx="53">
                  <c:v>38179</c:v>
                </c:pt>
                <c:pt idx="54">
                  <c:v>38097</c:v>
                </c:pt>
                <c:pt idx="55">
                  <c:v>61905</c:v>
                </c:pt>
                <c:pt idx="56">
                  <c:v>29315</c:v>
                </c:pt>
                <c:pt idx="57">
                  <c:v>33378</c:v>
                </c:pt>
                <c:pt idx="58">
                  <c:v>65640</c:v>
                </c:pt>
                <c:pt idx="59">
                  <c:v>44319</c:v>
                </c:pt>
                <c:pt idx="60">
                  <c:v>16626</c:v>
                </c:pt>
                <c:pt idx="61">
                  <c:v>29672</c:v>
                </c:pt>
                <c:pt idx="62">
                  <c:v>35246</c:v>
                </c:pt>
                <c:pt idx="63">
                  <c:v>22574</c:v>
                </c:pt>
                <c:pt idx="64">
                  <c:v>54198</c:v>
                </c:pt>
                <c:pt idx="65">
                  <c:v>28839</c:v>
                </c:pt>
                <c:pt idx="66">
                  <c:v>40321</c:v>
                </c:pt>
                <c:pt idx="67">
                  <c:v>30833</c:v>
                </c:pt>
                <c:pt idx="68">
                  <c:v>47025</c:v>
                </c:pt>
                <c:pt idx="69">
                  <c:v>54432</c:v>
                </c:pt>
                <c:pt idx="70">
                  <c:v>44300</c:v>
                </c:pt>
                <c:pt idx="71">
                  <c:v>30372</c:v>
                </c:pt>
                <c:pt idx="72">
                  <c:v>38643</c:v>
                </c:pt>
                <c:pt idx="73">
                  <c:v>50737</c:v>
                </c:pt>
                <c:pt idx="74">
                  <c:v>28442</c:v>
                </c:pt>
                <c:pt idx="75">
                  <c:v>48178</c:v>
                </c:pt>
                <c:pt idx="76">
                  <c:v>38578</c:v>
                </c:pt>
                <c:pt idx="77">
                  <c:v>46098</c:v>
                </c:pt>
                <c:pt idx="78">
                  <c:v>33581</c:v>
                </c:pt>
                <c:pt idx="79">
                  <c:v>35688</c:v>
                </c:pt>
                <c:pt idx="80">
                  <c:v>38823</c:v>
                </c:pt>
                <c:pt idx="81">
                  <c:v>43824</c:v>
                </c:pt>
                <c:pt idx="82">
                  <c:v>31395</c:v>
                </c:pt>
                <c:pt idx="83">
                  <c:v>42373</c:v>
                </c:pt>
                <c:pt idx="84">
                  <c:v>55521</c:v>
                </c:pt>
                <c:pt idx="85">
                  <c:v>48006</c:v>
                </c:pt>
                <c:pt idx="86">
                  <c:v>65808</c:v>
                </c:pt>
                <c:pt idx="87">
                  <c:v>50437</c:v>
                </c:pt>
                <c:pt idx="88">
                  <c:v>48686</c:v>
                </c:pt>
                <c:pt idx="89">
                  <c:v>50943</c:v>
                </c:pt>
                <c:pt idx="90">
                  <c:v>56223</c:v>
                </c:pt>
                <c:pt idx="91">
                  <c:v>55707</c:v>
                </c:pt>
                <c:pt idx="92">
                  <c:v>38988</c:v>
                </c:pt>
                <c:pt idx="93">
                  <c:v>50300</c:v>
                </c:pt>
                <c:pt idx="94">
                  <c:v>50520</c:v>
                </c:pt>
                <c:pt idx="95">
                  <c:v>38415</c:v>
                </c:pt>
                <c:pt idx="96">
                  <c:v>41644</c:v>
                </c:pt>
                <c:pt idx="97">
                  <c:v>55842</c:v>
                </c:pt>
                <c:pt idx="98">
                  <c:v>55563</c:v>
                </c:pt>
                <c:pt idx="99">
                  <c:v>27203</c:v>
                </c:pt>
                <c:pt idx="100">
                  <c:v>48330</c:v>
                </c:pt>
                <c:pt idx="101">
                  <c:v>50943</c:v>
                </c:pt>
                <c:pt idx="102">
                  <c:v>48920</c:v>
                </c:pt>
                <c:pt idx="103">
                  <c:v>36443</c:v>
                </c:pt>
                <c:pt idx="104">
                  <c:v>30630</c:v>
                </c:pt>
                <c:pt idx="105">
                  <c:v>49154</c:v>
                </c:pt>
                <c:pt idx="106">
                  <c:v>57954</c:v>
                </c:pt>
                <c:pt idx="107">
                  <c:v>65316</c:v>
                </c:pt>
                <c:pt idx="108">
                  <c:v>44931</c:v>
                </c:pt>
                <c:pt idx="109">
                  <c:v>57247</c:v>
                </c:pt>
                <c:pt idx="110">
                  <c:v>19514</c:v>
                </c:pt>
                <c:pt idx="111">
                  <c:v>27159</c:v>
                </c:pt>
                <c:pt idx="112">
                  <c:v>39548</c:v>
                </c:pt>
                <c:pt idx="113">
                  <c:v>43462</c:v>
                </c:pt>
                <c:pt idx="114">
                  <c:v>48799</c:v>
                </c:pt>
                <c:pt idx="115">
                  <c:v>52157</c:v>
                </c:pt>
                <c:pt idx="116">
                  <c:v>29298</c:v>
                </c:pt>
                <c:pt idx="117">
                  <c:v>47691</c:v>
                </c:pt>
                <c:pt idx="118">
                  <c:v>38200</c:v>
                </c:pt>
                <c:pt idx="119">
                  <c:v>38443</c:v>
                </c:pt>
                <c:pt idx="120">
                  <c:v>64413</c:v>
                </c:pt>
                <c:pt idx="121">
                  <c:v>51287</c:v>
                </c:pt>
                <c:pt idx="122">
                  <c:v>13260</c:v>
                </c:pt>
                <c:pt idx="123">
                  <c:v>47472</c:v>
                </c:pt>
                <c:pt idx="124">
                  <c:v>54603</c:v>
                </c:pt>
                <c:pt idx="125">
                  <c:v>45207</c:v>
                </c:pt>
                <c:pt idx="126">
                  <c:v>47821</c:v>
                </c:pt>
                <c:pt idx="127">
                  <c:v>26850</c:v>
                </c:pt>
                <c:pt idx="128">
                  <c:v>42169</c:v>
                </c:pt>
                <c:pt idx="129">
                  <c:v>30081</c:v>
                </c:pt>
                <c:pt idx="130">
                  <c:v>49618</c:v>
                </c:pt>
                <c:pt idx="131">
                  <c:v>42429</c:v>
                </c:pt>
                <c:pt idx="132">
                  <c:v>26150</c:v>
                </c:pt>
                <c:pt idx="133">
                  <c:v>30801</c:v>
                </c:pt>
                <c:pt idx="134">
                  <c:v>22574</c:v>
                </c:pt>
                <c:pt idx="135">
                  <c:v>45837</c:v>
                </c:pt>
                <c:pt idx="136">
                  <c:v>35791</c:v>
                </c:pt>
                <c:pt idx="137">
                  <c:v>162397</c:v>
                </c:pt>
                <c:pt idx="138">
                  <c:v>54162</c:v>
                </c:pt>
                <c:pt idx="139">
                  <c:v>34487</c:v>
                </c:pt>
                <c:pt idx="140">
                  <c:v>46102</c:v>
                </c:pt>
                <c:pt idx="141">
                  <c:v>46463</c:v>
                </c:pt>
                <c:pt idx="142">
                  <c:v>50616</c:v>
                </c:pt>
                <c:pt idx="143">
                  <c:v>61278</c:v>
                </c:pt>
                <c:pt idx="144">
                  <c:v>46734</c:v>
                </c:pt>
                <c:pt idx="145">
                  <c:v>45068</c:v>
                </c:pt>
                <c:pt idx="146">
                  <c:v>54690</c:v>
                </c:pt>
                <c:pt idx="147">
                  <c:v>26751</c:v>
                </c:pt>
                <c:pt idx="148">
                  <c:v>38946</c:v>
                </c:pt>
                <c:pt idx="149">
                  <c:v>42315</c:v>
                </c:pt>
                <c:pt idx="150">
                  <c:v>47570</c:v>
                </c:pt>
                <c:pt idx="151">
                  <c:v>61923</c:v>
                </c:pt>
                <c:pt idx="152">
                  <c:v>26518</c:v>
                </c:pt>
                <c:pt idx="153">
                  <c:v>45160</c:v>
                </c:pt>
                <c:pt idx="154">
                  <c:v>44794</c:v>
                </c:pt>
                <c:pt idx="155">
                  <c:v>56962</c:v>
                </c:pt>
                <c:pt idx="156">
                  <c:v>35946</c:v>
                </c:pt>
                <c:pt idx="157">
                  <c:v>45072</c:v>
                </c:pt>
                <c:pt idx="158">
                  <c:v>70545</c:v>
                </c:pt>
                <c:pt idx="159">
                  <c:v>34941</c:v>
                </c:pt>
                <c:pt idx="160">
                  <c:v>48767</c:v>
                </c:pt>
                <c:pt idx="161">
                  <c:v>51518</c:v>
                </c:pt>
                <c:pt idx="162">
                  <c:v>38829</c:v>
                </c:pt>
                <c:pt idx="163">
                  <c:v>46891</c:v>
                </c:pt>
                <c:pt idx="164">
                  <c:v>33622</c:v>
                </c:pt>
                <c:pt idx="165">
                  <c:v>6835</c:v>
                </c:pt>
                <c:pt idx="166">
                  <c:v>41452</c:v>
                </c:pt>
                <c:pt idx="167">
                  <c:v>40760</c:v>
                </c:pt>
                <c:pt idx="168">
                  <c:v>51124</c:v>
                </c:pt>
                <c:pt idx="169">
                  <c:v>36283</c:v>
                </c:pt>
                <c:pt idx="170">
                  <c:v>17144</c:v>
                </c:pt>
                <c:pt idx="171">
                  <c:v>51267</c:v>
                </c:pt>
                <c:pt idx="172">
                  <c:v>46524</c:v>
                </c:pt>
                <c:pt idx="173">
                  <c:v>46984</c:v>
                </c:pt>
                <c:pt idx="174">
                  <c:v>34838</c:v>
                </c:pt>
                <c:pt idx="175">
                  <c:v>49681</c:v>
                </c:pt>
                <c:pt idx="176">
                  <c:v>56850</c:v>
                </c:pt>
                <c:pt idx="177">
                  <c:v>55267</c:v>
                </c:pt>
                <c:pt idx="178">
                  <c:v>65968</c:v>
                </c:pt>
                <c:pt idx="179">
                  <c:v>30772</c:v>
                </c:pt>
                <c:pt idx="180">
                  <c:v>37859</c:v>
                </c:pt>
                <c:pt idx="181">
                  <c:v>55412</c:v>
                </c:pt>
                <c:pt idx="182">
                  <c:v>35441</c:v>
                </c:pt>
                <c:pt idx="183">
                  <c:v>45889</c:v>
                </c:pt>
                <c:pt idx="184">
                  <c:v>34026</c:v>
                </c:pt>
                <c:pt idx="185">
                  <c:v>49980</c:v>
                </c:pt>
                <c:pt idx="186">
                  <c:v>15072</c:v>
                </c:pt>
                <c:pt idx="187">
                  <c:v>30843</c:v>
                </c:pt>
                <c:pt idx="188">
                  <c:v>38576</c:v>
                </c:pt>
                <c:pt idx="189">
                  <c:v>37758</c:v>
                </c:pt>
                <c:pt idx="190">
                  <c:v>44602</c:v>
                </c:pt>
                <c:pt idx="191">
                  <c:v>57906</c:v>
                </c:pt>
                <c:pt idx="192">
                  <c:v>42395</c:v>
                </c:pt>
                <c:pt idx="193">
                  <c:v>35797</c:v>
                </c:pt>
                <c:pt idx="194">
                  <c:v>51111</c:v>
                </c:pt>
                <c:pt idx="195">
                  <c:v>46231</c:v>
                </c:pt>
                <c:pt idx="196">
                  <c:v>42243</c:v>
                </c:pt>
                <c:pt idx="197">
                  <c:v>54137</c:v>
                </c:pt>
                <c:pt idx="198">
                  <c:v>58917</c:v>
                </c:pt>
                <c:pt idx="199">
                  <c:v>42607</c:v>
                </c:pt>
                <c:pt idx="200">
                  <c:v>46015</c:v>
                </c:pt>
                <c:pt idx="201">
                  <c:v>34469</c:v>
                </c:pt>
                <c:pt idx="202">
                  <c:v>52190</c:v>
                </c:pt>
                <c:pt idx="203">
                  <c:v>44051</c:v>
                </c:pt>
                <c:pt idx="204">
                  <c:v>46106</c:v>
                </c:pt>
                <c:pt idx="205">
                  <c:v>16927</c:v>
                </c:pt>
                <c:pt idx="206">
                  <c:v>59041</c:v>
                </c:pt>
                <c:pt idx="207">
                  <c:v>40233</c:v>
                </c:pt>
                <c:pt idx="208">
                  <c:v>50183</c:v>
                </c:pt>
                <c:pt idx="209">
                  <c:v>40706</c:v>
                </c:pt>
                <c:pt idx="210">
                  <c:v>56962</c:v>
                </c:pt>
                <c:pt idx="211">
                  <c:v>35704</c:v>
                </c:pt>
                <c:pt idx="212">
                  <c:v>46779</c:v>
                </c:pt>
                <c:pt idx="213">
                  <c:v>65352</c:v>
                </c:pt>
                <c:pt idx="214">
                  <c:v>35340</c:v>
                </c:pt>
                <c:pt idx="215">
                  <c:v>64587</c:v>
                </c:pt>
                <c:pt idx="216">
                  <c:v>26091</c:v>
                </c:pt>
                <c:pt idx="217">
                  <c:v>46086</c:v>
                </c:pt>
                <c:pt idx="218">
                  <c:v>19514</c:v>
                </c:pt>
                <c:pt idx="219">
                  <c:v>36736</c:v>
                </c:pt>
                <c:pt idx="220">
                  <c:v>49187</c:v>
                </c:pt>
                <c:pt idx="221">
                  <c:v>34053</c:v>
                </c:pt>
                <c:pt idx="222">
                  <c:v>38196</c:v>
                </c:pt>
                <c:pt idx="223">
                  <c:v>33564</c:v>
                </c:pt>
                <c:pt idx="224">
                  <c:v>32173</c:v>
                </c:pt>
                <c:pt idx="225">
                  <c:v>37334</c:v>
                </c:pt>
                <c:pt idx="226">
                  <c:v>46423</c:v>
                </c:pt>
                <c:pt idx="227">
                  <c:v>38998</c:v>
                </c:pt>
                <c:pt idx="228">
                  <c:v>33585</c:v>
                </c:pt>
                <c:pt idx="229">
                  <c:v>28764</c:v>
                </c:pt>
                <c:pt idx="230">
                  <c:v>25959</c:v>
                </c:pt>
                <c:pt idx="231">
                  <c:v>42557</c:v>
                </c:pt>
                <c:pt idx="232">
                  <c:v>35860</c:v>
                </c:pt>
                <c:pt idx="233">
                  <c:v>65526</c:v>
                </c:pt>
                <c:pt idx="234">
                  <c:v>16860</c:v>
                </c:pt>
                <c:pt idx="235">
                  <c:v>39722</c:v>
                </c:pt>
                <c:pt idx="236">
                  <c:v>26907</c:v>
                </c:pt>
                <c:pt idx="237">
                  <c:v>24163</c:v>
                </c:pt>
                <c:pt idx="238">
                  <c:v>38578</c:v>
                </c:pt>
                <c:pt idx="239">
                  <c:v>57236</c:v>
                </c:pt>
                <c:pt idx="240">
                  <c:v>50870</c:v>
                </c:pt>
                <c:pt idx="241">
                  <c:v>66480</c:v>
                </c:pt>
                <c:pt idx="242">
                  <c:v>54466</c:v>
                </c:pt>
                <c:pt idx="243">
                  <c:v>52034</c:v>
                </c:pt>
                <c:pt idx="244">
                  <c:v>46931</c:v>
                </c:pt>
                <c:pt idx="245">
                  <c:v>25930</c:v>
                </c:pt>
                <c:pt idx="246">
                  <c:v>36778</c:v>
                </c:pt>
                <c:pt idx="247">
                  <c:v>33419</c:v>
                </c:pt>
                <c:pt idx="248">
                  <c:v>54197</c:v>
                </c:pt>
                <c:pt idx="249">
                  <c:v>23091</c:v>
                </c:pt>
                <c:pt idx="250">
                  <c:v>44375</c:v>
                </c:pt>
                <c:pt idx="251">
                  <c:v>40344</c:v>
                </c:pt>
                <c:pt idx="252">
                  <c:v>48985</c:v>
                </c:pt>
                <c:pt idx="253">
                  <c:v>35322</c:v>
                </c:pt>
                <c:pt idx="254">
                  <c:v>66726</c:v>
                </c:pt>
                <c:pt idx="255">
                  <c:v>47353</c:v>
                </c:pt>
                <c:pt idx="256">
                  <c:v>33444</c:v>
                </c:pt>
                <c:pt idx="257">
                  <c:v>28510</c:v>
                </c:pt>
                <c:pt idx="258">
                  <c:v>15056</c:v>
                </c:pt>
                <c:pt idx="259">
                  <c:v>44393</c:v>
                </c:pt>
                <c:pt idx="260">
                  <c:v>31497</c:v>
                </c:pt>
                <c:pt idx="261">
                  <c:v>45894</c:v>
                </c:pt>
                <c:pt idx="262">
                  <c:v>58401</c:v>
                </c:pt>
                <c:pt idx="263">
                  <c:v>62307</c:v>
                </c:pt>
                <c:pt idx="264">
                  <c:v>43641</c:v>
                </c:pt>
                <c:pt idx="265">
                  <c:v>46891</c:v>
                </c:pt>
                <c:pt idx="266">
                  <c:v>54809</c:v>
                </c:pt>
                <c:pt idx="267">
                  <c:v>51412</c:v>
                </c:pt>
                <c:pt idx="268">
                  <c:v>40451</c:v>
                </c:pt>
                <c:pt idx="269">
                  <c:v>36317</c:v>
                </c:pt>
                <c:pt idx="270">
                  <c:v>42160</c:v>
                </c:pt>
                <c:pt idx="271">
                  <c:v>33629</c:v>
                </c:pt>
                <c:pt idx="272">
                  <c:v>40211</c:v>
                </c:pt>
                <c:pt idx="273">
                  <c:v>33438</c:v>
                </c:pt>
                <c:pt idx="274">
                  <c:v>38452</c:v>
                </c:pt>
                <c:pt idx="275">
                  <c:v>44421</c:v>
                </c:pt>
                <c:pt idx="276">
                  <c:v>41986</c:v>
                </c:pt>
                <c:pt idx="277">
                  <c:v>55249</c:v>
                </c:pt>
                <c:pt idx="278">
                  <c:v>44213</c:v>
                </c:pt>
                <c:pt idx="279">
                  <c:v>59062</c:v>
                </c:pt>
                <c:pt idx="280">
                  <c:v>40521</c:v>
                </c:pt>
                <c:pt idx="281">
                  <c:v>39356</c:v>
                </c:pt>
                <c:pt idx="282">
                  <c:v>35860</c:v>
                </c:pt>
                <c:pt idx="283">
                  <c:v>31454</c:v>
                </c:pt>
                <c:pt idx="284">
                  <c:v>47139</c:v>
                </c:pt>
                <c:pt idx="285">
                  <c:v>45579</c:v>
                </c:pt>
                <c:pt idx="286">
                  <c:v>40800</c:v>
                </c:pt>
                <c:pt idx="287">
                  <c:v>37633</c:v>
                </c:pt>
                <c:pt idx="288">
                  <c:v>46831</c:v>
                </c:pt>
                <c:pt idx="289">
                  <c:v>42997</c:v>
                </c:pt>
                <c:pt idx="290">
                  <c:v>48918</c:v>
                </c:pt>
                <c:pt idx="291">
                  <c:v>60033</c:v>
                </c:pt>
                <c:pt idx="292">
                  <c:v>7500</c:v>
                </c:pt>
                <c:pt idx="293">
                  <c:v>157733</c:v>
                </c:pt>
                <c:pt idx="294">
                  <c:v>44267</c:v>
                </c:pt>
                <c:pt idx="295">
                  <c:v>27238</c:v>
                </c:pt>
                <c:pt idx="296">
                  <c:v>46094</c:v>
                </c:pt>
                <c:pt idx="297">
                  <c:v>40321</c:v>
                </c:pt>
                <c:pt idx="298">
                  <c:v>40049</c:v>
                </c:pt>
                <c:pt idx="299">
                  <c:v>50127</c:v>
                </c:pt>
                <c:pt idx="300">
                  <c:v>26887</c:v>
                </c:pt>
                <c:pt idx="301">
                  <c:v>69139</c:v>
                </c:pt>
                <c:pt idx="302">
                  <c:v>33316</c:v>
                </c:pt>
                <c:pt idx="303">
                  <c:v>67267</c:v>
                </c:pt>
                <c:pt idx="304">
                  <c:v>57338</c:v>
                </c:pt>
                <c:pt idx="305">
                  <c:v>50523</c:v>
                </c:pt>
                <c:pt idx="306">
                  <c:v>35791</c:v>
                </c:pt>
                <c:pt idx="307">
                  <c:v>56243</c:v>
                </c:pt>
                <c:pt idx="308">
                  <c:v>46390</c:v>
                </c:pt>
                <c:pt idx="309">
                  <c:v>54342</c:v>
                </c:pt>
                <c:pt idx="310">
                  <c:v>26907</c:v>
                </c:pt>
                <c:pt idx="311">
                  <c:v>44964</c:v>
                </c:pt>
                <c:pt idx="312">
                  <c:v>53761</c:v>
                </c:pt>
                <c:pt idx="313">
                  <c:v>41658</c:v>
                </c:pt>
                <c:pt idx="314">
                  <c:v>39996</c:v>
                </c:pt>
                <c:pt idx="315">
                  <c:v>60544</c:v>
                </c:pt>
                <c:pt idx="316">
                  <c:v>37716</c:v>
                </c:pt>
                <c:pt idx="317">
                  <c:v>36947</c:v>
                </c:pt>
                <c:pt idx="318">
                  <c:v>36957</c:v>
                </c:pt>
                <c:pt idx="319">
                  <c:v>43142</c:v>
                </c:pt>
                <c:pt idx="320">
                  <c:v>36026</c:v>
                </c:pt>
                <c:pt idx="321">
                  <c:v>24639</c:v>
                </c:pt>
                <c:pt idx="322">
                  <c:v>34578</c:v>
                </c:pt>
                <c:pt idx="323">
                  <c:v>54132</c:v>
                </c:pt>
                <c:pt idx="324">
                  <c:v>38741</c:v>
                </c:pt>
                <c:pt idx="325">
                  <c:v>34853</c:v>
                </c:pt>
                <c:pt idx="326">
                  <c:v>31086</c:v>
                </c:pt>
                <c:pt idx="327">
                  <c:v>60544</c:v>
                </c:pt>
                <c:pt idx="328">
                  <c:v>33402</c:v>
                </c:pt>
                <c:pt idx="329">
                  <c:v>36408</c:v>
                </c:pt>
                <c:pt idx="330">
                  <c:v>26290</c:v>
                </c:pt>
                <c:pt idx="331">
                  <c:v>46015</c:v>
                </c:pt>
                <c:pt idx="332">
                  <c:v>41145</c:v>
                </c:pt>
                <c:pt idx="333">
                  <c:v>23162</c:v>
                </c:pt>
                <c:pt idx="334">
                  <c:v>34704</c:v>
                </c:pt>
                <c:pt idx="335">
                  <c:v>39898</c:v>
                </c:pt>
                <c:pt idx="336">
                  <c:v>59892</c:v>
                </c:pt>
                <c:pt idx="337">
                  <c:v>64014</c:v>
                </c:pt>
                <c:pt idx="338">
                  <c:v>42873</c:v>
                </c:pt>
                <c:pt idx="339">
                  <c:v>46098</c:v>
                </c:pt>
                <c:pt idx="340">
                  <c:v>28087</c:v>
                </c:pt>
                <c:pt idx="341">
                  <c:v>19740</c:v>
                </c:pt>
                <c:pt idx="342">
                  <c:v>53083</c:v>
                </c:pt>
                <c:pt idx="343">
                  <c:v>46098</c:v>
                </c:pt>
                <c:pt idx="344">
                  <c:v>51411</c:v>
                </c:pt>
                <c:pt idx="345">
                  <c:v>37284</c:v>
                </c:pt>
                <c:pt idx="346">
                  <c:v>57530</c:v>
                </c:pt>
                <c:pt idx="347">
                  <c:v>37054</c:v>
                </c:pt>
                <c:pt idx="348">
                  <c:v>47175</c:v>
                </c:pt>
                <c:pt idx="349">
                  <c:v>27215</c:v>
                </c:pt>
                <c:pt idx="350">
                  <c:v>49681</c:v>
                </c:pt>
                <c:pt idx="351">
                  <c:v>38998</c:v>
                </c:pt>
                <c:pt idx="352">
                  <c:v>45203</c:v>
                </c:pt>
                <c:pt idx="353">
                  <c:v>34633</c:v>
                </c:pt>
                <c:pt idx="354">
                  <c:v>45903</c:v>
                </c:pt>
                <c:pt idx="355">
                  <c:v>35860</c:v>
                </c:pt>
                <c:pt idx="356">
                  <c:v>40442</c:v>
                </c:pt>
                <c:pt idx="357">
                  <c:v>31497</c:v>
                </c:pt>
                <c:pt idx="358">
                  <c:v>52569</c:v>
                </c:pt>
                <c:pt idx="359">
                  <c:v>17144</c:v>
                </c:pt>
                <c:pt idx="360">
                  <c:v>44512</c:v>
                </c:pt>
                <c:pt idx="361">
                  <c:v>27116</c:v>
                </c:pt>
                <c:pt idx="362">
                  <c:v>54072</c:v>
                </c:pt>
                <c:pt idx="363">
                  <c:v>65526</c:v>
                </c:pt>
                <c:pt idx="364">
                  <c:v>31353</c:v>
                </c:pt>
                <c:pt idx="365">
                  <c:v>69139</c:v>
                </c:pt>
                <c:pt idx="366">
                  <c:v>51717</c:v>
                </c:pt>
                <c:pt idx="367">
                  <c:v>54414</c:v>
                </c:pt>
                <c:pt idx="368">
                  <c:v>54549</c:v>
                </c:pt>
                <c:pt idx="369">
                  <c:v>52854</c:v>
                </c:pt>
                <c:pt idx="370">
                  <c:v>44078</c:v>
                </c:pt>
                <c:pt idx="371">
                  <c:v>35924</c:v>
                </c:pt>
                <c:pt idx="372">
                  <c:v>58494</c:v>
                </c:pt>
                <c:pt idx="373">
                  <c:v>56551</c:v>
                </c:pt>
                <c:pt idx="374">
                  <c:v>34213</c:v>
                </c:pt>
                <c:pt idx="375">
                  <c:v>25358</c:v>
                </c:pt>
                <c:pt idx="376">
                  <c:v>34916</c:v>
                </c:pt>
                <c:pt idx="377">
                  <c:v>43602</c:v>
                </c:pt>
                <c:pt idx="378">
                  <c:v>36732</c:v>
                </c:pt>
                <c:pt idx="379">
                  <c:v>38232</c:v>
                </c:pt>
                <c:pt idx="380">
                  <c:v>22554</c:v>
                </c:pt>
                <c:pt idx="381">
                  <c:v>49413</c:v>
                </c:pt>
                <c:pt idx="382">
                  <c:v>42231</c:v>
                </c:pt>
                <c:pt idx="383">
                  <c:v>42033</c:v>
                </c:pt>
                <c:pt idx="384">
                  <c:v>41437</c:v>
                </c:pt>
                <c:pt idx="385">
                  <c:v>38452</c:v>
                </c:pt>
                <c:pt idx="386">
                  <c:v>54222</c:v>
                </c:pt>
                <c:pt idx="387">
                  <c:v>41154</c:v>
                </c:pt>
                <c:pt idx="388">
                  <c:v>22108</c:v>
                </c:pt>
                <c:pt idx="389">
                  <c:v>44392</c:v>
                </c:pt>
                <c:pt idx="390">
                  <c:v>42586</c:v>
                </c:pt>
                <c:pt idx="391">
                  <c:v>23529</c:v>
                </c:pt>
                <c:pt idx="392">
                  <c:v>46910</c:v>
                </c:pt>
                <c:pt idx="393">
                  <c:v>37244</c:v>
                </c:pt>
                <c:pt idx="394">
                  <c:v>54984</c:v>
                </c:pt>
                <c:pt idx="395">
                  <c:v>55761</c:v>
                </c:pt>
                <c:pt idx="396">
                  <c:v>30372</c:v>
                </c:pt>
                <c:pt idx="397">
                  <c:v>16014</c:v>
                </c:pt>
                <c:pt idx="398">
                  <c:v>41120</c:v>
                </c:pt>
                <c:pt idx="399">
                  <c:v>38725</c:v>
                </c:pt>
                <c:pt idx="400">
                  <c:v>47808</c:v>
                </c:pt>
                <c:pt idx="401">
                  <c:v>42664</c:v>
                </c:pt>
                <c:pt idx="402">
                  <c:v>42586</c:v>
                </c:pt>
                <c:pt idx="403">
                  <c:v>42473</c:v>
                </c:pt>
                <c:pt idx="404">
                  <c:v>34600</c:v>
                </c:pt>
                <c:pt idx="405">
                  <c:v>46904</c:v>
                </c:pt>
                <c:pt idx="406">
                  <c:v>34026</c:v>
                </c:pt>
                <c:pt idx="407">
                  <c:v>48918</c:v>
                </c:pt>
                <c:pt idx="408">
                  <c:v>34074</c:v>
                </c:pt>
                <c:pt idx="409">
                  <c:v>28520</c:v>
                </c:pt>
                <c:pt idx="410">
                  <c:v>59385</c:v>
                </c:pt>
                <c:pt idx="411">
                  <c:v>44689</c:v>
                </c:pt>
                <c:pt idx="412">
                  <c:v>18701</c:v>
                </c:pt>
                <c:pt idx="413">
                  <c:v>37758</c:v>
                </c:pt>
                <c:pt idx="414">
                  <c:v>32583</c:v>
                </c:pt>
                <c:pt idx="415">
                  <c:v>44635</c:v>
                </c:pt>
                <c:pt idx="416">
                  <c:v>33316</c:v>
                </c:pt>
                <c:pt idx="417">
                  <c:v>54809</c:v>
                </c:pt>
                <c:pt idx="418">
                  <c:v>41580</c:v>
                </c:pt>
                <c:pt idx="419">
                  <c:v>65735</c:v>
                </c:pt>
                <c:pt idx="420">
                  <c:v>4023</c:v>
                </c:pt>
                <c:pt idx="421">
                  <c:v>58217</c:v>
                </c:pt>
                <c:pt idx="422">
                  <c:v>32889</c:v>
                </c:pt>
                <c:pt idx="423">
                  <c:v>44503</c:v>
                </c:pt>
                <c:pt idx="424">
                  <c:v>49638</c:v>
                </c:pt>
                <c:pt idx="425">
                  <c:v>50616</c:v>
                </c:pt>
                <c:pt idx="426">
                  <c:v>44155</c:v>
                </c:pt>
                <c:pt idx="427">
                  <c:v>49160</c:v>
                </c:pt>
                <c:pt idx="428">
                  <c:v>45759</c:v>
                </c:pt>
                <c:pt idx="429">
                  <c:v>45688</c:v>
                </c:pt>
                <c:pt idx="430">
                  <c:v>34230</c:v>
                </c:pt>
                <c:pt idx="431">
                  <c:v>31878</c:v>
                </c:pt>
                <c:pt idx="432">
                  <c:v>61917</c:v>
                </c:pt>
                <c:pt idx="433">
                  <c:v>29543</c:v>
                </c:pt>
                <c:pt idx="434">
                  <c:v>34984</c:v>
                </c:pt>
                <c:pt idx="435">
                  <c:v>34242</c:v>
                </c:pt>
                <c:pt idx="436">
                  <c:v>28320</c:v>
                </c:pt>
                <c:pt idx="437">
                  <c:v>36065</c:v>
                </c:pt>
                <c:pt idx="438">
                  <c:v>39898</c:v>
                </c:pt>
                <c:pt idx="439">
                  <c:v>56551</c:v>
                </c:pt>
                <c:pt idx="440">
                  <c:v>44359</c:v>
                </c:pt>
                <c:pt idx="441">
                  <c:v>40887</c:v>
                </c:pt>
                <c:pt idx="442">
                  <c:v>48877</c:v>
                </c:pt>
                <c:pt idx="443">
                  <c:v>34600</c:v>
                </c:pt>
                <c:pt idx="444">
                  <c:v>54690</c:v>
                </c:pt>
                <c:pt idx="445">
                  <c:v>38236</c:v>
                </c:pt>
                <c:pt idx="446">
                  <c:v>58646</c:v>
                </c:pt>
                <c:pt idx="447">
                  <c:v>21994</c:v>
                </c:pt>
                <c:pt idx="448">
                  <c:v>57113</c:v>
                </c:pt>
                <c:pt idx="449">
                  <c:v>58116</c:v>
                </c:pt>
                <c:pt idx="450">
                  <c:v>39791</c:v>
                </c:pt>
                <c:pt idx="451">
                  <c:v>13672</c:v>
                </c:pt>
                <c:pt idx="452">
                  <c:v>46423</c:v>
                </c:pt>
                <c:pt idx="453">
                  <c:v>30368</c:v>
                </c:pt>
                <c:pt idx="454">
                  <c:v>68805</c:v>
                </c:pt>
                <c:pt idx="455">
                  <c:v>37284</c:v>
                </c:pt>
                <c:pt idx="456">
                  <c:v>27943</c:v>
                </c:pt>
                <c:pt idx="457">
                  <c:v>22263</c:v>
                </c:pt>
                <c:pt idx="458">
                  <c:v>30261</c:v>
                </c:pt>
                <c:pt idx="459">
                  <c:v>48195</c:v>
                </c:pt>
                <c:pt idx="460">
                  <c:v>29672</c:v>
                </c:pt>
                <c:pt idx="461">
                  <c:v>60905</c:v>
                </c:pt>
                <c:pt idx="462">
                  <c:v>53154</c:v>
                </c:pt>
                <c:pt idx="463">
                  <c:v>32871</c:v>
                </c:pt>
                <c:pt idx="464">
                  <c:v>36927</c:v>
                </c:pt>
                <c:pt idx="465">
                  <c:v>48794</c:v>
                </c:pt>
                <c:pt idx="466">
                  <c:v>42554</c:v>
                </c:pt>
                <c:pt idx="467">
                  <c:v>34109</c:v>
                </c:pt>
                <c:pt idx="468">
                  <c:v>53367</c:v>
                </c:pt>
                <c:pt idx="469">
                  <c:v>71322</c:v>
                </c:pt>
                <c:pt idx="470">
                  <c:v>48699</c:v>
                </c:pt>
                <c:pt idx="471">
                  <c:v>53204</c:v>
                </c:pt>
                <c:pt idx="472">
                  <c:v>58646</c:v>
                </c:pt>
                <c:pt idx="473">
                  <c:v>34587</c:v>
                </c:pt>
                <c:pt idx="474">
                  <c:v>43018</c:v>
                </c:pt>
                <c:pt idx="475">
                  <c:v>25176</c:v>
                </c:pt>
                <c:pt idx="476">
                  <c:v>43586</c:v>
                </c:pt>
                <c:pt idx="477">
                  <c:v>50116</c:v>
                </c:pt>
                <c:pt idx="478">
                  <c:v>33590</c:v>
                </c:pt>
                <c:pt idx="479">
                  <c:v>58692</c:v>
                </c:pt>
                <c:pt idx="480">
                  <c:v>40590</c:v>
                </c:pt>
                <c:pt idx="481">
                  <c:v>62637</c:v>
                </c:pt>
                <c:pt idx="482">
                  <c:v>29435</c:v>
                </c:pt>
                <c:pt idx="483">
                  <c:v>35788</c:v>
                </c:pt>
                <c:pt idx="484">
                  <c:v>36997</c:v>
                </c:pt>
                <c:pt idx="485">
                  <c:v>41275</c:v>
                </c:pt>
                <c:pt idx="486">
                  <c:v>63516</c:v>
                </c:pt>
                <c:pt idx="487">
                  <c:v>42769</c:v>
                </c:pt>
                <c:pt idx="488">
                  <c:v>49572</c:v>
                </c:pt>
                <c:pt idx="489">
                  <c:v>40590</c:v>
                </c:pt>
                <c:pt idx="490">
                  <c:v>41713</c:v>
                </c:pt>
                <c:pt idx="491">
                  <c:v>34176</c:v>
                </c:pt>
                <c:pt idx="492">
                  <c:v>59686</c:v>
                </c:pt>
                <c:pt idx="493">
                  <c:v>41967</c:v>
                </c:pt>
                <c:pt idx="494">
                  <c:v>38946</c:v>
                </c:pt>
                <c:pt idx="495">
                  <c:v>53233</c:v>
                </c:pt>
                <c:pt idx="496">
                  <c:v>40851</c:v>
                </c:pt>
                <c:pt idx="497">
                  <c:v>8820</c:v>
                </c:pt>
                <c:pt idx="498">
                  <c:v>37085</c:v>
                </c:pt>
                <c:pt idx="499">
                  <c:v>35893</c:v>
                </c:pt>
                <c:pt idx="500">
                  <c:v>32144</c:v>
                </c:pt>
                <c:pt idx="501">
                  <c:v>14918</c:v>
                </c:pt>
                <c:pt idx="502">
                  <c:v>45146</c:v>
                </c:pt>
                <c:pt idx="503">
                  <c:v>38054</c:v>
                </c:pt>
                <c:pt idx="504">
                  <c:v>36807</c:v>
                </c:pt>
                <c:pt idx="505">
                  <c:v>33562</c:v>
                </c:pt>
                <c:pt idx="506">
                  <c:v>24434</c:v>
                </c:pt>
                <c:pt idx="507">
                  <c:v>64014</c:v>
                </c:pt>
                <c:pt idx="508">
                  <c:v>52869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B03-472E-9F4F-B2B0466BDE3A}"/>
            </c:ext>
          </c:extLst>
        </c:ser>
        <c:ser>
          <c:idx val="2"/>
          <c:order val="2"/>
          <c:tx>
            <c:strRef>
              <c:f>Sheet1!$B$1114</c:f>
              <c:strCache>
                <c:ptCount val="1"/>
                <c:pt idx="0">
                  <c:v>C2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B45309"/>
              </a:solidFill>
              <a:ln w="3810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xVal>
            <c:numRef>
              <c:f>Sheet1!$A$1115:$A$1723</c:f>
              <c:numCache>
                <c:formatCode>General</c:formatCode>
                <c:ptCount val="609"/>
                <c:pt idx="0">
                  <c:v>422</c:v>
                </c:pt>
                <c:pt idx="1">
                  <c:v>716</c:v>
                </c:pt>
                <c:pt idx="2">
                  <c:v>590</c:v>
                </c:pt>
                <c:pt idx="3">
                  <c:v>310</c:v>
                </c:pt>
                <c:pt idx="4">
                  <c:v>1782</c:v>
                </c:pt>
                <c:pt idx="5">
                  <c:v>1730</c:v>
                </c:pt>
                <c:pt idx="6">
                  <c:v>972</c:v>
                </c:pt>
                <c:pt idx="7">
                  <c:v>544</c:v>
                </c:pt>
                <c:pt idx="8">
                  <c:v>444</c:v>
                </c:pt>
                <c:pt idx="9">
                  <c:v>302</c:v>
                </c:pt>
                <c:pt idx="10">
                  <c:v>913</c:v>
                </c:pt>
                <c:pt idx="11">
                  <c:v>1395</c:v>
                </c:pt>
                <c:pt idx="12">
                  <c:v>1319</c:v>
                </c:pt>
                <c:pt idx="13">
                  <c:v>507</c:v>
                </c:pt>
                <c:pt idx="14">
                  <c:v>606</c:v>
                </c:pt>
                <c:pt idx="15">
                  <c:v>518</c:v>
                </c:pt>
                <c:pt idx="16">
                  <c:v>612</c:v>
                </c:pt>
                <c:pt idx="17">
                  <c:v>884</c:v>
                </c:pt>
                <c:pt idx="18">
                  <c:v>606</c:v>
                </c:pt>
                <c:pt idx="19">
                  <c:v>653</c:v>
                </c:pt>
                <c:pt idx="20">
                  <c:v>1562</c:v>
                </c:pt>
                <c:pt idx="21">
                  <c:v>863</c:v>
                </c:pt>
                <c:pt idx="22">
                  <c:v>661</c:v>
                </c:pt>
                <c:pt idx="23">
                  <c:v>692</c:v>
                </c:pt>
                <c:pt idx="24">
                  <c:v>606</c:v>
                </c:pt>
                <c:pt idx="25">
                  <c:v>1169</c:v>
                </c:pt>
                <c:pt idx="26">
                  <c:v>910</c:v>
                </c:pt>
                <c:pt idx="27">
                  <c:v>969</c:v>
                </c:pt>
                <c:pt idx="28">
                  <c:v>608</c:v>
                </c:pt>
                <c:pt idx="29">
                  <c:v>551</c:v>
                </c:pt>
                <c:pt idx="30">
                  <c:v>577</c:v>
                </c:pt>
                <c:pt idx="31">
                  <c:v>660</c:v>
                </c:pt>
                <c:pt idx="32">
                  <c:v>661</c:v>
                </c:pt>
                <c:pt idx="33">
                  <c:v>463</c:v>
                </c:pt>
                <c:pt idx="34">
                  <c:v>632</c:v>
                </c:pt>
                <c:pt idx="35">
                  <c:v>1053</c:v>
                </c:pt>
                <c:pt idx="36">
                  <c:v>871</c:v>
                </c:pt>
                <c:pt idx="37">
                  <c:v>312</c:v>
                </c:pt>
                <c:pt idx="38">
                  <c:v>877</c:v>
                </c:pt>
                <c:pt idx="39">
                  <c:v>459</c:v>
                </c:pt>
                <c:pt idx="40">
                  <c:v>460</c:v>
                </c:pt>
                <c:pt idx="41">
                  <c:v>429</c:v>
                </c:pt>
                <c:pt idx="42">
                  <c:v>1021</c:v>
                </c:pt>
                <c:pt idx="43">
                  <c:v>306</c:v>
                </c:pt>
                <c:pt idx="44">
                  <c:v>1608</c:v>
                </c:pt>
                <c:pt idx="45">
                  <c:v>1835</c:v>
                </c:pt>
                <c:pt idx="46">
                  <c:v>608</c:v>
                </c:pt>
                <c:pt idx="47">
                  <c:v>535</c:v>
                </c:pt>
                <c:pt idx="48">
                  <c:v>1150</c:v>
                </c:pt>
                <c:pt idx="49">
                  <c:v>1804</c:v>
                </c:pt>
                <c:pt idx="50">
                  <c:v>241</c:v>
                </c:pt>
                <c:pt idx="51">
                  <c:v>541</c:v>
                </c:pt>
                <c:pt idx="52">
                  <c:v>482</c:v>
                </c:pt>
                <c:pt idx="53">
                  <c:v>1135</c:v>
                </c:pt>
                <c:pt idx="54">
                  <c:v>714</c:v>
                </c:pt>
                <c:pt idx="55">
                  <c:v>1245</c:v>
                </c:pt>
                <c:pt idx="56">
                  <c:v>576</c:v>
                </c:pt>
                <c:pt idx="57">
                  <c:v>1103</c:v>
                </c:pt>
                <c:pt idx="58">
                  <c:v>433</c:v>
                </c:pt>
                <c:pt idx="59">
                  <c:v>1117</c:v>
                </c:pt>
                <c:pt idx="60">
                  <c:v>605</c:v>
                </c:pt>
                <c:pt idx="61">
                  <c:v>1009</c:v>
                </c:pt>
                <c:pt idx="62">
                  <c:v>1102</c:v>
                </c:pt>
                <c:pt idx="63">
                  <c:v>1690</c:v>
                </c:pt>
                <c:pt idx="64">
                  <c:v>1390</c:v>
                </c:pt>
                <c:pt idx="65">
                  <c:v>1531</c:v>
                </c:pt>
                <c:pt idx="66">
                  <c:v>1148</c:v>
                </c:pt>
                <c:pt idx="67">
                  <c:v>1101</c:v>
                </c:pt>
                <c:pt idx="68">
                  <c:v>322</c:v>
                </c:pt>
                <c:pt idx="69">
                  <c:v>845</c:v>
                </c:pt>
                <c:pt idx="70">
                  <c:v>770</c:v>
                </c:pt>
                <c:pt idx="71">
                  <c:v>908</c:v>
                </c:pt>
                <c:pt idx="72">
                  <c:v>576</c:v>
                </c:pt>
                <c:pt idx="73">
                  <c:v>859</c:v>
                </c:pt>
                <c:pt idx="74">
                  <c:v>1374</c:v>
                </c:pt>
                <c:pt idx="75">
                  <c:v>916</c:v>
                </c:pt>
                <c:pt idx="76">
                  <c:v>728</c:v>
                </c:pt>
                <c:pt idx="77">
                  <c:v>546</c:v>
                </c:pt>
                <c:pt idx="78">
                  <c:v>680</c:v>
                </c:pt>
                <c:pt idx="79">
                  <c:v>1307</c:v>
                </c:pt>
                <c:pt idx="80">
                  <c:v>630</c:v>
                </c:pt>
                <c:pt idx="81">
                  <c:v>1161</c:v>
                </c:pt>
                <c:pt idx="82">
                  <c:v>946</c:v>
                </c:pt>
                <c:pt idx="83">
                  <c:v>1182</c:v>
                </c:pt>
                <c:pt idx="84">
                  <c:v>507</c:v>
                </c:pt>
                <c:pt idx="85">
                  <c:v>835</c:v>
                </c:pt>
                <c:pt idx="86">
                  <c:v>1443</c:v>
                </c:pt>
                <c:pt idx="87">
                  <c:v>1277</c:v>
                </c:pt>
                <c:pt idx="88">
                  <c:v>425</c:v>
                </c:pt>
                <c:pt idx="89">
                  <c:v>636</c:v>
                </c:pt>
                <c:pt idx="90">
                  <c:v>494</c:v>
                </c:pt>
                <c:pt idx="91">
                  <c:v>693</c:v>
                </c:pt>
                <c:pt idx="92">
                  <c:v>990</c:v>
                </c:pt>
                <c:pt idx="93">
                  <c:v>1371</c:v>
                </c:pt>
                <c:pt idx="94">
                  <c:v>1377</c:v>
                </c:pt>
                <c:pt idx="95">
                  <c:v>492</c:v>
                </c:pt>
                <c:pt idx="96">
                  <c:v>1005</c:v>
                </c:pt>
                <c:pt idx="97">
                  <c:v>1173</c:v>
                </c:pt>
                <c:pt idx="98">
                  <c:v>787</c:v>
                </c:pt>
                <c:pt idx="99">
                  <c:v>915</c:v>
                </c:pt>
                <c:pt idx="100">
                  <c:v>1485</c:v>
                </c:pt>
                <c:pt idx="101">
                  <c:v>1073</c:v>
                </c:pt>
                <c:pt idx="102">
                  <c:v>751</c:v>
                </c:pt>
                <c:pt idx="103">
                  <c:v>1188</c:v>
                </c:pt>
                <c:pt idx="104">
                  <c:v>1008</c:v>
                </c:pt>
                <c:pt idx="105">
                  <c:v>684</c:v>
                </c:pt>
                <c:pt idx="106">
                  <c:v>1082</c:v>
                </c:pt>
                <c:pt idx="107">
                  <c:v>1068</c:v>
                </c:pt>
                <c:pt idx="108">
                  <c:v>733</c:v>
                </c:pt>
                <c:pt idx="109">
                  <c:v>467</c:v>
                </c:pt>
                <c:pt idx="110">
                  <c:v>868</c:v>
                </c:pt>
                <c:pt idx="111">
                  <c:v>1001</c:v>
                </c:pt>
                <c:pt idx="112">
                  <c:v>431</c:v>
                </c:pt>
                <c:pt idx="113">
                  <c:v>971</c:v>
                </c:pt>
                <c:pt idx="114">
                  <c:v>893</c:v>
                </c:pt>
                <c:pt idx="115">
                  <c:v>542</c:v>
                </c:pt>
                <c:pt idx="116">
                  <c:v>890</c:v>
                </c:pt>
                <c:pt idx="117">
                  <c:v>1388</c:v>
                </c:pt>
                <c:pt idx="118">
                  <c:v>906</c:v>
                </c:pt>
                <c:pt idx="119">
                  <c:v>973</c:v>
                </c:pt>
                <c:pt idx="120">
                  <c:v>530</c:v>
                </c:pt>
                <c:pt idx="121">
                  <c:v>506</c:v>
                </c:pt>
                <c:pt idx="122">
                  <c:v>266</c:v>
                </c:pt>
                <c:pt idx="123">
                  <c:v>1053</c:v>
                </c:pt>
                <c:pt idx="124">
                  <c:v>735</c:v>
                </c:pt>
                <c:pt idx="125">
                  <c:v>2092</c:v>
                </c:pt>
                <c:pt idx="126">
                  <c:v>900</c:v>
                </c:pt>
                <c:pt idx="127">
                  <c:v>663</c:v>
                </c:pt>
                <c:pt idx="128">
                  <c:v>1816</c:v>
                </c:pt>
                <c:pt idx="129">
                  <c:v>976</c:v>
                </c:pt>
                <c:pt idx="130">
                  <c:v>1445</c:v>
                </c:pt>
                <c:pt idx="131">
                  <c:v>945</c:v>
                </c:pt>
                <c:pt idx="132">
                  <c:v>730</c:v>
                </c:pt>
                <c:pt idx="133">
                  <c:v>397</c:v>
                </c:pt>
                <c:pt idx="134">
                  <c:v>521</c:v>
                </c:pt>
                <c:pt idx="135">
                  <c:v>319</c:v>
                </c:pt>
                <c:pt idx="136">
                  <c:v>201</c:v>
                </c:pt>
                <c:pt idx="137">
                  <c:v>662</c:v>
                </c:pt>
                <c:pt idx="138">
                  <c:v>526</c:v>
                </c:pt>
                <c:pt idx="139">
                  <c:v>1957</c:v>
                </c:pt>
                <c:pt idx="140">
                  <c:v>795</c:v>
                </c:pt>
                <c:pt idx="141">
                  <c:v>889</c:v>
                </c:pt>
                <c:pt idx="142">
                  <c:v>1065</c:v>
                </c:pt>
                <c:pt idx="143">
                  <c:v>369</c:v>
                </c:pt>
                <c:pt idx="144">
                  <c:v>1230</c:v>
                </c:pt>
                <c:pt idx="145">
                  <c:v>444</c:v>
                </c:pt>
                <c:pt idx="146">
                  <c:v>611</c:v>
                </c:pt>
                <c:pt idx="147">
                  <c:v>473</c:v>
                </c:pt>
                <c:pt idx="148">
                  <c:v>819</c:v>
                </c:pt>
                <c:pt idx="149">
                  <c:v>594</c:v>
                </c:pt>
                <c:pt idx="150">
                  <c:v>326</c:v>
                </c:pt>
                <c:pt idx="151">
                  <c:v>404</c:v>
                </c:pt>
                <c:pt idx="152">
                  <c:v>1825</c:v>
                </c:pt>
                <c:pt idx="153">
                  <c:v>1586</c:v>
                </c:pt>
                <c:pt idx="154">
                  <c:v>889</c:v>
                </c:pt>
                <c:pt idx="155">
                  <c:v>393</c:v>
                </c:pt>
                <c:pt idx="156">
                  <c:v>1477</c:v>
                </c:pt>
                <c:pt idx="157">
                  <c:v>1179</c:v>
                </c:pt>
                <c:pt idx="158">
                  <c:v>1005</c:v>
                </c:pt>
                <c:pt idx="159">
                  <c:v>1307</c:v>
                </c:pt>
                <c:pt idx="160">
                  <c:v>486</c:v>
                </c:pt>
                <c:pt idx="161">
                  <c:v>1092</c:v>
                </c:pt>
                <c:pt idx="162">
                  <c:v>599</c:v>
                </c:pt>
                <c:pt idx="163">
                  <c:v>1174</c:v>
                </c:pt>
                <c:pt idx="164">
                  <c:v>365</c:v>
                </c:pt>
                <c:pt idx="165">
                  <c:v>1095</c:v>
                </c:pt>
                <c:pt idx="166">
                  <c:v>597</c:v>
                </c:pt>
                <c:pt idx="167">
                  <c:v>1048</c:v>
                </c:pt>
                <c:pt idx="168">
                  <c:v>574</c:v>
                </c:pt>
                <c:pt idx="169">
                  <c:v>670</c:v>
                </c:pt>
                <c:pt idx="170">
                  <c:v>990</c:v>
                </c:pt>
                <c:pt idx="171">
                  <c:v>1241</c:v>
                </c:pt>
                <c:pt idx="172">
                  <c:v>928</c:v>
                </c:pt>
                <c:pt idx="173">
                  <c:v>689</c:v>
                </c:pt>
                <c:pt idx="174">
                  <c:v>493</c:v>
                </c:pt>
                <c:pt idx="175">
                  <c:v>734</c:v>
                </c:pt>
                <c:pt idx="176">
                  <c:v>614</c:v>
                </c:pt>
                <c:pt idx="177">
                  <c:v>1453</c:v>
                </c:pt>
                <c:pt idx="178">
                  <c:v>1443</c:v>
                </c:pt>
                <c:pt idx="179">
                  <c:v>637</c:v>
                </c:pt>
                <c:pt idx="180">
                  <c:v>948</c:v>
                </c:pt>
                <c:pt idx="181">
                  <c:v>903</c:v>
                </c:pt>
                <c:pt idx="182">
                  <c:v>233</c:v>
                </c:pt>
                <c:pt idx="183">
                  <c:v>1185</c:v>
                </c:pt>
                <c:pt idx="184">
                  <c:v>965</c:v>
                </c:pt>
                <c:pt idx="185">
                  <c:v>480</c:v>
                </c:pt>
                <c:pt idx="186">
                  <c:v>606</c:v>
                </c:pt>
                <c:pt idx="187">
                  <c:v>1472</c:v>
                </c:pt>
                <c:pt idx="188">
                  <c:v>1335</c:v>
                </c:pt>
                <c:pt idx="189">
                  <c:v>1338</c:v>
                </c:pt>
                <c:pt idx="190">
                  <c:v>1099</c:v>
                </c:pt>
                <c:pt idx="191">
                  <c:v>1226</c:v>
                </c:pt>
                <c:pt idx="192">
                  <c:v>1171</c:v>
                </c:pt>
                <c:pt idx="193">
                  <c:v>564</c:v>
                </c:pt>
                <c:pt idx="194">
                  <c:v>242</c:v>
                </c:pt>
                <c:pt idx="195">
                  <c:v>450</c:v>
                </c:pt>
                <c:pt idx="196">
                  <c:v>758</c:v>
                </c:pt>
                <c:pt idx="197">
                  <c:v>654</c:v>
                </c:pt>
                <c:pt idx="198">
                  <c:v>813</c:v>
                </c:pt>
                <c:pt idx="199">
                  <c:v>629</c:v>
                </c:pt>
                <c:pt idx="200">
                  <c:v>377</c:v>
                </c:pt>
                <c:pt idx="201">
                  <c:v>767</c:v>
                </c:pt>
                <c:pt idx="202">
                  <c:v>1071</c:v>
                </c:pt>
                <c:pt idx="203">
                  <c:v>573</c:v>
                </c:pt>
                <c:pt idx="204">
                  <c:v>1027</c:v>
                </c:pt>
                <c:pt idx="205">
                  <c:v>860</c:v>
                </c:pt>
                <c:pt idx="206">
                  <c:v>769</c:v>
                </c:pt>
                <c:pt idx="207">
                  <c:v>1957</c:v>
                </c:pt>
                <c:pt idx="208">
                  <c:v>1616</c:v>
                </c:pt>
                <c:pt idx="209">
                  <c:v>542</c:v>
                </c:pt>
                <c:pt idx="210">
                  <c:v>1043</c:v>
                </c:pt>
                <c:pt idx="211">
                  <c:v>761</c:v>
                </c:pt>
                <c:pt idx="212">
                  <c:v>290</c:v>
                </c:pt>
                <c:pt idx="213">
                  <c:v>764</c:v>
                </c:pt>
                <c:pt idx="214">
                  <c:v>368</c:v>
                </c:pt>
                <c:pt idx="215">
                  <c:v>544</c:v>
                </c:pt>
                <c:pt idx="216">
                  <c:v>446</c:v>
                </c:pt>
                <c:pt idx="217">
                  <c:v>1180</c:v>
                </c:pt>
                <c:pt idx="218">
                  <c:v>727</c:v>
                </c:pt>
                <c:pt idx="219">
                  <c:v>341</c:v>
                </c:pt>
                <c:pt idx="220">
                  <c:v>393</c:v>
                </c:pt>
                <c:pt idx="221">
                  <c:v>486</c:v>
                </c:pt>
                <c:pt idx="222">
                  <c:v>995</c:v>
                </c:pt>
                <c:pt idx="223">
                  <c:v>989</c:v>
                </c:pt>
                <c:pt idx="224">
                  <c:v>595</c:v>
                </c:pt>
                <c:pt idx="225">
                  <c:v>564</c:v>
                </c:pt>
                <c:pt idx="226">
                  <c:v>353</c:v>
                </c:pt>
                <c:pt idx="227">
                  <c:v>1139</c:v>
                </c:pt>
                <c:pt idx="228">
                  <c:v>797</c:v>
                </c:pt>
                <c:pt idx="229">
                  <c:v>401</c:v>
                </c:pt>
                <c:pt idx="230">
                  <c:v>1198</c:v>
                </c:pt>
                <c:pt idx="231">
                  <c:v>1761</c:v>
                </c:pt>
                <c:pt idx="232">
                  <c:v>1416</c:v>
                </c:pt>
                <c:pt idx="233">
                  <c:v>966</c:v>
                </c:pt>
                <c:pt idx="234">
                  <c:v>1829</c:v>
                </c:pt>
                <c:pt idx="235">
                  <c:v>779</c:v>
                </c:pt>
                <c:pt idx="236">
                  <c:v>811</c:v>
                </c:pt>
                <c:pt idx="237">
                  <c:v>1120</c:v>
                </c:pt>
                <c:pt idx="238">
                  <c:v>725</c:v>
                </c:pt>
                <c:pt idx="239">
                  <c:v>683</c:v>
                </c:pt>
                <c:pt idx="240">
                  <c:v>305</c:v>
                </c:pt>
                <c:pt idx="241">
                  <c:v>995</c:v>
                </c:pt>
                <c:pt idx="242">
                  <c:v>475</c:v>
                </c:pt>
                <c:pt idx="243">
                  <c:v>694</c:v>
                </c:pt>
                <c:pt idx="244">
                  <c:v>361</c:v>
                </c:pt>
                <c:pt idx="245">
                  <c:v>578</c:v>
                </c:pt>
                <c:pt idx="246">
                  <c:v>728</c:v>
                </c:pt>
                <c:pt idx="247">
                  <c:v>662</c:v>
                </c:pt>
                <c:pt idx="248">
                  <c:v>491</c:v>
                </c:pt>
                <c:pt idx="249">
                  <c:v>1085</c:v>
                </c:pt>
                <c:pt idx="250">
                  <c:v>1150</c:v>
                </c:pt>
                <c:pt idx="251">
                  <c:v>573</c:v>
                </c:pt>
                <c:pt idx="252">
                  <c:v>936</c:v>
                </c:pt>
                <c:pt idx="253">
                  <c:v>528</c:v>
                </c:pt>
                <c:pt idx="254">
                  <c:v>724</c:v>
                </c:pt>
                <c:pt idx="255">
                  <c:v>297</c:v>
                </c:pt>
                <c:pt idx="256">
                  <c:v>488</c:v>
                </c:pt>
                <c:pt idx="257">
                  <c:v>859</c:v>
                </c:pt>
                <c:pt idx="258">
                  <c:v>2194</c:v>
                </c:pt>
                <c:pt idx="259">
                  <c:v>1314</c:v>
                </c:pt>
                <c:pt idx="260">
                  <c:v>702</c:v>
                </c:pt>
                <c:pt idx="261">
                  <c:v>1211</c:v>
                </c:pt>
                <c:pt idx="262">
                  <c:v>655</c:v>
                </c:pt>
                <c:pt idx="263">
                  <c:v>704</c:v>
                </c:pt>
                <c:pt idx="264">
                  <c:v>122</c:v>
                </c:pt>
                <c:pt idx="265">
                  <c:v>1123</c:v>
                </c:pt>
                <c:pt idx="266">
                  <c:v>497</c:v>
                </c:pt>
                <c:pt idx="267">
                  <c:v>691</c:v>
                </c:pt>
                <c:pt idx="268">
                  <c:v>1178</c:v>
                </c:pt>
                <c:pt idx="269">
                  <c:v>1155</c:v>
                </c:pt>
                <c:pt idx="270">
                  <c:v>1826</c:v>
                </c:pt>
                <c:pt idx="271">
                  <c:v>1477</c:v>
                </c:pt>
                <c:pt idx="272">
                  <c:v>766</c:v>
                </c:pt>
                <c:pt idx="273">
                  <c:v>357</c:v>
                </c:pt>
                <c:pt idx="274">
                  <c:v>981</c:v>
                </c:pt>
                <c:pt idx="275">
                  <c:v>868</c:v>
                </c:pt>
                <c:pt idx="276">
                  <c:v>937</c:v>
                </c:pt>
                <c:pt idx="277">
                  <c:v>367</c:v>
                </c:pt>
                <c:pt idx="278">
                  <c:v>443</c:v>
                </c:pt>
                <c:pt idx="279">
                  <c:v>562</c:v>
                </c:pt>
                <c:pt idx="280">
                  <c:v>1574</c:v>
                </c:pt>
                <c:pt idx="281">
                  <c:v>635</c:v>
                </c:pt>
                <c:pt idx="282">
                  <c:v>757</c:v>
                </c:pt>
                <c:pt idx="283">
                  <c:v>330</c:v>
                </c:pt>
                <c:pt idx="284">
                  <c:v>384</c:v>
                </c:pt>
                <c:pt idx="285">
                  <c:v>1722</c:v>
                </c:pt>
                <c:pt idx="286">
                  <c:v>957</c:v>
                </c:pt>
                <c:pt idx="287">
                  <c:v>1956</c:v>
                </c:pt>
                <c:pt idx="288">
                  <c:v>315</c:v>
                </c:pt>
                <c:pt idx="289">
                  <c:v>660</c:v>
                </c:pt>
                <c:pt idx="290">
                  <c:v>684</c:v>
                </c:pt>
                <c:pt idx="291">
                  <c:v>411</c:v>
                </c:pt>
                <c:pt idx="292">
                  <c:v>1459</c:v>
                </c:pt>
                <c:pt idx="293">
                  <c:v>515</c:v>
                </c:pt>
                <c:pt idx="294">
                  <c:v>1026</c:v>
                </c:pt>
                <c:pt idx="295">
                  <c:v>684</c:v>
                </c:pt>
                <c:pt idx="296">
                  <c:v>499</c:v>
                </c:pt>
                <c:pt idx="297">
                  <c:v>606</c:v>
                </c:pt>
                <c:pt idx="298">
                  <c:v>470</c:v>
                </c:pt>
                <c:pt idx="299">
                  <c:v>504</c:v>
                </c:pt>
                <c:pt idx="300">
                  <c:v>235</c:v>
                </c:pt>
                <c:pt idx="301">
                  <c:v>1232</c:v>
                </c:pt>
                <c:pt idx="302">
                  <c:v>1020</c:v>
                </c:pt>
                <c:pt idx="303">
                  <c:v>1461</c:v>
                </c:pt>
                <c:pt idx="304">
                  <c:v>908</c:v>
                </c:pt>
                <c:pt idx="305">
                  <c:v>1161</c:v>
                </c:pt>
                <c:pt idx="306">
                  <c:v>758</c:v>
                </c:pt>
                <c:pt idx="307">
                  <c:v>685</c:v>
                </c:pt>
                <c:pt idx="308">
                  <c:v>363</c:v>
                </c:pt>
                <c:pt idx="309">
                  <c:v>545</c:v>
                </c:pt>
                <c:pt idx="310">
                  <c:v>1065</c:v>
                </c:pt>
                <c:pt idx="311">
                  <c:v>296</c:v>
                </c:pt>
                <c:pt idx="312">
                  <c:v>530</c:v>
                </c:pt>
                <c:pt idx="313">
                  <c:v>114</c:v>
                </c:pt>
                <c:pt idx="314">
                  <c:v>1215</c:v>
                </c:pt>
                <c:pt idx="315">
                  <c:v>405</c:v>
                </c:pt>
                <c:pt idx="316">
                  <c:v>805</c:v>
                </c:pt>
                <c:pt idx="317">
                  <c:v>351</c:v>
                </c:pt>
                <c:pt idx="318">
                  <c:v>973</c:v>
                </c:pt>
                <c:pt idx="319">
                  <c:v>992</c:v>
                </c:pt>
                <c:pt idx="320">
                  <c:v>1529</c:v>
                </c:pt>
                <c:pt idx="321">
                  <c:v>860</c:v>
                </c:pt>
                <c:pt idx="322">
                  <c:v>928</c:v>
                </c:pt>
                <c:pt idx="323">
                  <c:v>418</c:v>
                </c:pt>
                <c:pt idx="324">
                  <c:v>587</c:v>
                </c:pt>
                <c:pt idx="325">
                  <c:v>641</c:v>
                </c:pt>
                <c:pt idx="326">
                  <c:v>793</c:v>
                </c:pt>
                <c:pt idx="327">
                  <c:v>825</c:v>
                </c:pt>
                <c:pt idx="328">
                  <c:v>610</c:v>
                </c:pt>
                <c:pt idx="329">
                  <c:v>1286</c:v>
                </c:pt>
                <c:pt idx="330">
                  <c:v>362</c:v>
                </c:pt>
                <c:pt idx="331">
                  <c:v>496</c:v>
                </c:pt>
                <c:pt idx="332">
                  <c:v>802</c:v>
                </c:pt>
                <c:pt idx="333">
                  <c:v>832</c:v>
                </c:pt>
                <c:pt idx="334">
                  <c:v>401</c:v>
                </c:pt>
                <c:pt idx="335">
                  <c:v>1194</c:v>
                </c:pt>
                <c:pt idx="336">
                  <c:v>656</c:v>
                </c:pt>
                <c:pt idx="337">
                  <c:v>311</c:v>
                </c:pt>
                <c:pt idx="338">
                  <c:v>820</c:v>
                </c:pt>
                <c:pt idx="339">
                  <c:v>274</c:v>
                </c:pt>
                <c:pt idx="340">
                  <c:v>448</c:v>
                </c:pt>
                <c:pt idx="341">
                  <c:v>397</c:v>
                </c:pt>
                <c:pt idx="342">
                  <c:v>1121</c:v>
                </c:pt>
                <c:pt idx="343">
                  <c:v>473</c:v>
                </c:pt>
                <c:pt idx="344">
                  <c:v>1678</c:v>
                </c:pt>
                <c:pt idx="345">
                  <c:v>316</c:v>
                </c:pt>
                <c:pt idx="346">
                  <c:v>1400</c:v>
                </c:pt>
                <c:pt idx="347">
                  <c:v>844</c:v>
                </c:pt>
                <c:pt idx="348">
                  <c:v>311</c:v>
                </c:pt>
                <c:pt idx="349">
                  <c:v>441</c:v>
                </c:pt>
                <c:pt idx="350">
                  <c:v>1178</c:v>
                </c:pt>
                <c:pt idx="351">
                  <c:v>800</c:v>
                </c:pt>
                <c:pt idx="352">
                  <c:v>586</c:v>
                </c:pt>
                <c:pt idx="353">
                  <c:v>447</c:v>
                </c:pt>
                <c:pt idx="354">
                  <c:v>797</c:v>
                </c:pt>
                <c:pt idx="355">
                  <c:v>415</c:v>
                </c:pt>
                <c:pt idx="356">
                  <c:v>493</c:v>
                </c:pt>
                <c:pt idx="357">
                  <c:v>971</c:v>
                </c:pt>
                <c:pt idx="358">
                  <c:v>371</c:v>
                </c:pt>
                <c:pt idx="359">
                  <c:v>322</c:v>
                </c:pt>
                <c:pt idx="360">
                  <c:v>789</c:v>
                </c:pt>
                <c:pt idx="361">
                  <c:v>908</c:v>
                </c:pt>
                <c:pt idx="362">
                  <c:v>417</c:v>
                </c:pt>
                <c:pt idx="363">
                  <c:v>769</c:v>
                </c:pt>
                <c:pt idx="364">
                  <c:v>354</c:v>
                </c:pt>
                <c:pt idx="365">
                  <c:v>727</c:v>
                </c:pt>
                <c:pt idx="366">
                  <c:v>319</c:v>
                </c:pt>
                <c:pt idx="367">
                  <c:v>794</c:v>
                </c:pt>
                <c:pt idx="368">
                  <c:v>454</c:v>
                </c:pt>
                <c:pt idx="369">
                  <c:v>797</c:v>
                </c:pt>
                <c:pt idx="370">
                  <c:v>1690</c:v>
                </c:pt>
                <c:pt idx="371">
                  <c:v>1371</c:v>
                </c:pt>
                <c:pt idx="372">
                  <c:v>294</c:v>
                </c:pt>
                <c:pt idx="373">
                  <c:v>879</c:v>
                </c:pt>
                <c:pt idx="374">
                  <c:v>690</c:v>
                </c:pt>
                <c:pt idx="375">
                  <c:v>209</c:v>
                </c:pt>
                <c:pt idx="376">
                  <c:v>180</c:v>
                </c:pt>
                <c:pt idx="377">
                  <c:v>556</c:v>
                </c:pt>
                <c:pt idx="378">
                  <c:v>637</c:v>
                </c:pt>
                <c:pt idx="379">
                  <c:v>795</c:v>
                </c:pt>
                <c:pt idx="380">
                  <c:v>586</c:v>
                </c:pt>
                <c:pt idx="381">
                  <c:v>1471</c:v>
                </c:pt>
                <c:pt idx="382">
                  <c:v>1078</c:v>
                </c:pt>
                <c:pt idx="383">
                  <c:v>1115</c:v>
                </c:pt>
                <c:pt idx="384">
                  <c:v>1034</c:v>
                </c:pt>
                <c:pt idx="385">
                  <c:v>1180</c:v>
                </c:pt>
                <c:pt idx="386">
                  <c:v>819</c:v>
                </c:pt>
                <c:pt idx="387">
                  <c:v>1159</c:v>
                </c:pt>
                <c:pt idx="388">
                  <c:v>860</c:v>
                </c:pt>
                <c:pt idx="389">
                  <c:v>1910</c:v>
                </c:pt>
                <c:pt idx="390">
                  <c:v>380</c:v>
                </c:pt>
                <c:pt idx="391">
                  <c:v>736</c:v>
                </c:pt>
                <c:pt idx="392">
                  <c:v>612</c:v>
                </c:pt>
                <c:pt idx="393">
                  <c:v>1064</c:v>
                </c:pt>
                <c:pt idx="394">
                  <c:v>1443</c:v>
                </c:pt>
                <c:pt idx="395">
                  <c:v>436</c:v>
                </c:pt>
                <c:pt idx="396">
                  <c:v>436</c:v>
                </c:pt>
                <c:pt idx="397">
                  <c:v>747</c:v>
                </c:pt>
                <c:pt idx="398">
                  <c:v>642</c:v>
                </c:pt>
                <c:pt idx="399">
                  <c:v>1048</c:v>
                </c:pt>
                <c:pt idx="400">
                  <c:v>907</c:v>
                </c:pt>
                <c:pt idx="401">
                  <c:v>1658</c:v>
                </c:pt>
                <c:pt idx="402">
                  <c:v>854</c:v>
                </c:pt>
                <c:pt idx="403">
                  <c:v>733</c:v>
                </c:pt>
                <c:pt idx="404">
                  <c:v>1513</c:v>
                </c:pt>
                <c:pt idx="405">
                  <c:v>904</c:v>
                </c:pt>
                <c:pt idx="406">
                  <c:v>1086</c:v>
                </c:pt>
                <c:pt idx="407">
                  <c:v>1128</c:v>
                </c:pt>
                <c:pt idx="408">
                  <c:v>964</c:v>
                </c:pt>
                <c:pt idx="409">
                  <c:v>793</c:v>
                </c:pt>
                <c:pt idx="410">
                  <c:v>677</c:v>
                </c:pt>
                <c:pt idx="411">
                  <c:v>1106</c:v>
                </c:pt>
                <c:pt idx="412">
                  <c:v>1174</c:v>
                </c:pt>
                <c:pt idx="413">
                  <c:v>1034</c:v>
                </c:pt>
                <c:pt idx="414">
                  <c:v>407</c:v>
                </c:pt>
                <c:pt idx="415">
                  <c:v>1269</c:v>
                </c:pt>
                <c:pt idx="416">
                  <c:v>841</c:v>
                </c:pt>
                <c:pt idx="417">
                  <c:v>633</c:v>
                </c:pt>
                <c:pt idx="418">
                  <c:v>1019</c:v>
                </c:pt>
                <c:pt idx="419">
                  <c:v>436</c:v>
                </c:pt>
                <c:pt idx="420">
                  <c:v>268</c:v>
                </c:pt>
                <c:pt idx="421">
                  <c:v>507</c:v>
                </c:pt>
                <c:pt idx="422">
                  <c:v>311</c:v>
                </c:pt>
                <c:pt idx="423">
                  <c:v>424</c:v>
                </c:pt>
                <c:pt idx="424">
                  <c:v>1410</c:v>
                </c:pt>
                <c:pt idx="425">
                  <c:v>562</c:v>
                </c:pt>
                <c:pt idx="426">
                  <c:v>1141</c:v>
                </c:pt>
                <c:pt idx="427">
                  <c:v>401</c:v>
                </c:pt>
                <c:pt idx="428">
                  <c:v>882</c:v>
                </c:pt>
                <c:pt idx="429">
                  <c:v>1152</c:v>
                </c:pt>
                <c:pt idx="430">
                  <c:v>561</c:v>
                </c:pt>
                <c:pt idx="431">
                  <c:v>1092</c:v>
                </c:pt>
                <c:pt idx="432">
                  <c:v>1095</c:v>
                </c:pt>
                <c:pt idx="433">
                  <c:v>425</c:v>
                </c:pt>
                <c:pt idx="434">
                  <c:v>734</c:v>
                </c:pt>
                <c:pt idx="435">
                  <c:v>638</c:v>
                </c:pt>
                <c:pt idx="436">
                  <c:v>1750</c:v>
                </c:pt>
                <c:pt idx="437">
                  <c:v>612</c:v>
                </c:pt>
                <c:pt idx="438">
                  <c:v>823</c:v>
                </c:pt>
                <c:pt idx="439">
                  <c:v>335</c:v>
                </c:pt>
                <c:pt idx="440">
                  <c:v>825</c:v>
                </c:pt>
                <c:pt idx="441">
                  <c:v>694</c:v>
                </c:pt>
                <c:pt idx="442">
                  <c:v>496</c:v>
                </c:pt>
                <c:pt idx="443">
                  <c:v>902</c:v>
                </c:pt>
                <c:pt idx="444">
                  <c:v>772</c:v>
                </c:pt>
                <c:pt idx="445">
                  <c:v>1586</c:v>
                </c:pt>
                <c:pt idx="446">
                  <c:v>1529</c:v>
                </c:pt>
                <c:pt idx="447">
                  <c:v>1533</c:v>
                </c:pt>
                <c:pt idx="448">
                  <c:v>404</c:v>
                </c:pt>
                <c:pt idx="449">
                  <c:v>815</c:v>
                </c:pt>
                <c:pt idx="450">
                  <c:v>1001</c:v>
                </c:pt>
                <c:pt idx="451">
                  <c:v>688</c:v>
                </c:pt>
                <c:pt idx="452">
                  <c:v>708</c:v>
                </c:pt>
                <c:pt idx="453">
                  <c:v>1695</c:v>
                </c:pt>
                <c:pt idx="454">
                  <c:v>1080</c:v>
                </c:pt>
                <c:pt idx="455">
                  <c:v>660</c:v>
                </c:pt>
                <c:pt idx="456">
                  <c:v>1220</c:v>
                </c:pt>
                <c:pt idx="457">
                  <c:v>279</c:v>
                </c:pt>
                <c:pt idx="458">
                  <c:v>745</c:v>
                </c:pt>
                <c:pt idx="459">
                  <c:v>1526</c:v>
                </c:pt>
                <c:pt idx="460">
                  <c:v>497</c:v>
                </c:pt>
                <c:pt idx="461">
                  <c:v>1067</c:v>
                </c:pt>
                <c:pt idx="462">
                  <c:v>877</c:v>
                </c:pt>
                <c:pt idx="463">
                  <c:v>964</c:v>
                </c:pt>
                <c:pt idx="464">
                  <c:v>1327</c:v>
                </c:pt>
                <c:pt idx="465">
                  <c:v>563</c:v>
                </c:pt>
                <c:pt idx="466">
                  <c:v>1504</c:v>
                </c:pt>
                <c:pt idx="467">
                  <c:v>564</c:v>
                </c:pt>
                <c:pt idx="468">
                  <c:v>460</c:v>
                </c:pt>
                <c:pt idx="469">
                  <c:v>792</c:v>
                </c:pt>
                <c:pt idx="470">
                  <c:v>882</c:v>
                </c:pt>
                <c:pt idx="471">
                  <c:v>1101</c:v>
                </c:pt>
                <c:pt idx="472">
                  <c:v>369</c:v>
                </c:pt>
                <c:pt idx="473">
                  <c:v>467</c:v>
                </c:pt>
                <c:pt idx="474">
                  <c:v>664</c:v>
                </c:pt>
                <c:pt idx="475">
                  <c:v>622</c:v>
                </c:pt>
                <c:pt idx="476">
                  <c:v>461</c:v>
                </c:pt>
                <c:pt idx="477">
                  <c:v>1073</c:v>
                </c:pt>
                <c:pt idx="478">
                  <c:v>976</c:v>
                </c:pt>
                <c:pt idx="479">
                  <c:v>917</c:v>
                </c:pt>
                <c:pt idx="480">
                  <c:v>502</c:v>
                </c:pt>
                <c:pt idx="481">
                  <c:v>1250</c:v>
                </c:pt>
                <c:pt idx="482">
                  <c:v>969</c:v>
                </c:pt>
                <c:pt idx="483">
                  <c:v>398</c:v>
                </c:pt>
                <c:pt idx="484">
                  <c:v>902</c:v>
                </c:pt>
                <c:pt idx="485">
                  <c:v>823</c:v>
                </c:pt>
                <c:pt idx="486">
                  <c:v>1179</c:v>
                </c:pt>
                <c:pt idx="487">
                  <c:v>1921</c:v>
                </c:pt>
                <c:pt idx="488">
                  <c:v>433</c:v>
                </c:pt>
                <c:pt idx="489">
                  <c:v>907</c:v>
                </c:pt>
                <c:pt idx="490">
                  <c:v>416</c:v>
                </c:pt>
                <c:pt idx="491">
                  <c:v>1143</c:v>
                </c:pt>
                <c:pt idx="492">
                  <c:v>763</c:v>
                </c:pt>
                <c:pt idx="493">
                  <c:v>525</c:v>
                </c:pt>
                <c:pt idx="494">
                  <c:v>953</c:v>
                </c:pt>
                <c:pt idx="495">
                  <c:v>882</c:v>
                </c:pt>
                <c:pt idx="496">
                  <c:v>388</c:v>
                </c:pt>
                <c:pt idx="497">
                  <c:v>215</c:v>
                </c:pt>
                <c:pt idx="498">
                  <c:v>929</c:v>
                </c:pt>
                <c:pt idx="499">
                  <c:v>275</c:v>
                </c:pt>
                <c:pt idx="500">
                  <c:v>587</c:v>
                </c:pt>
                <c:pt idx="501">
                  <c:v>1662</c:v>
                </c:pt>
                <c:pt idx="502">
                  <c:v>486</c:v>
                </c:pt>
                <c:pt idx="503">
                  <c:v>1217</c:v>
                </c:pt>
                <c:pt idx="504">
                  <c:v>581</c:v>
                </c:pt>
                <c:pt idx="505">
                  <c:v>928</c:v>
                </c:pt>
                <c:pt idx="506">
                  <c:v>960</c:v>
                </c:pt>
                <c:pt idx="507">
                  <c:v>656</c:v>
                </c:pt>
                <c:pt idx="508">
                  <c:v>367</c:v>
                </c:pt>
                <c:pt idx="509">
                  <c:v>685</c:v>
                </c:pt>
                <c:pt idx="510">
                  <c:v>1039</c:v>
                </c:pt>
                <c:pt idx="511">
                  <c:v>946</c:v>
                </c:pt>
                <c:pt idx="512">
                  <c:v>820</c:v>
                </c:pt>
                <c:pt idx="513">
                  <c:v>382</c:v>
                </c:pt>
                <c:pt idx="514">
                  <c:v>732</c:v>
                </c:pt>
                <c:pt idx="515">
                  <c:v>507</c:v>
                </c:pt>
                <c:pt idx="516">
                  <c:v>1028</c:v>
                </c:pt>
                <c:pt idx="517">
                  <c:v>1815</c:v>
                </c:pt>
                <c:pt idx="518">
                  <c:v>1198</c:v>
                </c:pt>
                <c:pt idx="519">
                  <c:v>416</c:v>
                </c:pt>
                <c:pt idx="520">
                  <c:v>909</c:v>
                </c:pt>
                <c:pt idx="521">
                  <c:v>1191</c:v>
                </c:pt>
                <c:pt idx="522">
                  <c:v>1182</c:v>
                </c:pt>
                <c:pt idx="523">
                  <c:v>749</c:v>
                </c:pt>
                <c:pt idx="524">
                  <c:v>414</c:v>
                </c:pt>
                <c:pt idx="525">
                  <c:v>901</c:v>
                </c:pt>
                <c:pt idx="526">
                  <c:v>455</c:v>
                </c:pt>
                <c:pt idx="527">
                  <c:v>775</c:v>
                </c:pt>
                <c:pt idx="528">
                  <c:v>816</c:v>
                </c:pt>
                <c:pt idx="529">
                  <c:v>561</c:v>
                </c:pt>
                <c:pt idx="530">
                  <c:v>377</c:v>
                </c:pt>
                <c:pt idx="531">
                  <c:v>1012</c:v>
                </c:pt>
                <c:pt idx="532">
                  <c:v>823</c:v>
                </c:pt>
                <c:pt idx="533">
                  <c:v>1138</c:v>
                </c:pt>
                <c:pt idx="534">
                  <c:v>982</c:v>
                </c:pt>
                <c:pt idx="535">
                  <c:v>434</c:v>
                </c:pt>
                <c:pt idx="536">
                  <c:v>359</c:v>
                </c:pt>
                <c:pt idx="537">
                  <c:v>415</c:v>
                </c:pt>
                <c:pt idx="538">
                  <c:v>484</c:v>
                </c:pt>
                <c:pt idx="539">
                  <c:v>413</c:v>
                </c:pt>
                <c:pt idx="540">
                  <c:v>1464</c:v>
                </c:pt>
                <c:pt idx="541">
                  <c:v>441</c:v>
                </c:pt>
                <c:pt idx="542">
                  <c:v>747</c:v>
                </c:pt>
                <c:pt idx="543">
                  <c:v>1175</c:v>
                </c:pt>
                <c:pt idx="544">
                  <c:v>1305</c:v>
                </c:pt>
                <c:pt idx="545">
                  <c:v>874</c:v>
                </c:pt>
                <c:pt idx="546">
                  <c:v>930</c:v>
                </c:pt>
                <c:pt idx="547">
                  <c:v>868</c:v>
                </c:pt>
                <c:pt idx="548">
                  <c:v>1260</c:v>
                </c:pt>
                <c:pt idx="549">
                  <c:v>414</c:v>
                </c:pt>
                <c:pt idx="550">
                  <c:v>1109</c:v>
                </c:pt>
                <c:pt idx="551">
                  <c:v>639</c:v>
                </c:pt>
                <c:pt idx="552">
                  <c:v>1392</c:v>
                </c:pt>
                <c:pt idx="553">
                  <c:v>467</c:v>
                </c:pt>
                <c:pt idx="554">
                  <c:v>527</c:v>
                </c:pt>
                <c:pt idx="555">
                  <c:v>932</c:v>
                </c:pt>
                <c:pt idx="556">
                  <c:v>1034</c:v>
                </c:pt>
                <c:pt idx="557">
                  <c:v>1088</c:v>
                </c:pt>
                <c:pt idx="558">
                  <c:v>1174</c:v>
                </c:pt>
                <c:pt idx="559">
                  <c:v>993</c:v>
                </c:pt>
                <c:pt idx="560">
                  <c:v>1680</c:v>
                </c:pt>
                <c:pt idx="561">
                  <c:v>519</c:v>
                </c:pt>
                <c:pt idx="562">
                  <c:v>715</c:v>
                </c:pt>
                <c:pt idx="563">
                  <c:v>433</c:v>
                </c:pt>
                <c:pt idx="564">
                  <c:v>1001</c:v>
                </c:pt>
                <c:pt idx="565">
                  <c:v>1518</c:v>
                </c:pt>
                <c:pt idx="566">
                  <c:v>874</c:v>
                </c:pt>
                <c:pt idx="567">
                  <c:v>264</c:v>
                </c:pt>
                <c:pt idx="568">
                  <c:v>2053</c:v>
                </c:pt>
                <c:pt idx="569">
                  <c:v>1376</c:v>
                </c:pt>
                <c:pt idx="570">
                  <c:v>976</c:v>
                </c:pt>
                <c:pt idx="571">
                  <c:v>1264</c:v>
                </c:pt>
                <c:pt idx="572">
                  <c:v>497</c:v>
                </c:pt>
                <c:pt idx="573">
                  <c:v>266</c:v>
                </c:pt>
                <c:pt idx="574">
                  <c:v>615</c:v>
                </c:pt>
                <c:pt idx="575">
                  <c:v>437</c:v>
                </c:pt>
                <c:pt idx="576">
                  <c:v>1013</c:v>
                </c:pt>
                <c:pt idx="577">
                  <c:v>1038</c:v>
                </c:pt>
                <c:pt idx="578">
                  <c:v>732</c:v>
                </c:pt>
                <c:pt idx="579">
                  <c:v>608</c:v>
                </c:pt>
                <c:pt idx="580">
                  <c:v>798</c:v>
                </c:pt>
                <c:pt idx="581">
                  <c:v>731</c:v>
                </c:pt>
                <c:pt idx="582">
                  <c:v>1701</c:v>
                </c:pt>
                <c:pt idx="583">
                  <c:v>414</c:v>
                </c:pt>
                <c:pt idx="584">
                  <c:v>568</c:v>
                </c:pt>
                <c:pt idx="585">
                  <c:v>873</c:v>
                </c:pt>
                <c:pt idx="586">
                  <c:v>1213</c:v>
                </c:pt>
                <c:pt idx="587">
                  <c:v>731</c:v>
                </c:pt>
                <c:pt idx="588">
                  <c:v>424</c:v>
                </c:pt>
                <c:pt idx="589">
                  <c:v>575</c:v>
                </c:pt>
                <c:pt idx="590">
                  <c:v>542</c:v>
                </c:pt>
                <c:pt idx="591">
                  <c:v>1016</c:v>
                </c:pt>
                <c:pt idx="592">
                  <c:v>907</c:v>
                </c:pt>
                <c:pt idx="593">
                  <c:v>1528</c:v>
                </c:pt>
                <c:pt idx="594">
                  <c:v>546</c:v>
                </c:pt>
                <c:pt idx="595">
                  <c:v>500</c:v>
                </c:pt>
                <c:pt idx="596">
                  <c:v>704</c:v>
                </c:pt>
                <c:pt idx="597">
                  <c:v>424</c:v>
                </c:pt>
                <c:pt idx="598">
                  <c:v>849</c:v>
                </c:pt>
                <c:pt idx="599">
                  <c:v>1147</c:v>
                </c:pt>
                <c:pt idx="600">
                  <c:v>521</c:v>
                </c:pt>
                <c:pt idx="601">
                  <c:v>415</c:v>
                </c:pt>
                <c:pt idx="602">
                  <c:v>470</c:v>
                </c:pt>
                <c:pt idx="603">
                  <c:v>679</c:v>
                </c:pt>
                <c:pt idx="604">
                  <c:v>586</c:v>
                </c:pt>
                <c:pt idx="605">
                  <c:v>653</c:v>
                </c:pt>
                <c:pt idx="606">
                  <c:v>468</c:v>
                </c:pt>
                <c:pt idx="607">
                  <c:v>1341</c:v>
                </c:pt>
                <c:pt idx="608">
                  <c:v>843</c:v>
                </c:pt>
              </c:numCache>
            </c:numRef>
          </c:xVal>
          <c:yVal>
            <c:numRef>
              <c:f>Sheet1!$B$1115:$B$1723</c:f>
              <c:numCache>
                <c:formatCode>General</c:formatCode>
                <c:ptCount val="609"/>
                <c:pt idx="0">
                  <c:v>58293</c:v>
                </c:pt>
                <c:pt idx="1">
                  <c:v>62513</c:v>
                </c:pt>
                <c:pt idx="2">
                  <c:v>55635</c:v>
                </c:pt>
                <c:pt idx="3">
                  <c:v>59354</c:v>
                </c:pt>
                <c:pt idx="4">
                  <c:v>76995</c:v>
                </c:pt>
                <c:pt idx="5">
                  <c:v>2447</c:v>
                </c:pt>
                <c:pt idx="6">
                  <c:v>58607</c:v>
                </c:pt>
                <c:pt idx="7">
                  <c:v>65324</c:v>
                </c:pt>
                <c:pt idx="8">
                  <c:v>40689</c:v>
                </c:pt>
                <c:pt idx="9">
                  <c:v>46610</c:v>
                </c:pt>
                <c:pt idx="10">
                  <c:v>67353</c:v>
                </c:pt>
                <c:pt idx="11">
                  <c:v>80011</c:v>
                </c:pt>
                <c:pt idx="12">
                  <c:v>72550</c:v>
                </c:pt>
                <c:pt idx="13">
                  <c:v>65486</c:v>
                </c:pt>
                <c:pt idx="14">
                  <c:v>66373</c:v>
                </c:pt>
                <c:pt idx="15">
                  <c:v>55954</c:v>
                </c:pt>
                <c:pt idx="16">
                  <c:v>66653</c:v>
                </c:pt>
                <c:pt idx="17">
                  <c:v>61823</c:v>
                </c:pt>
                <c:pt idx="18">
                  <c:v>67680</c:v>
                </c:pt>
                <c:pt idx="19">
                  <c:v>69096</c:v>
                </c:pt>
                <c:pt idx="20">
                  <c:v>74854</c:v>
                </c:pt>
                <c:pt idx="21">
                  <c:v>65031</c:v>
                </c:pt>
                <c:pt idx="22">
                  <c:v>60631</c:v>
                </c:pt>
                <c:pt idx="23">
                  <c:v>56046</c:v>
                </c:pt>
                <c:pt idx="24">
                  <c:v>47916</c:v>
                </c:pt>
                <c:pt idx="25">
                  <c:v>85693</c:v>
                </c:pt>
                <c:pt idx="26">
                  <c:v>52413</c:v>
                </c:pt>
                <c:pt idx="27">
                  <c:v>77298</c:v>
                </c:pt>
                <c:pt idx="28">
                  <c:v>57288</c:v>
                </c:pt>
                <c:pt idx="29">
                  <c:v>43974</c:v>
                </c:pt>
                <c:pt idx="30">
                  <c:v>36550</c:v>
                </c:pt>
                <c:pt idx="31">
                  <c:v>56129</c:v>
                </c:pt>
                <c:pt idx="32">
                  <c:v>77376</c:v>
                </c:pt>
                <c:pt idx="33">
                  <c:v>62998</c:v>
                </c:pt>
                <c:pt idx="34">
                  <c:v>61331</c:v>
                </c:pt>
                <c:pt idx="35">
                  <c:v>65104</c:v>
                </c:pt>
                <c:pt idx="36">
                  <c:v>68352</c:v>
                </c:pt>
                <c:pt idx="37">
                  <c:v>41883</c:v>
                </c:pt>
                <c:pt idx="38">
                  <c:v>59809</c:v>
                </c:pt>
                <c:pt idx="39">
                  <c:v>59354</c:v>
                </c:pt>
                <c:pt idx="40">
                  <c:v>65747</c:v>
                </c:pt>
                <c:pt idx="41">
                  <c:v>46344</c:v>
                </c:pt>
                <c:pt idx="42">
                  <c:v>61010</c:v>
                </c:pt>
                <c:pt idx="43">
                  <c:v>49967</c:v>
                </c:pt>
                <c:pt idx="44">
                  <c:v>157243</c:v>
                </c:pt>
                <c:pt idx="45">
                  <c:v>80427</c:v>
                </c:pt>
                <c:pt idx="46">
                  <c:v>61286</c:v>
                </c:pt>
                <c:pt idx="47">
                  <c:v>69142</c:v>
                </c:pt>
                <c:pt idx="48">
                  <c:v>63693</c:v>
                </c:pt>
                <c:pt idx="49">
                  <c:v>64497</c:v>
                </c:pt>
                <c:pt idx="50">
                  <c:v>46097</c:v>
                </c:pt>
                <c:pt idx="51">
                  <c:v>46014</c:v>
                </c:pt>
                <c:pt idx="52">
                  <c:v>41443</c:v>
                </c:pt>
                <c:pt idx="53">
                  <c:v>69508</c:v>
                </c:pt>
                <c:pt idx="54">
                  <c:v>77622</c:v>
                </c:pt>
                <c:pt idx="55">
                  <c:v>63887</c:v>
                </c:pt>
                <c:pt idx="56">
                  <c:v>51369</c:v>
                </c:pt>
                <c:pt idx="57">
                  <c:v>51537</c:v>
                </c:pt>
                <c:pt idx="58">
                  <c:v>37070</c:v>
                </c:pt>
                <c:pt idx="59">
                  <c:v>62745</c:v>
                </c:pt>
                <c:pt idx="60">
                  <c:v>79761</c:v>
                </c:pt>
                <c:pt idx="61">
                  <c:v>64961</c:v>
                </c:pt>
                <c:pt idx="62">
                  <c:v>61074</c:v>
                </c:pt>
                <c:pt idx="63">
                  <c:v>80134</c:v>
                </c:pt>
                <c:pt idx="64">
                  <c:v>75027</c:v>
                </c:pt>
                <c:pt idx="65">
                  <c:v>65176</c:v>
                </c:pt>
                <c:pt idx="66">
                  <c:v>75702</c:v>
                </c:pt>
                <c:pt idx="67">
                  <c:v>63342</c:v>
                </c:pt>
                <c:pt idx="68">
                  <c:v>45989</c:v>
                </c:pt>
                <c:pt idx="69">
                  <c:v>69674</c:v>
                </c:pt>
                <c:pt idx="70">
                  <c:v>66313</c:v>
                </c:pt>
                <c:pt idx="71">
                  <c:v>63841</c:v>
                </c:pt>
                <c:pt idx="72">
                  <c:v>51369</c:v>
                </c:pt>
                <c:pt idx="73">
                  <c:v>50898</c:v>
                </c:pt>
                <c:pt idx="74">
                  <c:v>55951</c:v>
                </c:pt>
                <c:pt idx="75">
                  <c:v>57912</c:v>
                </c:pt>
                <c:pt idx="76">
                  <c:v>58821</c:v>
                </c:pt>
                <c:pt idx="77">
                  <c:v>64100</c:v>
                </c:pt>
                <c:pt idx="78">
                  <c:v>64795</c:v>
                </c:pt>
                <c:pt idx="79">
                  <c:v>64325</c:v>
                </c:pt>
                <c:pt idx="80">
                  <c:v>40464</c:v>
                </c:pt>
                <c:pt idx="81">
                  <c:v>66334</c:v>
                </c:pt>
                <c:pt idx="82">
                  <c:v>62204</c:v>
                </c:pt>
                <c:pt idx="83">
                  <c:v>55212</c:v>
                </c:pt>
                <c:pt idx="84">
                  <c:v>59292</c:v>
                </c:pt>
                <c:pt idx="85">
                  <c:v>71113</c:v>
                </c:pt>
                <c:pt idx="86">
                  <c:v>71952</c:v>
                </c:pt>
                <c:pt idx="87">
                  <c:v>60000</c:v>
                </c:pt>
                <c:pt idx="88">
                  <c:v>46681</c:v>
                </c:pt>
                <c:pt idx="89">
                  <c:v>62187</c:v>
                </c:pt>
                <c:pt idx="90">
                  <c:v>51479</c:v>
                </c:pt>
                <c:pt idx="91">
                  <c:v>54803</c:v>
                </c:pt>
                <c:pt idx="92">
                  <c:v>52614</c:v>
                </c:pt>
                <c:pt idx="93">
                  <c:v>63810</c:v>
                </c:pt>
                <c:pt idx="94">
                  <c:v>66426</c:v>
                </c:pt>
                <c:pt idx="95">
                  <c:v>43795</c:v>
                </c:pt>
                <c:pt idx="96">
                  <c:v>63381</c:v>
                </c:pt>
                <c:pt idx="97">
                  <c:v>83664</c:v>
                </c:pt>
                <c:pt idx="98">
                  <c:v>70777</c:v>
                </c:pt>
                <c:pt idx="99">
                  <c:v>53858</c:v>
                </c:pt>
                <c:pt idx="100">
                  <c:v>66465</c:v>
                </c:pt>
                <c:pt idx="101">
                  <c:v>75072</c:v>
                </c:pt>
                <c:pt idx="102">
                  <c:v>49505</c:v>
                </c:pt>
                <c:pt idx="103">
                  <c:v>75433</c:v>
                </c:pt>
                <c:pt idx="104">
                  <c:v>61314</c:v>
                </c:pt>
                <c:pt idx="105">
                  <c:v>42387</c:v>
                </c:pt>
                <c:pt idx="106">
                  <c:v>67309</c:v>
                </c:pt>
                <c:pt idx="107">
                  <c:v>75236</c:v>
                </c:pt>
                <c:pt idx="108">
                  <c:v>67272</c:v>
                </c:pt>
                <c:pt idx="109">
                  <c:v>51529</c:v>
                </c:pt>
                <c:pt idx="110">
                  <c:v>57959</c:v>
                </c:pt>
                <c:pt idx="111">
                  <c:v>56796</c:v>
                </c:pt>
                <c:pt idx="112">
                  <c:v>70829</c:v>
                </c:pt>
                <c:pt idx="113">
                  <c:v>65991</c:v>
                </c:pt>
                <c:pt idx="114">
                  <c:v>60597</c:v>
                </c:pt>
                <c:pt idx="115">
                  <c:v>53790</c:v>
                </c:pt>
                <c:pt idx="116">
                  <c:v>49269</c:v>
                </c:pt>
                <c:pt idx="117">
                  <c:v>61456</c:v>
                </c:pt>
                <c:pt idx="118">
                  <c:v>56937</c:v>
                </c:pt>
                <c:pt idx="119">
                  <c:v>62503</c:v>
                </c:pt>
                <c:pt idx="120">
                  <c:v>62010</c:v>
                </c:pt>
                <c:pt idx="121">
                  <c:v>41124</c:v>
                </c:pt>
                <c:pt idx="122">
                  <c:v>43057</c:v>
                </c:pt>
                <c:pt idx="123">
                  <c:v>65104</c:v>
                </c:pt>
                <c:pt idx="124">
                  <c:v>60093</c:v>
                </c:pt>
                <c:pt idx="125">
                  <c:v>78952</c:v>
                </c:pt>
                <c:pt idx="126">
                  <c:v>58308</c:v>
                </c:pt>
                <c:pt idx="127">
                  <c:v>59432</c:v>
                </c:pt>
                <c:pt idx="128">
                  <c:v>78642</c:v>
                </c:pt>
                <c:pt idx="129">
                  <c:v>67911</c:v>
                </c:pt>
                <c:pt idx="130">
                  <c:v>64355</c:v>
                </c:pt>
                <c:pt idx="131">
                  <c:v>65665</c:v>
                </c:pt>
                <c:pt idx="132">
                  <c:v>61250</c:v>
                </c:pt>
                <c:pt idx="133">
                  <c:v>44124</c:v>
                </c:pt>
                <c:pt idx="134">
                  <c:v>47682</c:v>
                </c:pt>
                <c:pt idx="135">
                  <c:v>47352</c:v>
                </c:pt>
                <c:pt idx="136">
                  <c:v>43638</c:v>
                </c:pt>
                <c:pt idx="137">
                  <c:v>54058</c:v>
                </c:pt>
                <c:pt idx="138">
                  <c:v>60504</c:v>
                </c:pt>
                <c:pt idx="139">
                  <c:v>87771</c:v>
                </c:pt>
                <c:pt idx="140">
                  <c:v>71499</c:v>
                </c:pt>
                <c:pt idx="141">
                  <c:v>62466</c:v>
                </c:pt>
                <c:pt idx="142">
                  <c:v>66565</c:v>
                </c:pt>
                <c:pt idx="143">
                  <c:v>44989</c:v>
                </c:pt>
                <c:pt idx="144">
                  <c:v>61996</c:v>
                </c:pt>
                <c:pt idx="145">
                  <c:v>40689</c:v>
                </c:pt>
                <c:pt idx="146">
                  <c:v>61794</c:v>
                </c:pt>
                <c:pt idx="147">
                  <c:v>53863</c:v>
                </c:pt>
                <c:pt idx="148">
                  <c:v>62807</c:v>
                </c:pt>
                <c:pt idx="149">
                  <c:v>61467</c:v>
                </c:pt>
                <c:pt idx="150">
                  <c:v>30522</c:v>
                </c:pt>
                <c:pt idx="151">
                  <c:v>54456</c:v>
                </c:pt>
                <c:pt idx="152">
                  <c:v>70971</c:v>
                </c:pt>
                <c:pt idx="153">
                  <c:v>69084</c:v>
                </c:pt>
                <c:pt idx="154">
                  <c:v>62466</c:v>
                </c:pt>
                <c:pt idx="155">
                  <c:v>56181</c:v>
                </c:pt>
                <c:pt idx="156">
                  <c:v>63120</c:v>
                </c:pt>
                <c:pt idx="157">
                  <c:v>73691</c:v>
                </c:pt>
                <c:pt idx="158">
                  <c:v>63381</c:v>
                </c:pt>
                <c:pt idx="159">
                  <c:v>62859</c:v>
                </c:pt>
                <c:pt idx="160">
                  <c:v>45906</c:v>
                </c:pt>
                <c:pt idx="161">
                  <c:v>78710</c:v>
                </c:pt>
                <c:pt idx="162">
                  <c:v>66886</c:v>
                </c:pt>
                <c:pt idx="163">
                  <c:v>67445</c:v>
                </c:pt>
                <c:pt idx="164">
                  <c:v>49431</c:v>
                </c:pt>
                <c:pt idx="165">
                  <c:v>73059</c:v>
                </c:pt>
                <c:pt idx="166">
                  <c:v>56253</c:v>
                </c:pt>
                <c:pt idx="167">
                  <c:v>59304</c:v>
                </c:pt>
                <c:pt idx="168">
                  <c:v>59247</c:v>
                </c:pt>
                <c:pt idx="169">
                  <c:v>77353</c:v>
                </c:pt>
                <c:pt idx="170">
                  <c:v>52614</c:v>
                </c:pt>
                <c:pt idx="171">
                  <c:v>81300</c:v>
                </c:pt>
                <c:pt idx="172">
                  <c:v>68118</c:v>
                </c:pt>
                <c:pt idx="173">
                  <c:v>66476</c:v>
                </c:pt>
                <c:pt idx="174">
                  <c:v>50611</c:v>
                </c:pt>
                <c:pt idx="175">
                  <c:v>78901</c:v>
                </c:pt>
                <c:pt idx="176">
                  <c:v>71427</c:v>
                </c:pt>
                <c:pt idx="177">
                  <c:v>71022</c:v>
                </c:pt>
                <c:pt idx="178">
                  <c:v>71952</c:v>
                </c:pt>
                <c:pt idx="179">
                  <c:v>43185</c:v>
                </c:pt>
                <c:pt idx="180">
                  <c:v>66375</c:v>
                </c:pt>
                <c:pt idx="181">
                  <c:v>55250</c:v>
                </c:pt>
                <c:pt idx="182">
                  <c:v>50272</c:v>
                </c:pt>
                <c:pt idx="183">
                  <c:v>58710</c:v>
                </c:pt>
                <c:pt idx="184">
                  <c:v>74806</c:v>
                </c:pt>
                <c:pt idx="185">
                  <c:v>53593</c:v>
                </c:pt>
                <c:pt idx="186">
                  <c:v>66373</c:v>
                </c:pt>
                <c:pt idx="187">
                  <c:v>89694</c:v>
                </c:pt>
                <c:pt idx="188">
                  <c:v>67432</c:v>
                </c:pt>
                <c:pt idx="189">
                  <c:v>62882</c:v>
                </c:pt>
                <c:pt idx="190">
                  <c:v>64108</c:v>
                </c:pt>
                <c:pt idx="191">
                  <c:v>62220</c:v>
                </c:pt>
                <c:pt idx="192">
                  <c:v>58512</c:v>
                </c:pt>
                <c:pt idx="193">
                  <c:v>79146</c:v>
                </c:pt>
                <c:pt idx="194">
                  <c:v>48726</c:v>
                </c:pt>
                <c:pt idx="195">
                  <c:v>62058</c:v>
                </c:pt>
                <c:pt idx="196">
                  <c:v>72063</c:v>
                </c:pt>
                <c:pt idx="197">
                  <c:v>42720</c:v>
                </c:pt>
                <c:pt idx="198">
                  <c:v>42564</c:v>
                </c:pt>
                <c:pt idx="199">
                  <c:v>43783</c:v>
                </c:pt>
                <c:pt idx="200">
                  <c:v>40780</c:v>
                </c:pt>
                <c:pt idx="201">
                  <c:v>70421</c:v>
                </c:pt>
                <c:pt idx="202">
                  <c:v>60161</c:v>
                </c:pt>
                <c:pt idx="203">
                  <c:v>61872</c:v>
                </c:pt>
                <c:pt idx="204">
                  <c:v>59666</c:v>
                </c:pt>
                <c:pt idx="205">
                  <c:v>52750</c:v>
                </c:pt>
                <c:pt idx="206">
                  <c:v>65685</c:v>
                </c:pt>
                <c:pt idx="207">
                  <c:v>87771</c:v>
                </c:pt>
                <c:pt idx="208">
                  <c:v>93404</c:v>
                </c:pt>
                <c:pt idx="209">
                  <c:v>56575</c:v>
                </c:pt>
                <c:pt idx="210">
                  <c:v>71391</c:v>
                </c:pt>
                <c:pt idx="211">
                  <c:v>56628</c:v>
                </c:pt>
                <c:pt idx="212">
                  <c:v>40049</c:v>
                </c:pt>
                <c:pt idx="213">
                  <c:v>55284</c:v>
                </c:pt>
                <c:pt idx="214">
                  <c:v>49166</c:v>
                </c:pt>
                <c:pt idx="215">
                  <c:v>65324</c:v>
                </c:pt>
                <c:pt idx="216">
                  <c:v>46374</c:v>
                </c:pt>
                <c:pt idx="217">
                  <c:v>60474</c:v>
                </c:pt>
                <c:pt idx="218">
                  <c:v>55357</c:v>
                </c:pt>
                <c:pt idx="219">
                  <c:v>38683</c:v>
                </c:pt>
                <c:pt idx="220">
                  <c:v>43456</c:v>
                </c:pt>
                <c:pt idx="221">
                  <c:v>53172</c:v>
                </c:pt>
                <c:pt idx="222">
                  <c:v>62450</c:v>
                </c:pt>
                <c:pt idx="223">
                  <c:v>61346</c:v>
                </c:pt>
                <c:pt idx="224">
                  <c:v>42835</c:v>
                </c:pt>
                <c:pt idx="225">
                  <c:v>51195</c:v>
                </c:pt>
                <c:pt idx="226">
                  <c:v>51390</c:v>
                </c:pt>
                <c:pt idx="227">
                  <c:v>55260</c:v>
                </c:pt>
                <c:pt idx="228">
                  <c:v>64090</c:v>
                </c:pt>
                <c:pt idx="229">
                  <c:v>37087</c:v>
                </c:pt>
                <c:pt idx="230">
                  <c:v>52278</c:v>
                </c:pt>
                <c:pt idx="231">
                  <c:v>83033</c:v>
                </c:pt>
                <c:pt idx="232">
                  <c:v>68397</c:v>
                </c:pt>
                <c:pt idx="233">
                  <c:v>64950</c:v>
                </c:pt>
                <c:pt idx="234">
                  <c:v>67536</c:v>
                </c:pt>
                <c:pt idx="235">
                  <c:v>55239</c:v>
                </c:pt>
                <c:pt idx="236">
                  <c:v>60554</c:v>
                </c:pt>
                <c:pt idx="237">
                  <c:v>64831</c:v>
                </c:pt>
                <c:pt idx="238">
                  <c:v>56067</c:v>
                </c:pt>
                <c:pt idx="239">
                  <c:v>57937</c:v>
                </c:pt>
                <c:pt idx="240">
                  <c:v>68274</c:v>
                </c:pt>
                <c:pt idx="241">
                  <c:v>67893</c:v>
                </c:pt>
                <c:pt idx="242">
                  <c:v>59754</c:v>
                </c:pt>
                <c:pt idx="243">
                  <c:v>53700</c:v>
                </c:pt>
                <c:pt idx="244">
                  <c:v>54237</c:v>
                </c:pt>
                <c:pt idx="245">
                  <c:v>52597</c:v>
                </c:pt>
                <c:pt idx="246">
                  <c:v>54753</c:v>
                </c:pt>
                <c:pt idx="247">
                  <c:v>44010</c:v>
                </c:pt>
                <c:pt idx="248">
                  <c:v>59052</c:v>
                </c:pt>
                <c:pt idx="249">
                  <c:v>53103</c:v>
                </c:pt>
                <c:pt idx="250">
                  <c:v>63693</c:v>
                </c:pt>
                <c:pt idx="251">
                  <c:v>42021</c:v>
                </c:pt>
                <c:pt idx="252">
                  <c:v>52845</c:v>
                </c:pt>
                <c:pt idx="253">
                  <c:v>78028</c:v>
                </c:pt>
                <c:pt idx="254">
                  <c:v>56337</c:v>
                </c:pt>
                <c:pt idx="255">
                  <c:v>36930</c:v>
                </c:pt>
                <c:pt idx="256">
                  <c:v>36130</c:v>
                </c:pt>
                <c:pt idx="257">
                  <c:v>65569</c:v>
                </c:pt>
                <c:pt idx="258">
                  <c:v>77568</c:v>
                </c:pt>
                <c:pt idx="259">
                  <c:v>64504</c:v>
                </c:pt>
                <c:pt idx="260">
                  <c:v>56320</c:v>
                </c:pt>
                <c:pt idx="261">
                  <c:v>68316</c:v>
                </c:pt>
                <c:pt idx="262">
                  <c:v>47703</c:v>
                </c:pt>
                <c:pt idx="263">
                  <c:v>61180</c:v>
                </c:pt>
                <c:pt idx="264">
                  <c:v>33168</c:v>
                </c:pt>
                <c:pt idx="265">
                  <c:v>77037</c:v>
                </c:pt>
                <c:pt idx="266">
                  <c:v>35196</c:v>
                </c:pt>
                <c:pt idx="267">
                  <c:v>44529</c:v>
                </c:pt>
                <c:pt idx="268">
                  <c:v>62845</c:v>
                </c:pt>
                <c:pt idx="269">
                  <c:v>65196</c:v>
                </c:pt>
                <c:pt idx="270">
                  <c:v>64176</c:v>
                </c:pt>
                <c:pt idx="271">
                  <c:v>70713</c:v>
                </c:pt>
                <c:pt idx="272">
                  <c:v>59925</c:v>
                </c:pt>
                <c:pt idx="273">
                  <c:v>36715</c:v>
                </c:pt>
                <c:pt idx="274">
                  <c:v>54233</c:v>
                </c:pt>
                <c:pt idx="275">
                  <c:v>79803</c:v>
                </c:pt>
                <c:pt idx="276">
                  <c:v>56775</c:v>
                </c:pt>
                <c:pt idx="277">
                  <c:v>54210</c:v>
                </c:pt>
                <c:pt idx="278">
                  <c:v>38508</c:v>
                </c:pt>
                <c:pt idx="279">
                  <c:v>65463</c:v>
                </c:pt>
                <c:pt idx="280">
                  <c:v>71819</c:v>
                </c:pt>
                <c:pt idx="281">
                  <c:v>47025</c:v>
                </c:pt>
                <c:pt idx="282">
                  <c:v>70566</c:v>
                </c:pt>
                <c:pt idx="283">
                  <c:v>46734</c:v>
                </c:pt>
                <c:pt idx="284">
                  <c:v>39552</c:v>
                </c:pt>
                <c:pt idx="285">
                  <c:v>86358</c:v>
                </c:pt>
                <c:pt idx="286">
                  <c:v>67381</c:v>
                </c:pt>
                <c:pt idx="287">
                  <c:v>85606</c:v>
                </c:pt>
                <c:pt idx="288">
                  <c:v>49678</c:v>
                </c:pt>
                <c:pt idx="289">
                  <c:v>56129</c:v>
                </c:pt>
                <c:pt idx="290">
                  <c:v>54450</c:v>
                </c:pt>
                <c:pt idx="291">
                  <c:v>57744</c:v>
                </c:pt>
                <c:pt idx="292">
                  <c:v>68142</c:v>
                </c:pt>
                <c:pt idx="293">
                  <c:v>46049</c:v>
                </c:pt>
                <c:pt idx="294">
                  <c:v>57304</c:v>
                </c:pt>
                <c:pt idx="295">
                  <c:v>54450</c:v>
                </c:pt>
                <c:pt idx="296">
                  <c:v>59594</c:v>
                </c:pt>
                <c:pt idx="297">
                  <c:v>62710</c:v>
                </c:pt>
                <c:pt idx="298">
                  <c:v>54386</c:v>
                </c:pt>
                <c:pt idx="299">
                  <c:v>48070</c:v>
                </c:pt>
                <c:pt idx="300">
                  <c:v>43140</c:v>
                </c:pt>
                <c:pt idx="301">
                  <c:v>54959</c:v>
                </c:pt>
                <c:pt idx="302">
                  <c:v>62000</c:v>
                </c:pt>
                <c:pt idx="303">
                  <c:v>67369</c:v>
                </c:pt>
                <c:pt idx="304">
                  <c:v>63841</c:v>
                </c:pt>
                <c:pt idx="305">
                  <c:v>70091</c:v>
                </c:pt>
                <c:pt idx="306">
                  <c:v>58113</c:v>
                </c:pt>
                <c:pt idx="307">
                  <c:v>50965</c:v>
                </c:pt>
                <c:pt idx="308">
                  <c:v>42213</c:v>
                </c:pt>
                <c:pt idx="309">
                  <c:v>65748</c:v>
                </c:pt>
                <c:pt idx="310">
                  <c:v>77044</c:v>
                </c:pt>
                <c:pt idx="311">
                  <c:v>56721</c:v>
                </c:pt>
                <c:pt idx="312">
                  <c:v>61559</c:v>
                </c:pt>
                <c:pt idx="313">
                  <c:v>34377</c:v>
                </c:pt>
                <c:pt idx="314">
                  <c:v>75032</c:v>
                </c:pt>
                <c:pt idx="315">
                  <c:v>54730</c:v>
                </c:pt>
                <c:pt idx="316">
                  <c:v>64722</c:v>
                </c:pt>
                <c:pt idx="317">
                  <c:v>27683</c:v>
                </c:pt>
                <c:pt idx="318">
                  <c:v>65106</c:v>
                </c:pt>
                <c:pt idx="319">
                  <c:v>67433</c:v>
                </c:pt>
                <c:pt idx="320">
                  <c:v>77766</c:v>
                </c:pt>
                <c:pt idx="321">
                  <c:v>74716</c:v>
                </c:pt>
                <c:pt idx="322">
                  <c:v>68118</c:v>
                </c:pt>
                <c:pt idx="323">
                  <c:v>55158</c:v>
                </c:pt>
                <c:pt idx="324">
                  <c:v>62972</c:v>
                </c:pt>
                <c:pt idx="325">
                  <c:v>74190</c:v>
                </c:pt>
                <c:pt idx="326">
                  <c:v>53378</c:v>
                </c:pt>
                <c:pt idx="327">
                  <c:v>64191</c:v>
                </c:pt>
                <c:pt idx="328">
                  <c:v>57183</c:v>
                </c:pt>
                <c:pt idx="329">
                  <c:v>66303</c:v>
                </c:pt>
                <c:pt idx="330">
                  <c:v>46149</c:v>
                </c:pt>
                <c:pt idx="331">
                  <c:v>57091</c:v>
                </c:pt>
                <c:pt idx="332">
                  <c:v>57811</c:v>
                </c:pt>
                <c:pt idx="333">
                  <c:v>60894</c:v>
                </c:pt>
                <c:pt idx="334">
                  <c:v>50200</c:v>
                </c:pt>
                <c:pt idx="335">
                  <c:v>59868</c:v>
                </c:pt>
                <c:pt idx="336">
                  <c:v>65695</c:v>
                </c:pt>
                <c:pt idx="337">
                  <c:v>45143</c:v>
                </c:pt>
                <c:pt idx="338">
                  <c:v>74805</c:v>
                </c:pt>
                <c:pt idx="339">
                  <c:v>59060</c:v>
                </c:pt>
                <c:pt idx="340">
                  <c:v>47009</c:v>
                </c:pt>
                <c:pt idx="341">
                  <c:v>46692</c:v>
                </c:pt>
                <c:pt idx="342">
                  <c:v>77382</c:v>
                </c:pt>
                <c:pt idx="343">
                  <c:v>37774</c:v>
                </c:pt>
                <c:pt idx="344">
                  <c:v>72828</c:v>
                </c:pt>
                <c:pt idx="345">
                  <c:v>48752</c:v>
                </c:pt>
                <c:pt idx="346">
                  <c:v>71434</c:v>
                </c:pt>
                <c:pt idx="347">
                  <c:v>88097</c:v>
                </c:pt>
                <c:pt idx="348">
                  <c:v>51948</c:v>
                </c:pt>
                <c:pt idx="349">
                  <c:v>43263</c:v>
                </c:pt>
                <c:pt idx="350">
                  <c:v>62845</c:v>
                </c:pt>
                <c:pt idx="351">
                  <c:v>62061</c:v>
                </c:pt>
                <c:pt idx="352">
                  <c:v>58554</c:v>
                </c:pt>
                <c:pt idx="353">
                  <c:v>53034</c:v>
                </c:pt>
                <c:pt idx="354">
                  <c:v>59601</c:v>
                </c:pt>
                <c:pt idx="355">
                  <c:v>47025</c:v>
                </c:pt>
                <c:pt idx="356">
                  <c:v>50611</c:v>
                </c:pt>
                <c:pt idx="357">
                  <c:v>56242</c:v>
                </c:pt>
                <c:pt idx="358">
                  <c:v>48904</c:v>
                </c:pt>
                <c:pt idx="359">
                  <c:v>57420</c:v>
                </c:pt>
                <c:pt idx="360">
                  <c:v>63915</c:v>
                </c:pt>
                <c:pt idx="361">
                  <c:v>63841</c:v>
                </c:pt>
                <c:pt idx="362">
                  <c:v>51039</c:v>
                </c:pt>
                <c:pt idx="363">
                  <c:v>65685</c:v>
                </c:pt>
                <c:pt idx="364">
                  <c:v>36864</c:v>
                </c:pt>
                <c:pt idx="365">
                  <c:v>44511</c:v>
                </c:pt>
                <c:pt idx="366">
                  <c:v>47352</c:v>
                </c:pt>
                <c:pt idx="367">
                  <c:v>67087</c:v>
                </c:pt>
                <c:pt idx="368">
                  <c:v>57045</c:v>
                </c:pt>
                <c:pt idx="369">
                  <c:v>69389</c:v>
                </c:pt>
                <c:pt idx="370">
                  <c:v>80134</c:v>
                </c:pt>
                <c:pt idx="371">
                  <c:v>63810</c:v>
                </c:pt>
                <c:pt idx="372">
                  <c:v>70844</c:v>
                </c:pt>
                <c:pt idx="373">
                  <c:v>52852</c:v>
                </c:pt>
                <c:pt idx="374">
                  <c:v>69401</c:v>
                </c:pt>
                <c:pt idx="375">
                  <c:v>46053</c:v>
                </c:pt>
                <c:pt idx="376">
                  <c:v>43300</c:v>
                </c:pt>
                <c:pt idx="377">
                  <c:v>64866</c:v>
                </c:pt>
                <c:pt idx="378">
                  <c:v>57957</c:v>
                </c:pt>
                <c:pt idx="379">
                  <c:v>49476</c:v>
                </c:pt>
                <c:pt idx="380">
                  <c:v>50725</c:v>
                </c:pt>
                <c:pt idx="381">
                  <c:v>67419</c:v>
                </c:pt>
                <c:pt idx="382">
                  <c:v>94871</c:v>
                </c:pt>
                <c:pt idx="383">
                  <c:v>65148</c:v>
                </c:pt>
                <c:pt idx="384">
                  <c:v>57072</c:v>
                </c:pt>
                <c:pt idx="385">
                  <c:v>60474</c:v>
                </c:pt>
                <c:pt idx="386">
                  <c:v>62807</c:v>
                </c:pt>
                <c:pt idx="387">
                  <c:v>75484</c:v>
                </c:pt>
                <c:pt idx="388">
                  <c:v>70379</c:v>
                </c:pt>
                <c:pt idx="389">
                  <c:v>76998</c:v>
                </c:pt>
                <c:pt idx="390">
                  <c:v>49854</c:v>
                </c:pt>
                <c:pt idx="391">
                  <c:v>60585</c:v>
                </c:pt>
                <c:pt idx="392">
                  <c:v>57867</c:v>
                </c:pt>
                <c:pt idx="393">
                  <c:v>53374</c:v>
                </c:pt>
                <c:pt idx="394">
                  <c:v>71706</c:v>
                </c:pt>
                <c:pt idx="395">
                  <c:v>53253</c:v>
                </c:pt>
                <c:pt idx="396">
                  <c:v>42014</c:v>
                </c:pt>
                <c:pt idx="397">
                  <c:v>54108</c:v>
                </c:pt>
                <c:pt idx="398">
                  <c:v>57136</c:v>
                </c:pt>
                <c:pt idx="399">
                  <c:v>46772</c:v>
                </c:pt>
                <c:pt idx="400">
                  <c:v>53977</c:v>
                </c:pt>
                <c:pt idx="401">
                  <c:v>73538</c:v>
                </c:pt>
                <c:pt idx="402">
                  <c:v>55759</c:v>
                </c:pt>
                <c:pt idx="403">
                  <c:v>58597</c:v>
                </c:pt>
                <c:pt idx="404">
                  <c:v>57036</c:v>
                </c:pt>
                <c:pt idx="405">
                  <c:v>69283</c:v>
                </c:pt>
                <c:pt idx="406">
                  <c:v>71969</c:v>
                </c:pt>
                <c:pt idx="407">
                  <c:v>59235</c:v>
                </c:pt>
                <c:pt idx="408">
                  <c:v>74881</c:v>
                </c:pt>
                <c:pt idx="409">
                  <c:v>51983</c:v>
                </c:pt>
                <c:pt idx="410">
                  <c:v>66033</c:v>
                </c:pt>
                <c:pt idx="411">
                  <c:v>63943</c:v>
                </c:pt>
                <c:pt idx="412">
                  <c:v>67445</c:v>
                </c:pt>
                <c:pt idx="413">
                  <c:v>70179</c:v>
                </c:pt>
                <c:pt idx="414">
                  <c:v>47958</c:v>
                </c:pt>
                <c:pt idx="415">
                  <c:v>63972</c:v>
                </c:pt>
                <c:pt idx="416">
                  <c:v>75315</c:v>
                </c:pt>
                <c:pt idx="417">
                  <c:v>55517</c:v>
                </c:pt>
                <c:pt idx="418">
                  <c:v>75283</c:v>
                </c:pt>
                <c:pt idx="419">
                  <c:v>42014</c:v>
                </c:pt>
                <c:pt idx="420">
                  <c:v>38201</c:v>
                </c:pt>
                <c:pt idx="421">
                  <c:v>60482</c:v>
                </c:pt>
                <c:pt idx="422">
                  <c:v>45143</c:v>
                </c:pt>
                <c:pt idx="423">
                  <c:v>48432</c:v>
                </c:pt>
                <c:pt idx="424">
                  <c:v>76445</c:v>
                </c:pt>
                <c:pt idx="425">
                  <c:v>53843</c:v>
                </c:pt>
                <c:pt idx="426">
                  <c:v>71855</c:v>
                </c:pt>
                <c:pt idx="427">
                  <c:v>60432</c:v>
                </c:pt>
                <c:pt idx="428">
                  <c:v>55434</c:v>
                </c:pt>
                <c:pt idx="429">
                  <c:v>52973</c:v>
                </c:pt>
                <c:pt idx="430">
                  <c:v>50664</c:v>
                </c:pt>
                <c:pt idx="431">
                  <c:v>47111</c:v>
                </c:pt>
                <c:pt idx="432">
                  <c:v>73059</c:v>
                </c:pt>
                <c:pt idx="433">
                  <c:v>46681</c:v>
                </c:pt>
                <c:pt idx="434">
                  <c:v>59821</c:v>
                </c:pt>
                <c:pt idx="435">
                  <c:v>50002</c:v>
                </c:pt>
                <c:pt idx="436">
                  <c:v>64140</c:v>
                </c:pt>
                <c:pt idx="437">
                  <c:v>56386</c:v>
                </c:pt>
                <c:pt idx="438">
                  <c:v>75774</c:v>
                </c:pt>
                <c:pt idx="439">
                  <c:v>36634</c:v>
                </c:pt>
                <c:pt idx="440">
                  <c:v>62670</c:v>
                </c:pt>
                <c:pt idx="441">
                  <c:v>50334</c:v>
                </c:pt>
                <c:pt idx="442">
                  <c:v>50729</c:v>
                </c:pt>
                <c:pt idx="443">
                  <c:v>64892</c:v>
                </c:pt>
                <c:pt idx="444">
                  <c:v>63246</c:v>
                </c:pt>
                <c:pt idx="445">
                  <c:v>69084</c:v>
                </c:pt>
                <c:pt idx="446">
                  <c:v>77766</c:v>
                </c:pt>
                <c:pt idx="447">
                  <c:v>69016</c:v>
                </c:pt>
                <c:pt idx="448">
                  <c:v>49544</c:v>
                </c:pt>
                <c:pt idx="449">
                  <c:v>56534</c:v>
                </c:pt>
                <c:pt idx="450">
                  <c:v>58350</c:v>
                </c:pt>
                <c:pt idx="451">
                  <c:v>49090</c:v>
                </c:pt>
                <c:pt idx="452">
                  <c:v>62335</c:v>
                </c:pt>
                <c:pt idx="453">
                  <c:v>73705</c:v>
                </c:pt>
                <c:pt idx="454">
                  <c:v>61064</c:v>
                </c:pt>
                <c:pt idx="455">
                  <c:v>55012</c:v>
                </c:pt>
                <c:pt idx="456">
                  <c:v>58656</c:v>
                </c:pt>
                <c:pt idx="457">
                  <c:v>52117</c:v>
                </c:pt>
                <c:pt idx="458">
                  <c:v>64813</c:v>
                </c:pt>
                <c:pt idx="459">
                  <c:v>77520</c:v>
                </c:pt>
                <c:pt idx="460">
                  <c:v>35196</c:v>
                </c:pt>
                <c:pt idx="461">
                  <c:v>60230</c:v>
                </c:pt>
                <c:pt idx="462">
                  <c:v>55424</c:v>
                </c:pt>
                <c:pt idx="463">
                  <c:v>74881</c:v>
                </c:pt>
                <c:pt idx="464">
                  <c:v>71107</c:v>
                </c:pt>
                <c:pt idx="465">
                  <c:v>75342</c:v>
                </c:pt>
                <c:pt idx="466">
                  <c:v>70044</c:v>
                </c:pt>
                <c:pt idx="467">
                  <c:v>79146</c:v>
                </c:pt>
                <c:pt idx="468">
                  <c:v>37292</c:v>
                </c:pt>
                <c:pt idx="469">
                  <c:v>58086</c:v>
                </c:pt>
                <c:pt idx="470">
                  <c:v>69901</c:v>
                </c:pt>
                <c:pt idx="471">
                  <c:v>63342</c:v>
                </c:pt>
                <c:pt idx="472">
                  <c:v>44989</c:v>
                </c:pt>
                <c:pt idx="473">
                  <c:v>51569</c:v>
                </c:pt>
                <c:pt idx="474">
                  <c:v>77981</c:v>
                </c:pt>
                <c:pt idx="475">
                  <c:v>62905</c:v>
                </c:pt>
                <c:pt idx="476">
                  <c:v>59481</c:v>
                </c:pt>
                <c:pt idx="477">
                  <c:v>72117</c:v>
                </c:pt>
                <c:pt idx="478">
                  <c:v>67131</c:v>
                </c:pt>
                <c:pt idx="479">
                  <c:v>71232</c:v>
                </c:pt>
                <c:pt idx="480">
                  <c:v>49094</c:v>
                </c:pt>
                <c:pt idx="481">
                  <c:v>60839</c:v>
                </c:pt>
                <c:pt idx="482">
                  <c:v>77298</c:v>
                </c:pt>
                <c:pt idx="483">
                  <c:v>62535</c:v>
                </c:pt>
                <c:pt idx="484">
                  <c:v>63404</c:v>
                </c:pt>
                <c:pt idx="485">
                  <c:v>75774</c:v>
                </c:pt>
                <c:pt idx="486">
                  <c:v>78416</c:v>
                </c:pt>
                <c:pt idx="487">
                  <c:v>75702</c:v>
                </c:pt>
                <c:pt idx="488">
                  <c:v>37070</c:v>
                </c:pt>
                <c:pt idx="489">
                  <c:v>53977</c:v>
                </c:pt>
                <c:pt idx="490">
                  <c:v>7144</c:v>
                </c:pt>
                <c:pt idx="491">
                  <c:v>46757</c:v>
                </c:pt>
                <c:pt idx="492">
                  <c:v>58582</c:v>
                </c:pt>
                <c:pt idx="493">
                  <c:v>50387</c:v>
                </c:pt>
                <c:pt idx="494">
                  <c:v>62568</c:v>
                </c:pt>
                <c:pt idx="495">
                  <c:v>63967</c:v>
                </c:pt>
                <c:pt idx="496">
                  <c:v>54111</c:v>
                </c:pt>
                <c:pt idx="497">
                  <c:v>44911</c:v>
                </c:pt>
                <c:pt idx="498">
                  <c:v>54693</c:v>
                </c:pt>
                <c:pt idx="499">
                  <c:v>47743</c:v>
                </c:pt>
                <c:pt idx="500">
                  <c:v>62972</c:v>
                </c:pt>
                <c:pt idx="501">
                  <c:v>57333</c:v>
                </c:pt>
                <c:pt idx="502">
                  <c:v>57705</c:v>
                </c:pt>
                <c:pt idx="503">
                  <c:v>74290</c:v>
                </c:pt>
                <c:pt idx="504">
                  <c:v>54006</c:v>
                </c:pt>
                <c:pt idx="505">
                  <c:v>69063</c:v>
                </c:pt>
                <c:pt idx="506">
                  <c:v>70886</c:v>
                </c:pt>
                <c:pt idx="507">
                  <c:v>60208</c:v>
                </c:pt>
                <c:pt idx="508">
                  <c:v>30538</c:v>
                </c:pt>
                <c:pt idx="509">
                  <c:v>60200</c:v>
                </c:pt>
                <c:pt idx="510">
                  <c:v>69702</c:v>
                </c:pt>
                <c:pt idx="511">
                  <c:v>62772</c:v>
                </c:pt>
                <c:pt idx="512">
                  <c:v>76532</c:v>
                </c:pt>
                <c:pt idx="513">
                  <c:v>42081</c:v>
                </c:pt>
                <c:pt idx="514">
                  <c:v>61671</c:v>
                </c:pt>
                <c:pt idx="515">
                  <c:v>59292</c:v>
                </c:pt>
                <c:pt idx="516">
                  <c:v>60491</c:v>
                </c:pt>
                <c:pt idx="517">
                  <c:v>77870</c:v>
                </c:pt>
                <c:pt idx="518">
                  <c:v>52278</c:v>
                </c:pt>
                <c:pt idx="519">
                  <c:v>57107</c:v>
                </c:pt>
                <c:pt idx="520">
                  <c:v>70932</c:v>
                </c:pt>
                <c:pt idx="521">
                  <c:v>80982</c:v>
                </c:pt>
                <c:pt idx="522">
                  <c:v>55212</c:v>
                </c:pt>
                <c:pt idx="523">
                  <c:v>62694</c:v>
                </c:pt>
                <c:pt idx="524">
                  <c:v>67472</c:v>
                </c:pt>
                <c:pt idx="525">
                  <c:v>75903</c:v>
                </c:pt>
                <c:pt idx="526">
                  <c:v>54998</c:v>
                </c:pt>
                <c:pt idx="527">
                  <c:v>54356</c:v>
                </c:pt>
                <c:pt idx="528">
                  <c:v>83891</c:v>
                </c:pt>
                <c:pt idx="529">
                  <c:v>56939</c:v>
                </c:pt>
                <c:pt idx="530">
                  <c:v>46998</c:v>
                </c:pt>
                <c:pt idx="531">
                  <c:v>70053</c:v>
                </c:pt>
                <c:pt idx="532">
                  <c:v>64474</c:v>
                </c:pt>
                <c:pt idx="533">
                  <c:v>77226</c:v>
                </c:pt>
                <c:pt idx="534">
                  <c:v>55686</c:v>
                </c:pt>
                <c:pt idx="535">
                  <c:v>40794</c:v>
                </c:pt>
                <c:pt idx="536">
                  <c:v>4428</c:v>
                </c:pt>
                <c:pt idx="537">
                  <c:v>53201</c:v>
                </c:pt>
                <c:pt idx="538">
                  <c:v>56559</c:v>
                </c:pt>
                <c:pt idx="539">
                  <c:v>32644</c:v>
                </c:pt>
                <c:pt idx="540">
                  <c:v>63684</c:v>
                </c:pt>
                <c:pt idx="541">
                  <c:v>41638</c:v>
                </c:pt>
                <c:pt idx="542">
                  <c:v>65814</c:v>
                </c:pt>
                <c:pt idx="543">
                  <c:v>77027</c:v>
                </c:pt>
                <c:pt idx="544">
                  <c:v>71322</c:v>
                </c:pt>
                <c:pt idx="545">
                  <c:v>49912</c:v>
                </c:pt>
                <c:pt idx="546">
                  <c:v>68117</c:v>
                </c:pt>
                <c:pt idx="547">
                  <c:v>67225</c:v>
                </c:pt>
                <c:pt idx="548">
                  <c:v>55914</c:v>
                </c:pt>
                <c:pt idx="549">
                  <c:v>40059</c:v>
                </c:pt>
                <c:pt idx="550">
                  <c:v>75330</c:v>
                </c:pt>
                <c:pt idx="551">
                  <c:v>60689</c:v>
                </c:pt>
                <c:pt idx="552">
                  <c:v>83273</c:v>
                </c:pt>
                <c:pt idx="553">
                  <c:v>37150</c:v>
                </c:pt>
                <c:pt idx="554">
                  <c:v>55801</c:v>
                </c:pt>
                <c:pt idx="555">
                  <c:v>76320</c:v>
                </c:pt>
                <c:pt idx="556">
                  <c:v>70179</c:v>
                </c:pt>
                <c:pt idx="557">
                  <c:v>59462</c:v>
                </c:pt>
                <c:pt idx="558">
                  <c:v>67445</c:v>
                </c:pt>
                <c:pt idx="559">
                  <c:v>67046</c:v>
                </c:pt>
                <c:pt idx="560">
                  <c:v>77610</c:v>
                </c:pt>
                <c:pt idx="561">
                  <c:v>54591</c:v>
                </c:pt>
                <c:pt idx="562">
                  <c:v>71866</c:v>
                </c:pt>
                <c:pt idx="563">
                  <c:v>51651</c:v>
                </c:pt>
                <c:pt idx="564">
                  <c:v>56796</c:v>
                </c:pt>
                <c:pt idx="565">
                  <c:v>79823</c:v>
                </c:pt>
                <c:pt idx="566">
                  <c:v>49912</c:v>
                </c:pt>
                <c:pt idx="567">
                  <c:v>54252</c:v>
                </c:pt>
                <c:pt idx="568">
                  <c:v>81929</c:v>
                </c:pt>
                <c:pt idx="569">
                  <c:v>76068</c:v>
                </c:pt>
                <c:pt idx="570">
                  <c:v>67911</c:v>
                </c:pt>
                <c:pt idx="571">
                  <c:v>78128</c:v>
                </c:pt>
                <c:pt idx="572">
                  <c:v>72967</c:v>
                </c:pt>
                <c:pt idx="573">
                  <c:v>48150</c:v>
                </c:pt>
                <c:pt idx="574">
                  <c:v>58275</c:v>
                </c:pt>
                <c:pt idx="575">
                  <c:v>45736</c:v>
                </c:pt>
                <c:pt idx="576">
                  <c:v>66476</c:v>
                </c:pt>
                <c:pt idx="577">
                  <c:v>69805</c:v>
                </c:pt>
                <c:pt idx="578">
                  <c:v>53230</c:v>
                </c:pt>
                <c:pt idx="579">
                  <c:v>61286</c:v>
                </c:pt>
                <c:pt idx="580">
                  <c:v>65333</c:v>
                </c:pt>
                <c:pt idx="581">
                  <c:v>58482</c:v>
                </c:pt>
                <c:pt idx="582">
                  <c:v>60896</c:v>
                </c:pt>
                <c:pt idx="583">
                  <c:v>47320</c:v>
                </c:pt>
                <c:pt idx="584">
                  <c:v>69263</c:v>
                </c:pt>
                <c:pt idx="585">
                  <c:v>60934</c:v>
                </c:pt>
                <c:pt idx="586">
                  <c:v>71965</c:v>
                </c:pt>
                <c:pt idx="587">
                  <c:v>65210</c:v>
                </c:pt>
                <c:pt idx="588">
                  <c:v>48432</c:v>
                </c:pt>
                <c:pt idx="589">
                  <c:v>52914</c:v>
                </c:pt>
                <c:pt idx="590">
                  <c:v>44325</c:v>
                </c:pt>
                <c:pt idx="591">
                  <c:v>67716</c:v>
                </c:pt>
                <c:pt idx="592">
                  <c:v>76234</c:v>
                </c:pt>
                <c:pt idx="593">
                  <c:v>73803</c:v>
                </c:pt>
                <c:pt idx="594">
                  <c:v>55593</c:v>
                </c:pt>
                <c:pt idx="595">
                  <c:v>50501</c:v>
                </c:pt>
                <c:pt idx="596">
                  <c:v>57731</c:v>
                </c:pt>
                <c:pt idx="597">
                  <c:v>48432</c:v>
                </c:pt>
                <c:pt idx="598">
                  <c:v>73807</c:v>
                </c:pt>
                <c:pt idx="599">
                  <c:v>61014</c:v>
                </c:pt>
                <c:pt idx="600">
                  <c:v>41769</c:v>
                </c:pt>
                <c:pt idx="601">
                  <c:v>40101</c:v>
                </c:pt>
                <c:pt idx="602">
                  <c:v>58025</c:v>
                </c:pt>
                <c:pt idx="603">
                  <c:v>57642</c:v>
                </c:pt>
                <c:pt idx="604">
                  <c:v>58554</c:v>
                </c:pt>
                <c:pt idx="605">
                  <c:v>63777</c:v>
                </c:pt>
                <c:pt idx="606">
                  <c:v>57967</c:v>
                </c:pt>
                <c:pt idx="607">
                  <c:v>61223</c:v>
                </c:pt>
                <c:pt idx="608">
                  <c:v>69245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B03-472E-9F4F-B2B0466BDE3A}"/>
            </c:ext>
          </c:extLst>
        </c:ser>
        <c:ser>
          <c:idx val="3"/>
          <c:order val="3"/>
          <c:tx>
            <c:strRef>
              <c:f>Sheet1!$B$1725</c:f>
              <c:strCache>
                <c:ptCount val="1"/>
                <c:pt idx="0">
                  <c:v>C3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6D28D9"/>
              </a:solidFill>
              <a:ln w="3810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xVal>
            <c:numRef>
              <c:f>Sheet1!$A$1726:$A$2219</c:f>
              <c:numCache>
                <c:formatCode>General</c:formatCode>
                <c:ptCount val="494"/>
                <c:pt idx="0">
                  <c:v>1617</c:v>
                </c:pt>
                <c:pt idx="1">
                  <c:v>776</c:v>
                </c:pt>
                <c:pt idx="2">
                  <c:v>1102</c:v>
                </c:pt>
                <c:pt idx="3">
                  <c:v>1315</c:v>
                </c:pt>
                <c:pt idx="4">
                  <c:v>1672</c:v>
                </c:pt>
                <c:pt idx="5">
                  <c:v>1196</c:v>
                </c:pt>
                <c:pt idx="6">
                  <c:v>902</c:v>
                </c:pt>
                <c:pt idx="7">
                  <c:v>984</c:v>
                </c:pt>
                <c:pt idx="8">
                  <c:v>1693</c:v>
                </c:pt>
                <c:pt idx="9">
                  <c:v>1617</c:v>
                </c:pt>
                <c:pt idx="10">
                  <c:v>1957</c:v>
                </c:pt>
                <c:pt idx="11">
                  <c:v>1093</c:v>
                </c:pt>
                <c:pt idx="12">
                  <c:v>1438</c:v>
                </c:pt>
                <c:pt idx="13">
                  <c:v>1076</c:v>
                </c:pt>
                <c:pt idx="14">
                  <c:v>1274</c:v>
                </c:pt>
                <c:pt idx="15">
                  <c:v>1253</c:v>
                </c:pt>
                <c:pt idx="16">
                  <c:v>1890</c:v>
                </c:pt>
                <c:pt idx="17">
                  <c:v>2209</c:v>
                </c:pt>
                <c:pt idx="18">
                  <c:v>778</c:v>
                </c:pt>
                <c:pt idx="19">
                  <c:v>1366</c:v>
                </c:pt>
                <c:pt idx="20">
                  <c:v>978</c:v>
                </c:pt>
                <c:pt idx="21">
                  <c:v>1120</c:v>
                </c:pt>
                <c:pt idx="22">
                  <c:v>1097</c:v>
                </c:pt>
                <c:pt idx="23">
                  <c:v>850</c:v>
                </c:pt>
                <c:pt idx="24">
                  <c:v>730</c:v>
                </c:pt>
                <c:pt idx="25">
                  <c:v>1724</c:v>
                </c:pt>
                <c:pt idx="26">
                  <c:v>1135</c:v>
                </c:pt>
                <c:pt idx="27">
                  <c:v>559</c:v>
                </c:pt>
                <c:pt idx="28">
                  <c:v>1923</c:v>
                </c:pt>
                <c:pt idx="29">
                  <c:v>725</c:v>
                </c:pt>
                <c:pt idx="30">
                  <c:v>1482</c:v>
                </c:pt>
                <c:pt idx="31">
                  <c:v>2077</c:v>
                </c:pt>
                <c:pt idx="32">
                  <c:v>1385</c:v>
                </c:pt>
                <c:pt idx="33">
                  <c:v>1381</c:v>
                </c:pt>
                <c:pt idx="34">
                  <c:v>1231</c:v>
                </c:pt>
                <c:pt idx="35">
                  <c:v>1706</c:v>
                </c:pt>
                <c:pt idx="36">
                  <c:v>1293</c:v>
                </c:pt>
                <c:pt idx="37">
                  <c:v>421</c:v>
                </c:pt>
                <c:pt idx="38">
                  <c:v>1117</c:v>
                </c:pt>
                <c:pt idx="39">
                  <c:v>1318</c:v>
                </c:pt>
                <c:pt idx="40">
                  <c:v>978</c:v>
                </c:pt>
                <c:pt idx="41">
                  <c:v>1033</c:v>
                </c:pt>
                <c:pt idx="42">
                  <c:v>1581</c:v>
                </c:pt>
                <c:pt idx="43">
                  <c:v>1282</c:v>
                </c:pt>
                <c:pt idx="44">
                  <c:v>834</c:v>
                </c:pt>
                <c:pt idx="45">
                  <c:v>1600</c:v>
                </c:pt>
                <c:pt idx="46">
                  <c:v>1270</c:v>
                </c:pt>
                <c:pt idx="47">
                  <c:v>1295</c:v>
                </c:pt>
                <c:pt idx="48">
                  <c:v>1240</c:v>
                </c:pt>
                <c:pt idx="49">
                  <c:v>1101</c:v>
                </c:pt>
                <c:pt idx="50">
                  <c:v>1198</c:v>
                </c:pt>
                <c:pt idx="51">
                  <c:v>1615</c:v>
                </c:pt>
                <c:pt idx="52">
                  <c:v>1047</c:v>
                </c:pt>
                <c:pt idx="53">
                  <c:v>1753</c:v>
                </c:pt>
                <c:pt idx="54">
                  <c:v>1588</c:v>
                </c:pt>
                <c:pt idx="55">
                  <c:v>2088</c:v>
                </c:pt>
                <c:pt idx="56">
                  <c:v>1627</c:v>
                </c:pt>
                <c:pt idx="57">
                  <c:v>2126</c:v>
                </c:pt>
                <c:pt idx="58">
                  <c:v>1112</c:v>
                </c:pt>
                <c:pt idx="59">
                  <c:v>1495</c:v>
                </c:pt>
                <c:pt idx="60">
                  <c:v>981</c:v>
                </c:pt>
                <c:pt idx="61">
                  <c:v>1635</c:v>
                </c:pt>
                <c:pt idx="62">
                  <c:v>957</c:v>
                </c:pt>
                <c:pt idx="63">
                  <c:v>818</c:v>
                </c:pt>
                <c:pt idx="64">
                  <c:v>925</c:v>
                </c:pt>
                <c:pt idx="65">
                  <c:v>930</c:v>
                </c:pt>
                <c:pt idx="66">
                  <c:v>1478</c:v>
                </c:pt>
                <c:pt idx="67">
                  <c:v>1919</c:v>
                </c:pt>
                <c:pt idx="68">
                  <c:v>825</c:v>
                </c:pt>
                <c:pt idx="69">
                  <c:v>1213</c:v>
                </c:pt>
                <c:pt idx="70">
                  <c:v>1157</c:v>
                </c:pt>
                <c:pt idx="71">
                  <c:v>1508</c:v>
                </c:pt>
                <c:pt idx="72">
                  <c:v>1283</c:v>
                </c:pt>
                <c:pt idx="73">
                  <c:v>1442</c:v>
                </c:pt>
                <c:pt idx="74">
                  <c:v>1674</c:v>
                </c:pt>
                <c:pt idx="75">
                  <c:v>1538</c:v>
                </c:pt>
                <c:pt idx="76">
                  <c:v>940</c:v>
                </c:pt>
                <c:pt idx="77">
                  <c:v>1190</c:v>
                </c:pt>
                <c:pt idx="78">
                  <c:v>1029</c:v>
                </c:pt>
                <c:pt idx="79">
                  <c:v>1188</c:v>
                </c:pt>
                <c:pt idx="80">
                  <c:v>1670</c:v>
                </c:pt>
                <c:pt idx="81">
                  <c:v>900</c:v>
                </c:pt>
                <c:pt idx="82">
                  <c:v>2153</c:v>
                </c:pt>
                <c:pt idx="83">
                  <c:v>1348</c:v>
                </c:pt>
                <c:pt idx="84">
                  <c:v>1932</c:v>
                </c:pt>
                <c:pt idx="85">
                  <c:v>1738</c:v>
                </c:pt>
                <c:pt idx="86">
                  <c:v>1127</c:v>
                </c:pt>
                <c:pt idx="87">
                  <c:v>1598</c:v>
                </c:pt>
                <c:pt idx="88">
                  <c:v>1040</c:v>
                </c:pt>
                <c:pt idx="89">
                  <c:v>1242</c:v>
                </c:pt>
                <c:pt idx="90">
                  <c:v>1378</c:v>
                </c:pt>
                <c:pt idx="91">
                  <c:v>1474</c:v>
                </c:pt>
                <c:pt idx="92">
                  <c:v>1435</c:v>
                </c:pt>
                <c:pt idx="93">
                  <c:v>2119</c:v>
                </c:pt>
                <c:pt idx="94">
                  <c:v>1795</c:v>
                </c:pt>
                <c:pt idx="95">
                  <c:v>1688</c:v>
                </c:pt>
                <c:pt idx="96">
                  <c:v>1379</c:v>
                </c:pt>
                <c:pt idx="97">
                  <c:v>2059</c:v>
                </c:pt>
                <c:pt idx="98">
                  <c:v>1289</c:v>
                </c:pt>
                <c:pt idx="99">
                  <c:v>926</c:v>
                </c:pt>
                <c:pt idx="100">
                  <c:v>1495</c:v>
                </c:pt>
                <c:pt idx="101">
                  <c:v>1288</c:v>
                </c:pt>
                <c:pt idx="102">
                  <c:v>1743</c:v>
                </c:pt>
                <c:pt idx="103">
                  <c:v>747</c:v>
                </c:pt>
                <c:pt idx="104">
                  <c:v>895</c:v>
                </c:pt>
                <c:pt idx="105">
                  <c:v>1722</c:v>
                </c:pt>
                <c:pt idx="106">
                  <c:v>682</c:v>
                </c:pt>
                <c:pt idx="107">
                  <c:v>746</c:v>
                </c:pt>
                <c:pt idx="108">
                  <c:v>1210</c:v>
                </c:pt>
                <c:pt idx="109">
                  <c:v>1157</c:v>
                </c:pt>
                <c:pt idx="110">
                  <c:v>943</c:v>
                </c:pt>
                <c:pt idx="111">
                  <c:v>1924</c:v>
                </c:pt>
                <c:pt idx="112">
                  <c:v>2089</c:v>
                </c:pt>
                <c:pt idx="113">
                  <c:v>777</c:v>
                </c:pt>
                <c:pt idx="114">
                  <c:v>1902</c:v>
                </c:pt>
                <c:pt idx="115">
                  <c:v>1651</c:v>
                </c:pt>
                <c:pt idx="116">
                  <c:v>1727</c:v>
                </c:pt>
                <c:pt idx="117">
                  <c:v>1291</c:v>
                </c:pt>
                <c:pt idx="118">
                  <c:v>1895</c:v>
                </c:pt>
                <c:pt idx="119">
                  <c:v>1168</c:v>
                </c:pt>
                <c:pt idx="120">
                  <c:v>1062</c:v>
                </c:pt>
                <c:pt idx="121">
                  <c:v>1919</c:v>
                </c:pt>
                <c:pt idx="122">
                  <c:v>1600</c:v>
                </c:pt>
                <c:pt idx="123">
                  <c:v>1008</c:v>
                </c:pt>
                <c:pt idx="124">
                  <c:v>1772</c:v>
                </c:pt>
                <c:pt idx="125">
                  <c:v>1572</c:v>
                </c:pt>
                <c:pt idx="126">
                  <c:v>1867</c:v>
                </c:pt>
                <c:pt idx="127">
                  <c:v>2086</c:v>
                </c:pt>
                <c:pt idx="128">
                  <c:v>1478</c:v>
                </c:pt>
                <c:pt idx="129">
                  <c:v>1151</c:v>
                </c:pt>
                <c:pt idx="130">
                  <c:v>1193</c:v>
                </c:pt>
                <c:pt idx="131">
                  <c:v>882</c:v>
                </c:pt>
                <c:pt idx="132">
                  <c:v>939</c:v>
                </c:pt>
                <c:pt idx="133">
                  <c:v>981</c:v>
                </c:pt>
                <c:pt idx="134">
                  <c:v>1237</c:v>
                </c:pt>
                <c:pt idx="135">
                  <c:v>963</c:v>
                </c:pt>
                <c:pt idx="136">
                  <c:v>1587</c:v>
                </c:pt>
                <c:pt idx="137">
                  <c:v>1375</c:v>
                </c:pt>
                <c:pt idx="138">
                  <c:v>1348</c:v>
                </c:pt>
                <c:pt idx="139">
                  <c:v>2252</c:v>
                </c:pt>
                <c:pt idx="140">
                  <c:v>1724</c:v>
                </c:pt>
                <c:pt idx="141">
                  <c:v>2008</c:v>
                </c:pt>
                <c:pt idx="142">
                  <c:v>1064</c:v>
                </c:pt>
                <c:pt idx="143">
                  <c:v>1029</c:v>
                </c:pt>
                <c:pt idx="144">
                  <c:v>576</c:v>
                </c:pt>
                <c:pt idx="145">
                  <c:v>664</c:v>
                </c:pt>
                <c:pt idx="146">
                  <c:v>2074</c:v>
                </c:pt>
                <c:pt idx="147">
                  <c:v>1146</c:v>
                </c:pt>
                <c:pt idx="148">
                  <c:v>2114</c:v>
                </c:pt>
                <c:pt idx="149">
                  <c:v>1717</c:v>
                </c:pt>
                <c:pt idx="150">
                  <c:v>1346</c:v>
                </c:pt>
                <c:pt idx="151">
                  <c:v>1044</c:v>
                </c:pt>
                <c:pt idx="152">
                  <c:v>957</c:v>
                </c:pt>
                <c:pt idx="153">
                  <c:v>1004</c:v>
                </c:pt>
                <c:pt idx="154">
                  <c:v>1621</c:v>
                </c:pt>
                <c:pt idx="155">
                  <c:v>1511</c:v>
                </c:pt>
                <c:pt idx="156">
                  <c:v>1152</c:v>
                </c:pt>
                <c:pt idx="157">
                  <c:v>869</c:v>
                </c:pt>
                <c:pt idx="158">
                  <c:v>1947</c:v>
                </c:pt>
                <c:pt idx="159">
                  <c:v>1380</c:v>
                </c:pt>
                <c:pt idx="160">
                  <c:v>1027</c:v>
                </c:pt>
                <c:pt idx="161">
                  <c:v>836</c:v>
                </c:pt>
                <c:pt idx="162">
                  <c:v>1677</c:v>
                </c:pt>
                <c:pt idx="163">
                  <c:v>902</c:v>
                </c:pt>
                <c:pt idx="164">
                  <c:v>1574</c:v>
                </c:pt>
                <c:pt idx="165">
                  <c:v>960</c:v>
                </c:pt>
                <c:pt idx="166">
                  <c:v>1215</c:v>
                </c:pt>
                <c:pt idx="167">
                  <c:v>1497</c:v>
                </c:pt>
                <c:pt idx="168">
                  <c:v>1064</c:v>
                </c:pt>
                <c:pt idx="169">
                  <c:v>1757</c:v>
                </c:pt>
                <c:pt idx="170">
                  <c:v>1440</c:v>
                </c:pt>
                <c:pt idx="171">
                  <c:v>1006</c:v>
                </c:pt>
                <c:pt idx="172">
                  <c:v>1427</c:v>
                </c:pt>
                <c:pt idx="173">
                  <c:v>833</c:v>
                </c:pt>
                <c:pt idx="174">
                  <c:v>1869</c:v>
                </c:pt>
                <c:pt idx="175">
                  <c:v>1364</c:v>
                </c:pt>
                <c:pt idx="176">
                  <c:v>1507</c:v>
                </c:pt>
                <c:pt idx="177">
                  <c:v>1158</c:v>
                </c:pt>
                <c:pt idx="178">
                  <c:v>1525</c:v>
                </c:pt>
                <c:pt idx="179">
                  <c:v>1230</c:v>
                </c:pt>
                <c:pt idx="180">
                  <c:v>1612</c:v>
                </c:pt>
                <c:pt idx="181">
                  <c:v>729</c:v>
                </c:pt>
                <c:pt idx="182">
                  <c:v>1580</c:v>
                </c:pt>
                <c:pt idx="183">
                  <c:v>1167</c:v>
                </c:pt>
                <c:pt idx="184">
                  <c:v>1526</c:v>
                </c:pt>
                <c:pt idx="185">
                  <c:v>1478</c:v>
                </c:pt>
                <c:pt idx="186">
                  <c:v>726</c:v>
                </c:pt>
                <c:pt idx="187">
                  <c:v>1497</c:v>
                </c:pt>
                <c:pt idx="188">
                  <c:v>1808</c:v>
                </c:pt>
                <c:pt idx="189">
                  <c:v>1576</c:v>
                </c:pt>
                <c:pt idx="190">
                  <c:v>1482</c:v>
                </c:pt>
                <c:pt idx="191">
                  <c:v>1633</c:v>
                </c:pt>
                <c:pt idx="192">
                  <c:v>1066</c:v>
                </c:pt>
                <c:pt idx="193">
                  <c:v>2009</c:v>
                </c:pt>
                <c:pt idx="194">
                  <c:v>1345</c:v>
                </c:pt>
                <c:pt idx="195">
                  <c:v>1853</c:v>
                </c:pt>
                <c:pt idx="196">
                  <c:v>1062</c:v>
                </c:pt>
                <c:pt idx="197">
                  <c:v>1727</c:v>
                </c:pt>
                <c:pt idx="198">
                  <c:v>1677</c:v>
                </c:pt>
                <c:pt idx="199">
                  <c:v>1226</c:v>
                </c:pt>
                <c:pt idx="200">
                  <c:v>2114</c:v>
                </c:pt>
                <c:pt idx="201">
                  <c:v>2018</c:v>
                </c:pt>
                <c:pt idx="202">
                  <c:v>1281</c:v>
                </c:pt>
                <c:pt idx="203">
                  <c:v>1003</c:v>
                </c:pt>
                <c:pt idx="204">
                  <c:v>902</c:v>
                </c:pt>
                <c:pt idx="205">
                  <c:v>1638</c:v>
                </c:pt>
                <c:pt idx="206">
                  <c:v>928</c:v>
                </c:pt>
                <c:pt idx="207">
                  <c:v>858</c:v>
                </c:pt>
                <c:pt idx="208">
                  <c:v>1423</c:v>
                </c:pt>
                <c:pt idx="209">
                  <c:v>1449</c:v>
                </c:pt>
                <c:pt idx="210">
                  <c:v>1453</c:v>
                </c:pt>
                <c:pt idx="211">
                  <c:v>1253</c:v>
                </c:pt>
                <c:pt idx="212">
                  <c:v>1990</c:v>
                </c:pt>
                <c:pt idx="213">
                  <c:v>976</c:v>
                </c:pt>
                <c:pt idx="214">
                  <c:v>1001</c:v>
                </c:pt>
                <c:pt idx="215">
                  <c:v>1919</c:v>
                </c:pt>
                <c:pt idx="216">
                  <c:v>1650</c:v>
                </c:pt>
                <c:pt idx="217">
                  <c:v>1228</c:v>
                </c:pt>
                <c:pt idx="218">
                  <c:v>1149</c:v>
                </c:pt>
                <c:pt idx="219">
                  <c:v>2052</c:v>
                </c:pt>
                <c:pt idx="220">
                  <c:v>1127</c:v>
                </c:pt>
                <c:pt idx="221">
                  <c:v>1113</c:v>
                </c:pt>
                <c:pt idx="222">
                  <c:v>833</c:v>
                </c:pt>
                <c:pt idx="223">
                  <c:v>960</c:v>
                </c:pt>
                <c:pt idx="224">
                  <c:v>1187</c:v>
                </c:pt>
                <c:pt idx="225">
                  <c:v>2302</c:v>
                </c:pt>
                <c:pt idx="226">
                  <c:v>1079</c:v>
                </c:pt>
                <c:pt idx="227">
                  <c:v>1778</c:v>
                </c:pt>
                <c:pt idx="228">
                  <c:v>1198</c:v>
                </c:pt>
                <c:pt idx="229">
                  <c:v>1564</c:v>
                </c:pt>
                <c:pt idx="230">
                  <c:v>926</c:v>
                </c:pt>
                <c:pt idx="231">
                  <c:v>1910</c:v>
                </c:pt>
                <c:pt idx="232">
                  <c:v>1415</c:v>
                </c:pt>
                <c:pt idx="233">
                  <c:v>1908</c:v>
                </c:pt>
                <c:pt idx="234">
                  <c:v>2486</c:v>
                </c:pt>
                <c:pt idx="235">
                  <c:v>1315</c:v>
                </c:pt>
                <c:pt idx="236">
                  <c:v>1789</c:v>
                </c:pt>
                <c:pt idx="237">
                  <c:v>1493</c:v>
                </c:pt>
                <c:pt idx="238">
                  <c:v>1901</c:v>
                </c:pt>
                <c:pt idx="239">
                  <c:v>1574</c:v>
                </c:pt>
                <c:pt idx="240">
                  <c:v>1363</c:v>
                </c:pt>
                <c:pt idx="241">
                  <c:v>1461</c:v>
                </c:pt>
                <c:pt idx="242">
                  <c:v>1968</c:v>
                </c:pt>
                <c:pt idx="243">
                  <c:v>1091</c:v>
                </c:pt>
                <c:pt idx="244">
                  <c:v>1366</c:v>
                </c:pt>
                <c:pt idx="245">
                  <c:v>1033</c:v>
                </c:pt>
                <c:pt idx="246">
                  <c:v>1363</c:v>
                </c:pt>
                <c:pt idx="247">
                  <c:v>2440</c:v>
                </c:pt>
                <c:pt idx="248">
                  <c:v>968</c:v>
                </c:pt>
                <c:pt idx="249">
                  <c:v>1250</c:v>
                </c:pt>
                <c:pt idx="250">
                  <c:v>938</c:v>
                </c:pt>
                <c:pt idx="251">
                  <c:v>1650</c:v>
                </c:pt>
                <c:pt idx="252">
                  <c:v>906</c:v>
                </c:pt>
                <c:pt idx="253">
                  <c:v>2116</c:v>
                </c:pt>
                <c:pt idx="254">
                  <c:v>1298</c:v>
                </c:pt>
                <c:pt idx="255">
                  <c:v>967</c:v>
                </c:pt>
                <c:pt idx="256">
                  <c:v>1401</c:v>
                </c:pt>
                <c:pt idx="257">
                  <c:v>2087</c:v>
                </c:pt>
                <c:pt idx="258">
                  <c:v>523</c:v>
                </c:pt>
                <c:pt idx="259">
                  <c:v>1192</c:v>
                </c:pt>
                <c:pt idx="260">
                  <c:v>1958</c:v>
                </c:pt>
                <c:pt idx="261">
                  <c:v>777</c:v>
                </c:pt>
                <c:pt idx="262">
                  <c:v>756</c:v>
                </c:pt>
                <c:pt idx="263">
                  <c:v>1862</c:v>
                </c:pt>
                <c:pt idx="264">
                  <c:v>1323</c:v>
                </c:pt>
                <c:pt idx="265">
                  <c:v>1156</c:v>
                </c:pt>
                <c:pt idx="266">
                  <c:v>1104</c:v>
                </c:pt>
                <c:pt idx="267">
                  <c:v>2008</c:v>
                </c:pt>
                <c:pt idx="268">
                  <c:v>1168</c:v>
                </c:pt>
                <c:pt idx="269">
                  <c:v>2013</c:v>
                </c:pt>
                <c:pt idx="270">
                  <c:v>1313</c:v>
                </c:pt>
                <c:pt idx="271">
                  <c:v>1103</c:v>
                </c:pt>
                <c:pt idx="272">
                  <c:v>1060</c:v>
                </c:pt>
                <c:pt idx="273">
                  <c:v>1833</c:v>
                </c:pt>
                <c:pt idx="274">
                  <c:v>1020</c:v>
                </c:pt>
                <c:pt idx="275">
                  <c:v>1370</c:v>
                </c:pt>
                <c:pt idx="276">
                  <c:v>1004</c:v>
                </c:pt>
                <c:pt idx="277">
                  <c:v>990</c:v>
                </c:pt>
                <c:pt idx="278">
                  <c:v>1097</c:v>
                </c:pt>
                <c:pt idx="279">
                  <c:v>1711</c:v>
                </c:pt>
                <c:pt idx="280">
                  <c:v>2525</c:v>
                </c:pt>
                <c:pt idx="281">
                  <c:v>1812</c:v>
                </c:pt>
                <c:pt idx="282">
                  <c:v>988</c:v>
                </c:pt>
                <c:pt idx="283">
                  <c:v>1072</c:v>
                </c:pt>
                <c:pt idx="284">
                  <c:v>1084</c:v>
                </c:pt>
                <c:pt idx="285">
                  <c:v>1672</c:v>
                </c:pt>
                <c:pt idx="286">
                  <c:v>2047</c:v>
                </c:pt>
                <c:pt idx="287">
                  <c:v>1598</c:v>
                </c:pt>
                <c:pt idx="288">
                  <c:v>789</c:v>
                </c:pt>
                <c:pt idx="289">
                  <c:v>811</c:v>
                </c:pt>
                <c:pt idx="290">
                  <c:v>1631</c:v>
                </c:pt>
                <c:pt idx="291">
                  <c:v>899</c:v>
                </c:pt>
                <c:pt idx="292">
                  <c:v>711</c:v>
                </c:pt>
                <c:pt idx="293">
                  <c:v>1536</c:v>
                </c:pt>
                <c:pt idx="294">
                  <c:v>2279</c:v>
                </c:pt>
                <c:pt idx="295">
                  <c:v>1779</c:v>
                </c:pt>
                <c:pt idx="296">
                  <c:v>1804</c:v>
                </c:pt>
                <c:pt idx="297">
                  <c:v>1862</c:v>
                </c:pt>
                <c:pt idx="298">
                  <c:v>1383</c:v>
                </c:pt>
                <c:pt idx="299">
                  <c:v>999</c:v>
                </c:pt>
                <c:pt idx="300">
                  <c:v>1192</c:v>
                </c:pt>
                <c:pt idx="301">
                  <c:v>2130</c:v>
                </c:pt>
                <c:pt idx="302">
                  <c:v>2346</c:v>
                </c:pt>
                <c:pt idx="303">
                  <c:v>794</c:v>
                </c:pt>
                <c:pt idx="304">
                  <c:v>1736</c:v>
                </c:pt>
                <c:pt idx="305">
                  <c:v>2302</c:v>
                </c:pt>
                <c:pt idx="306">
                  <c:v>1305</c:v>
                </c:pt>
                <c:pt idx="307">
                  <c:v>1501</c:v>
                </c:pt>
                <c:pt idx="308">
                  <c:v>1189</c:v>
                </c:pt>
                <c:pt idx="309">
                  <c:v>1540</c:v>
                </c:pt>
                <c:pt idx="310">
                  <c:v>1643</c:v>
                </c:pt>
                <c:pt idx="311">
                  <c:v>1196</c:v>
                </c:pt>
                <c:pt idx="312">
                  <c:v>1424</c:v>
                </c:pt>
                <c:pt idx="313">
                  <c:v>1149</c:v>
                </c:pt>
                <c:pt idx="314">
                  <c:v>1313</c:v>
                </c:pt>
                <c:pt idx="315">
                  <c:v>1483</c:v>
                </c:pt>
                <c:pt idx="316">
                  <c:v>1258</c:v>
                </c:pt>
                <c:pt idx="317">
                  <c:v>1555</c:v>
                </c:pt>
                <c:pt idx="318">
                  <c:v>861</c:v>
                </c:pt>
                <c:pt idx="319">
                  <c:v>634</c:v>
                </c:pt>
                <c:pt idx="320">
                  <c:v>1918</c:v>
                </c:pt>
                <c:pt idx="321">
                  <c:v>939</c:v>
                </c:pt>
                <c:pt idx="322">
                  <c:v>1143</c:v>
                </c:pt>
                <c:pt idx="323">
                  <c:v>1899</c:v>
                </c:pt>
                <c:pt idx="324">
                  <c:v>1440</c:v>
                </c:pt>
                <c:pt idx="325">
                  <c:v>1428</c:v>
                </c:pt>
                <c:pt idx="326">
                  <c:v>817</c:v>
                </c:pt>
                <c:pt idx="327">
                  <c:v>1131</c:v>
                </c:pt>
                <c:pt idx="328">
                  <c:v>1930</c:v>
                </c:pt>
                <c:pt idx="329">
                  <c:v>2283</c:v>
                </c:pt>
                <c:pt idx="330">
                  <c:v>1319</c:v>
                </c:pt>
                <c:pt idx="331">
                  <c:v>1244</c:v>
                </c:pt>
                <c:pt idx="332">
                  <c:v>1134</c:v>
                </c:pt>
                <c:pt idx="333">
                  <c:v>1507</c:v>
                </c:pt>
                <c:pt idx="334">
                  <c:v>1091</c:v>
                </c:pt>
                <c:pt idx="335">
                  <c:v>2349</c:v>
                </c:pt>
                <c:pt idx="336">
                  <c:v>1574</c:v>
                </c:pt>
                <c:pt idx="337">
                  <c:v>1540</c:v>
                </c:pt>
                <c:pt idx="338">
                  <c:v>1631</c:v>
                </c:pt>
                <c:pt idx="339">
                  <c:v>2524</c:v>
                </c:pt>
                <c:pt idx="340">
                  <c:v>1045</c:v>
                </c:pt>
                <c:pt idx="341">
                  <c:v>1366</c:v>
                </c:pt>
                <c:pt idx="342">
                  <c:v>1396</c:v>
                </c:pt>
                <c:pt idx="343">
                  <c:v>943</c:v>
                </c:pt>
                <c:pt idx="344">
                  <c:v>1198</c:v>
                </c:pt>
                <c:pt idx="345">
                  <c:v>1638</c:v>
                </c:pt>
                <c:pt idx="346">
                  <c:v>1923</c:v>
                </c:pt>
                <c:pt idx="347">
                  <c:v>1662</c:v>
                </c:pt>
                <c:pt idx="348">
                  <c:v>1234</c:v>
                </c:pt>
                <c:pt idx="349">
                  <c:v>1658</c:v>
                </c:pt>
                <c:pt idx="350">
                  <c:v>1156</c:v>
                </c:pt>
                <c:pt idx="351">
                  <c:v>1383</c:v>
                </c:pt>
                <c:pt idx="352">
                  <c:v>641</c:v>
                </c:pt>
                <c:pt idx="353">
                  <c:v>1033</c:v>
                </c:pt>
                <c:pt idx="354">
                  <c:v>792</c:v>
                </c:pt>
                <c:pt idx="355">
                  <c:v>1315</c:v>
                </c:pt>
                <c:pt idx="356">
                  <c:v>2525</c:v>
                </c:pt>
                <c:pt idx="357">
                  <c:v>1798</c:v>
                </c:pt>
                <c:pt idx="358">
                  <c:v>1105</c:v>
                </c:pt>
                <c:pt idx="359">
                  <c:v>974</c:v>
                </c:pt>
                <c:pt idx="360">
                  <c:v>778</c:v>
                </c:pt>
                <c:pt idx="361">
                  <c:v>1682</c:v>
                </c:pt>
                <c:pt idx="362">
                  <c:v>892</c:v>
                </c:pt>
                <c:pt idx="363">
                  <c:v>2352</c:v>
                </c:pt>
                <c:pt idx="364">
                  <c:v>1334</c:v>
                </c:pt>
                <c:pt idx="365">
                  <c:v>1538</c:v>
                </c:pt>
                <c:pt idx="366">
                  <c:v>1722</c:v>
                </c:pt>
                <c:pt idx="367">
                  <c:v>1289</c:v>
                </c:pt>
                <c:pt idx="368">
                  <c:v>894</c:v>
                </c:pt>
                <c:pt idx="369">
                  <c:v>813</c:v>
                </c:pt>
                <c:pt idx="370">
                  <c:v>1179</c:v>
                </c:pt>
                <c:pt idx="371">
                  <c:v>1511</c:v>
                </c:pt>
                <c:pt idx="372">
                  <c:v>1730</c:v>
                </c:pt>
                <c:pt idx="373">
                  <c:v>1792</c:v>
                </c:pt>
                <c:pt idx="374">
                  <c:v>1603</c:v>
                </c:pt>
                <c:pt idx="375">
                  <c:v>2091</c:v>
                </c:pt>
                <c:pt idx="376">
                  <c:v>981</c:v>
                </c:pt>
                <c:pt idx="377">
                  <c:v>1572</c:v>
                </c:pt>
                <c:pt idx="378">
                  <c:v>1754</c:v>
                </c:pt>
                <c:pt idx="379">
                  <c:v>1157</c:v>
                </c:pt>
                <c:pt idx="380">
                  <c:v>1319</c:v>
                </c:pt>
                <c:pt idx="381">
                  <c:v>746</c:v>
                </c:pt>
                <c:pt idx="382">
                  <c:v>2157</c:v>
                </c:pt>
                <c:pt idx="383">
                  <c:v>1597</c:v>
                </c:pt>
                <c:pt idx="384">
                  <c:v>2034</c:v>
                </c:pt>
                <c:pt idx="385">
                  <c:v>1991</c:v>
                </c:pt>
                <c:pt idx="386">
                  <c:v>1686</c:v>
                </c:pt>
                <c:pt idx="387">
                  <c:v>1456</c:v>
                </c:pt>
                <c:pt idx="388">
                  <c:v>1125</c:v>
                </c:pt>
                <c:pt idx="389">
                  <c:v>1376</c:v>
                </c:pt>
                <c:pt idx="390">
                  <c:v>1382</c:v>
                </c:pt>
                <c:pt idx="391">
                  <c:v>1033</c:v>
                </c:pt>
                <c:pt idx="392">
                  <c:v>2231</c:v>
                </c:pt>
                <c:pt idx="393">
                  <c:v>1149</c:v>
                </c:pt>
                <c:pt idx="394">
                  <c:v>968</c:v>
                </c:pt>
                <c:pt idx="395">
                  <c:v>1165</c:v>
                </c:pt>
                <c:pt idx="396">
                  <c:v>461</c:v>
                </c:pt>
                <c:pt idx="397">
                  <c:v>1338</c:v>
                </c:pt>
                <c:pt idx="398">
                  <c:v>1382</c:v>
                </c:pt>
                <c:pt idx="399">
                  <c:v>1588</c:v>
                </c:pt>
                <c:pt idx="400">
                  <c:v>1797</c:v>
                </c:pt>
                <c:pt idx="401">
                  <c:v>914</c:v>
                </c:pt>
                <c:pt idx="402">
                  <c:v>1502</c:v>
                </c:pt>
                <c:pt idx="403">
                  <c:v>1338</c:v>
                </c:pt>
                <c:pt idx="404">
                  <c:v>1331</c:v>
                </c:pt>
                <c:pt idx="405">
                  <c:v>1149</c:v>
                </c:pt>
                <c:pt idx="406">
                  <c:v>1428</c:v>
                </c:pt>
                <c:pt idx="407">
                  <c:v>1633</c:v>
                </c:pt>
                <c:pt idx="408">
                  <c:v>1052</c:v>
                </c:pt>
                <c:pt idx="409">
                  <c:v>1024</c:v>
                </c:pt>
                <c:pt idx="410">
                  <c:v>1042</c:v>
                </c:pt>
                <c:pt idx="411">
                  <c:v>1365</c:v>
                </c:pt>
                <c:pt idx="412">
                  <c:v>1401</c:v>
                </c:pt>
                <c:pt idx="413">
                  <c:v>1574</c:v>
                </c:pt>
                <c:pt idx="414">
                  <c:v>1323</c:v>
                </c:pt>
                <c:pt idx="415">
                  <c:v>1536</c:v>
                </c:pt>
                <c:pt idx="416">
                  <c:v>1555</c:v>
                </c:pt>
                <c:pt idx="417">
                  <c:v>2257</c:v>
                </c:pt>
                <c:pt idx="418">
                  <c:v>1049</c:v>
                </c:pt>
                <c:pt idx="419">
                  <c:v>1515</c:v>
                </c:pt>
                <c:pt idx="420">
                  <c:v>1596</c:v>
                </c:pt>
                <c:pt idx="421">
                  <c:v>1828</c:v>
                </c:pt>
                <c:pt idx="422">
                  <c:v>1702</c:v>
                </c:pt>
                <c:pt idx="423">
                  <c:v>2126</c:v>
                </c:pt>
                <c:pt idx="424">
                  <c:v>2069</c:v>
                </c:pt>
                <c:pt idx="425">
                  <c:v>801</c:v>
                </c:pt>
                <c:pt idx="426">
                  <c:v>1685</c:v>
                </c:pt>
                <c:pt idx="427">
                  <c:v>277</c:v>
                </c:pt>
                <c:pt idx="428">
                  <c:v>976</c:v>
                </c:pt>
                <c:pt idx="429">
                  <c:v>1263</c:v>
                </c:pt>
                <c:pt idx="430">
                  <c:v>1490</c:v>
                </c:pt>
                <c:pt idx="431">
                  <c:v>1564</c:v>
                </c:pt>
                <c:pt idx="432">
                  <c:v>1676</c:v>
                </c:pt>
                <c:pt idx="433">
                  <c:v>1735</c:v>
                </c:pt>
                <c:pt idx="434">
                  <c:v>1280</c:v>
                </c:pt>
                <c:pt idx="435">
                  <c:v>1336</c:v>
                </c:pt>
                <c:pt idx="436">
                  <c:v>1512</c:v>
                </c:pt>
                <c:pt idx="437">
                  <c:v>1089</c:v>
                </c:pt>
                <c:pt idx="438">
                  <c:v>1272</c:v>
                </c:pt>
                <c:pt idx="439">
                  <c:v>1173</c:v>
                </c:pt>
                <c:pt idx="440">
                  <c:v>1336</c:v>
                </c:pt>
                <c:pt idx="441">
                  <c:v>2092</c:v>
                </c:pt>
                <c:pt idx="442">
                  <c:v>1130</c:v>
                </c:pt>
                <c:pt idx="443">
                  <c:v>1544</c:v>
                </c:pt>
                <c:pt idx="444">
                  <c:v>1766</c:v>
                </c:pt>
                <c:pt idx="445">
                  <c:v>1734</c:v>
                </c:pt>
                <c:pt idx="446">
                  <c:v>1429</c:v>
                </c:pt>
                <c:pt idx="447">
                  <c:v>1371</c:v>
                </c:pt>
                <c:pt idx="448">
                  <c:v>2211</c:v>
                </c:pt>
                <c:pt idx="449">
                  <c:v>1958</c:v>
                </c:pt>
                <c:pt idx="450">
                  <c:v>2217</c:v>
                </c:pt>
                <c:pt idx="451">
                  <c:v>1691</c:v>
                </c:pt>
                <c:pt idx="452">
                  <c:v>809</c:v>
                </c:pt>
                <c:pt idx="453">
                  <c:v>895</c:v>
                </c:pt>
                <c:pt idx="454">
                  <c:v>1870</c:v>
                </c:pt>
                <c:pt idx="455">
                  <c:v>1941</c:v>
                </c:pt>
                <c:pt idx="456">
                  <c:v>839</c:v>
                </c:pt>
                <c:pt idx="457">
                  <c:v>1655</c:v>
                </c:pt>
                <c:pt idx="458">
                  <c:v>1665</c:v>
                </c:pt>
                <c:pt idx="459">
                  <c:v>1211</c:v>
                </c:pt>
                <c:pt idx="460">
                  <c:v>1575</c:v>
                </c:pt>
                <c:pt idx="461">
                  <c:v>1208</c:v>
                </c:pt>
                <c:pt idx="462">
                  <c:v>1615</c:v>
                </c:pt>
                <c:pt idx="463">
                  <c:v>1244</c:v>
                </c:pt>
                <c:pt idx="464">
                  <c:v>1455</c:v>
                </c:pt>
                <c:pt idx="465">
                  <c:v>1366</c:v>
                </c:pt>
                <c:pt idx="466">
                  <c:v>961</c:v>
                </c:pt>
                <c:pt idx="467">
                  <c:v>1216</c:v>
                </c:pt>
                <c:pt idx="468">
                  <c:v>1367</c:v>
                </c:pt>
                <c:pt idx="469">
                  <c:v>2006</c:v>
                </c:pt>
                <c:pt idx="470">
                  <c:v>1573</c:v>
                </c:pt>
                <c:pt idx="471">
                  <c:v>1631</c:v>
                </c:pt>
                <c:pt idx="472">
                  <c:v>1822</c:v>
                </c:pt>
                <c:pt idx="473">
                  <c:v>1282</c:v>
                </c:pt>
                <c:pt idx="474">
                  <c:v>1931</c:v>
                </c:pt>
                <c:pt idx="475">
                  <c:v>1169</c:v>
                </c:pt>
                <c:pt idx="476">
                  <c:v>1334</c:v>
                </c:pt>
                <c:pt idx="477">
                  <c:v>1782</c:v>
                </c:pt>
                <c:pt idx="478">
                  <c:v>1565</c:v>
                </c:pt>
                <c:pt idx="479">
                  <c:v>1338</c:v>
                </c:pt>
                <c:pt idx="480">
                  <c:v>1092</c:v>
                </c:pt>
                <c:pt idx="481">
                  <c:v>1479</c:v>
                </c:pt>
                <c:pt idx="482">
                  <c:v>1199</c:v>
                </c:pt>
                <c:pt idx="483">
                  <c:v>2043</c:v>
                </c:pt>
                <c:pt idx="484">
                  <c:v>1893</c:v>
                </c:pt>
                <c:pt idx="485">
                  <c:v>1566</c:v>
                </c:pt>
                <c:pt idx="486">
                  <c:v>1169</c:v>
                </c:pt>
                <c:pt idx="487">
                  <c:v>1644</c:v>
                </c:pt>
                <c:pt idx="488">
                  <c:v>1853</c:v>
                </c:pt>
                <c:pt idx="489">
                  <c:v>1623</c:v>
                </c:pt>
                <c:pt idx="490">
                  <c:v>1435</c:v>
                </c:pt>
                <c:pt idx="491">
                  <c:v>1234</c:v>
                </c:pt>
                <c:pt idx="492">
                  <c:v>1438</c:v>
                </c:pt>
                <c:pt idx="493">
                  <c:v>1241</c:v>
                </c:pt>
              </c:numCache>
            </c:numRef>
          </c:xVal>
          <c:yVal>
            <c:numRef>
              <c:f>Sheet1!$B$1726:$B$2219</c:f>
              <c:numCache>
                <c:formatCode>General</c:formatCode>
                <c:ptCount val="494"/>
                <c:pt idx="0">
                  <c:v>58138</c:v>
                </c:pt>
                <c:pt idx="1">
                  <c:v>71613</c:v>
                </c:pt>
                <c:pt idx="2">
                  <c:v>63033</c:v>
                </c:pt>
                <c:pt idx="3">
                  <c:v>82800</c:v>
                </c:pt>
                <c:pt idx="4">
                  <c:v>84618</c:v>
                </c:pt>
                <c:pt idx="5">
                  <c:v>68657</c:v>
                </c:pt>
                <c:pt idx="6">
                  <c:v>48948</c:v>
                </c:pt>
                <c:pt idx="7">
                  <c:v>79941</c:v>
                </c:pt>
                <c:pt idx="8">
                  <c:v>79143</c:v>
                </c:pt>
                <c:pt idx="9">
                  <c:v>82582</c:v>
                </c:pt>
                <c:pt idx="10">
                  <c:v>82384</c:v>
                </c:pt>
                <c:pt idx="11">
                  <c:v>70287</c:v>
                </c:pt>
                <c:pt idx="12">
                  <c:v>75777</c:v>
                </c:pt>
                <c:pt idx="13">
                  <c:v>70666</c:v>
                </c:pt>
                <c:pt idx="14">
                  <c:v>88194</c:v>
                </c:pt>
                <c:pt idx="15">
                  <c:v>66991</c:v>
                </c:pt>
                <c:pt idx="16">
                  <c:v>75251</c:v>
                </c:pt>
                <c:pt idx="17">
                  <c:v>75825</c:v>
                </c:pt>
                <c:pt idx="18">
                  <c:v>81361</c:v>
                </c:pt>
                <c:pt idx="19">
                  <c:v>79593</c:v>
                </c:pt>
                <c:pt idx="20">
                  <c:v>78497</c:v>
                </c:pt>
                <c:pt idx="21">
                  <c:v>65846</c:v>
                </c:pt>
                <c:pt idx="22">
                  <c:v>87195</c:v>
                </c:pt>
                <c:pt idx="23">
                  <c:v>89058</c:v>
                </c:pt>
                <c:pt idx="24">
                  <c:v>86037</c:v>
                </c:pt>
                <c:pt idx="25">
                  <c:v>90765</c:v>
                </c:pt>
                <c:pt idx="26">
                  <c:v>101970</c:v>
                </c:pt>
                <c:pt idx="27">
                  <c:v>71488</c:v>
                </c:pt>
                <c:pt idx="28">
                  <c:v>79607</c:v>
                </c:pt>
                <c:pt idx="29">
                  <c:v>73448</c:v>
                </c:pt>
                <c:pt idx="30">
                  <c:v>62981</c:v>
                </c:pt>
                <c:pt idx="31">
                  <c:v>92859</c:v>
                </c:pt>
                <c:pt idx="32">
                  <c:v>86111</c:v>
                </c:pt>
                <c:pt idx="33">
                  <c:v>69372</c:v>
                </c:pt>
                <c:pt idx="34">
                  <c:v>80317</c:v>
                </c:pt>
                <c:pt idx="35">
                  <c:v>70356</c:v>
                </c:pt>
                <c:pt idx="36">
                  <c:v>74165</c:v>
                </c:pt>
                <c:pt idx="37">
                  <c:v>62551</c:v>
                </c:pt>
                <c:pt idx="38">
                  <c:v>66951</c:v>
                </c:pt>
                <c:pt idx="39">
                  <c:v>83837</c:v>
                </c:pt>
                <c:pt idx="40">
                  <c:v>78497</c:v>
                </c:pt>
                <c:pt idx="41">
                  <c:v>66835</c:v>
                </c:pt>
                <c:pt idx="42">
                  <c:v>74068</c:v>
                </c:pt>
                <c:pt idx="43">
                  <c:v>66973</c:v>
                </c:pt>
                <c:pt idx="44">
                  <c:v>69661</c:v>
                </c:pt>
                <c:pt idx="45">
                  <c:v>80067</c:v>
                </c:pt>
                <c:pt idx="46">
                  <c:v>86718</c:v>
                </c:pt>
                <c:pt idx="47">
                  <c:v>75922</c:v>
                </c:pt>
                <c:pt idx="48">
                  <c:v>102160</c:v>
                </c:pt>
                <c:pt idx="49">
                  <c:v>77972</c:v>
                </c:pt>
                <c:pt idx="50">
                  <c:v>70951</c:v>
                </c:pt>
                <c:pt idx="51">
                  <c:v>83790</c:v>
                </c:pt>
                <c:pt idx="52">
                  <c:v>72460</c:v>
                </c:pt>
                <c:pt idx="53">
                  <c:v>79930</c:v>
                </c:pt>
                <c:pt idx="54">
                  <c:v>81975</c:v>
                </c:pt>
                <c:pt idx="55">
                  <c:v>73455</c:v>
                </c:pt>
                <c:pt idx="56">
                  <c:v>73687</c:v>
                </c:pt>
                <c:pt idx="57">
                  <c:v>67546</c:v>
                </c:pt>
                <c:pt idx="58">
                  <c:v>102692</c:v>
                </c:pt>
                <c:pt idx="59">
                  <c:v>80124</c:v>
                </c:pt>
                <c:pt idx="60">
                  <c:v>72940</c:v>
                </c:pt>
                <c:pt idx="61">
                  <c:v>69267</c:v>
                </c:pt>
                <c:pt idx="62">
                  <c:v>60714</c:v>
                </c:pt>
                <c:pt idx="63">
                  <c:v>77882</c:v>
                </c:pt>
                <c:pt idx="64">
                  <c:v>69867</c:v>
                </c:pt>
                <c:pt idx="65">
                  <c:v>75278</c:v>
                </c:pt>
                <c:pt idx="66">
                  <c:v>79946</c:v>
                </c:pt>
                <c:pt idx="67">
                  <c:v>82497</c:v>
                </c:pt>
                <c:pt idx="68">
                  <c:v>68627</c:v>
                </c:pt>
                <c:pt idx="69">
                  <c:v>80950</c:v>
                </c:pt>
                <c:pt idx="70">
                  <c:v>77457</c:v>
                </c:pt>
                <c:pt idx="71">
                  <c:v>70893</c:v>
                </c:pt>
                <c:pt idx="72">
                  <c:v>62187</c:v>
                </c:pt>
                <c:pt idx="73">
                  <c:v>75693</c:v>
                </c:pt>
                <c:pt idx="74">
                  <c:v>83003</c:v>
                </c:pt>
                <c:pt idx="75">
                  <c:v>68655</c:v>
                </c:pt>
                <c:pt idx="76">
                  <c:v>82623</c:v>
                </c:pt>
                <c:pt idx="77">
                  <c:v>84835</c:v>
                </c:pt>
                <c:pt idx="78">
                  <c:v>69759</c:v>
                </c:pt>
                <c:pt idx="79">
                  <c:v>72099</c:v>
                </c:pt>
                <c:pt idx="80">
                  <c:v>68462</c:v>
                </c:pt>
                <c:pt idx="81">
                  <c:v>65073</c:v>
                </c:pt>
                <c:pt idx="82">
                  <c:v>78618</c:v>
                </c:pt>
                <c:pt idx="83">
                  <c:v>79530</c:v>
                </c:pt>
                <c:pt idx="84">
                  <c:v>72025</c:v>
                </c:pt>
                <c:pt idx="85">
                  <c:v>90300</c:v>
                </c:pt>
                <c:pt idx="86">
                  <c:v>74293</c:v>
                </c:pt>
                <c:pt idx="87">
                  <c:v>68682</c:v>
                </c:pt>
                <c:pt idx="88">
                  <c:v>75276</c:v>
                </c:pt>
                <c:pt idx="89">
                  <c:v>75865</c:v>
                </c:pt>
                <c:pt idx="90">
                  <c:v>80134</c:v>
                </c:pt>
                <c:pt idx="91">
                  <c:v>91065</c:v>
                </c:pt>
                <c:pt idx="92">
                  <c:v>82584</c:v>
                </c:pt>
                <c:pt idx="93">
                  <c:v>93027</c:v>
                </c:pt>
                <c:pt idx="94">
                  <c:v>92910</c:v>
                </c:pt>
                <c:pt idx="95">
                  <c:v>84865</c:v>
                </c:pt>
                <c:pt idx="96">
                  <c:v>81246</c:v>
                </c:pt>
                <c:pt idx="97">
                  <c:v>89572</c:v>
                </c:pt>
                <c:pt idx="98">
                  <c:v>66664</c:v>
                </c:pt>
                <c:pt idx="99">
                  <c:v>70165</c:v>
                </c:pt>
                <c:pt idx="100">
                  <c:v>80124</c:v>
                </c:pt>
                <c:pt idx="101">
                  <c:v>66582</c:v>
                </c:pt>
                <c:pt idx="102">
                  <c:v>75261</c:v>
                </c:pt>
                <c:pt idx="103">
                  <c:v>83151</c:v>
                </c:pt>
                <c:pt idx="104">
                  <c:v>78825</c:v>
                </c:pt>
                <c:pt idx="105">
                  <c:v>76005</c:v>
                </c:pt>
                <c:pt idx="106">
                  <c:v>55614</c:v>
                </c:pt>
                <c:pt idx="107">
                  <c:v>65275</c:v>
                </c:pt>
                <c:pt idx="108">
                  <c:v>53653</c:v>
                </c:pt>
                <c:pt idx="109">
                  <c:v>81217</c:v>
                </c:pt>
                <c:pt idx="110">
                  <c:v>60152</c:v>
                </c:pt>
                <c:pt idx="111">
                  <c:v>89120</c:v>
                </c:pt>
                <c:pt idx="112">
                  <c:v>81169</c:v>
                </c:pt>
                <c:pt idx="113">
                  <c:v>71367</c:v>
                </c:pt>
                <c:pt idx="114">
                  <c:v>80184</c:v>
                </c:pt>
                <c:pt idx="115">
                  <c:v>73454</c:v>
                </c:pt>
                <c:pt idx="116">
                  <c:v>70503</c:v>
                </c:pt>
                <c:pt idx="117">
                  <c:v>77863</c:v>
                </c:pt>
                <c:pt idx="118">
                  <c:v>61839</c:v>
                </c:pt>
                <c:pt idx="119">
                  <c:v>72679</c:v>
                </c:pt>
                <c:pt idx="120">
                  <c:v>76982</c:v>
                </c:pt>
                <c:pt idx="121">
                  <c:v>84169</c:v>
                </c:pt>
                <c:pt idx="122">
                  <c:v>85620</c:v>
                </c:pt>
                <c:pt idx="123">
                  <c:v>81698</c:v>
                </c:pt>
                <c:pt idx="124">
                  <c:v>79908</c:v>
                </c:pt>
                <c:pt idx="125">
                  <c:v>81741</c:v>
                </c:pt>
                <c:pt idx="126">
                  <c:v>79800</c:v>
                </c:pt>
                <c:pt idx="127">
                  <c:v>92163</c:v>
                </c:pt>
                <c:pt idx="128">
                  <c:v>69882</c:v>
                </c:pt>
                <c:pt idx="129">
                  <c:v>72906</c:v>
                </c:pt>
                <c:pt idx="130">
                  <c:v>81168</c:v>
                </c:pt>
                <c:pt idx="131">
                  <c:v>48240</c:v>
                </c:pt>
                <c:pt idx="132">
                  <c:v>72298</c:v>
                </c:pt>
                <c:pt idx="133">
                  <c:v>72635</c:v>
                </c:pt>
                <c:pt idx="134">
                  <c:v>84196</c:v>
                </c:pt>
                <c:pt idx="135">
                  <c:v>65488</c:v>
                </c:pt>
                <c:pt idx="136">
                  <c:v>83917</c:v>
                </c:pt>
                <c:pt idx="137">
                  <c:v>84574</c:v>
                </c:pt>
                <c:pt idx="138">
                  <c:v>76140</c:v>
                </c:pt>
                <c:pt idx="139">
                  <c:v>77632</c:v>
                </c:pt>
                <c:pt idx="140">
                  <c:v>105471</c:v>
                </c:pt>
                <c:pt idx="141">
                  <c:v>98777</c:v>
                </c:pt>
                <c:pt idx="142">
                  <c:v>58330</c:v>
                </c:pt>
                <c:pt idx="143">
                  <c:v>66731</c:v>
                </c:pt>
                <c:pt idx="144">
                  <c:v>70337</c:v>
                </c:pt>
                <c:pt idx="145">
                  <c:v>65295</c:v>
                </c:pt>
                <c:pt idx="146">
                  <c:v>68743</c:v>
                </c:pt>
                <c:pt idx="147">
                  <c:v>65777</c:v>
                </c:pt>
                <c:pt idx="148">
                  <c:v>86857</c:v>
                </c:pt>
                <c:pt idx="149">
                  <c:v>160803</c:v>
                </c:pt>
                <c:pt idx="150">
                  <c:v>77845</c:v>
                </c:pt>
                <c:pt idx="151">
                  <c:v>69476</c:v>
                </c:pt>
                <c:pt idx="152">
                  <c:v>61209</c:v>
                </c:pt>
                <c:pt idx="153">
                  <c:v>78468</c:v>
                </c:pt>
                <c:pt idx="154">
                  <c:v>90247</c:v>
                </c:pt>
                <c:pt idx="155">
                  <c:v>76618</c:v>
                </c:pt>
                <c:pt idx="156">
                  <c:v>87305</c:v>
                </c:pt>
                <c:pt idx="157">
                  <c:v>59111</c:v>
                </c:pt>
                <c:pt idx="158">
                  <c:v>72190</c:v>
                </c:pt>
                <c:pt idx="159">
                  <c:v>80395</c:v>
                </c:pt>
                <c:pt idx="160">
                  <c:v>75012</c:v>
                </c:pt>
                <c:pt idx="161">
                  <c:v>89891</c:v>
                </c:pt>
                <c:pt idx="162">
                  <c:v>72025</c:v>
                </c:pt>
                <c:pt idx="163">
                  <c:v>82224</c:v>
                </c:pt>
                <c:pt idx="164">
                  <c:v>83844</c:v>
                </c:pt>
                <c:pt idx="165">
                  <c:v>71163</c:v>
                </c:pt>
                <c:pt idx="166">
                  <c:v>63564</c:v>
                </c:pt>
                <c:pt idx="167">
                  <c:v>83443</c:v>
                </c:pt>
                <c:pt idx="168">
                  <c:v>58330</c:v>
                </c:pt>
                <c:pt idx="169">
                  <c:v>80952</c:v>
                </c:pt>
                <c:pt idx="170">
                  <c:v>75507</c:v>
                </c:pt>
                <c:pt idx="171">
                  <c:v>63855</c:v>
                </c:pt>
                <c:pt idx="172">
                  <c:v>78285</c:v>
                </c:pt>
                <c:pt idx="173">
                  <c:v>75127</c:v>
                </c:pt>
                <c:pt idx="174">
                  <c:v>74985</c:v>
                </c:pt>
                <c:pt idx="175">
                  <c:v>67430</c:v>
                </c:pt>
                <c:pt idx="176">
                  <c:v>78939</c:v>
                </c:pt>
                <c:pt idx="177">
                  <c:v>74250</c:v>
                </c:pt>
                <c:pt idx="178">
                  <c:v>72258</c:v>
                </c:pt>
                <c:pt idx="179">
                  <c:v>71466</c:v>
                </c:pt>
                <c:pt idx="180">
                  <c:v>62847</c:v>
                </c:pt>
                <c:pt idx="181">
                  <c:v>82017</c:v>
                </c:pt>
                <c:pt idx="182">
                  <c:v>73926</c:v>
                </c:pt>
                <c:pt idx="183">
                  <c:v>82716</c:v>
                </c:pt>
                <c:pt idx="184">
                  <c:v>48192</c:v>
                </c:pt>
                <c:pt idx="185">
                  <c:v>72504</c:v>
                </c:pt>
                <c:pt idx="186">
                  <c:v>73170</c:v>
                </c:pt>
                <c:pt idx="187">
                  <c:v>91820</c:v>
                </c:pt>
                <c:pt idx="188">
                  <c:v>76412</c:v>
                </c:pt>
                <c:pt idx="189">
                  <c:v>78353</c:v>
                </c:pt>
                <c:pt idx="190">
                  <c:v>80995</c:v>
                </c:pt>
                <c:pt idx="191">
                  <c:v>81702</c:v>
                </c:pt>
                <c:pt idx="192">
                  <c:v>82504</c:v>
                </c:pt>
                <c:pt idx="193">
                  <c:v>81205</c:v>
                </c:pt>
                <c:pt idx="194">
                  <c:v>61618</c:v>
                </c:pt>
                <c:pt idx="195">
                  <c:v>82347</c:v>
                </c:pt>
                <c:pt idx="196">
                  <c:v>85710</c:v>
                </c:pt>
                <c:pt idx="197">
                  <c:v>70123</c:v>
                </c:pt>
                <c:pt idx="198">
                  <c:v>80812</c:v>
                </c:pt>
                <c:pt idx="199">
                  <c:v>86424</c:v>
                </c:pt>
                <c:pt idx="200">
                  <c:v>86857</c:v>
                </c:pt>
                <c:pt idx="201">
                  <c:v>82072</c:v>
                </c:pt>
                <c:pt idx="202">
                  <c:v>68092</c:v>
                </c:pt>
                <c:pt idx="203">
                  <c:v>76630</c:v>
                </c:pt>
                <c:pt idx="204">
                  <c:v>48948</c:v>
                </c:pt>
                <c:pt idx="205">
                  <c:v>78331</c:v>
                </c:pt>
                <c:pt idx="206">
                  <c:v>81320</c:v>
                </c:pt>
                <c:pt idx="207">
                  <c:v>66825</c:v>
                </c:pt>
                <c:pt idx="208">
                  <c:v>85072</c:v>
                </c:pt>
                <c:pt idx="209">
                  <c:v>86429</c:v>
                </c:pt>
                <c:pt idx="210">
                  <c:v>78420</c:v>
                </c:pt>
                <c:pt idx="211">
                  <c:v>75114</c:v>
                </c:pt>
                <c:pt idx="212">
                  <c:v>95529</c:v>
                </c:pt>
                <c:pt idx="213">
                  <c:v>62820</c:v>
                </c:pt>
                <c:pt idx="214">
                  <c:v>73113</c:v>
                </c:pt>
                <c:pt idx="215">
                  <c:v>84169</c:v>
                </c:pt>
                <c:pt idx="216">
                  <c:v>74637</c:v>
                </c:pt>
                <c:pt idx="217">
                  <c:v>72354</c:v>
                </c:pt>
                <c:pt idx="218">
                  <c:v>77583</c:v>
                </c:pt>
                <c:pt idx="219">
                  <c:v>74116</c:v>
                </c:pt>
                <c:pt idx="220">
                  <c:v>74293</c:v>
                </c:pt>
                <c:pt idx="221">
                  <c:v>79632</c:v>
                </c:pt>
                <c:pt idx="222">
                  <c:v>75127</c:v>
                </c:pt>
                <c:pt idx="223">
                  <c:v>71796</c:v>
                </c:pt>
                <c:pt idx="224">
                  <c:v>82025</c:v>
                </c:pt>
                <c:pt idx="225">
                  <c:v>94384</c:v>
                </c:pt>
                <c:pt idx="226">
                  <c:v>70647</c:v>
                </c:pt>
                <c:pt idx="227">
                  <c:v>92955</c:v>
                </c:pt>
                <c:pt idx="228">
                  <c:v>84219</c:v>
                </c:pt>
                <c:pt idx="229">
                  <c:v>80573</c:v>
                </c:pt>
                <c:pt idx="230">
                  <c:v>83715</c:v>
                </c:pt>
                <c:pt idx="231">
                  <c:v>82576</c:v>
                </c:pt>
                <c:pt idx="232">
                  <c:v>80763</c:v>
                </c:pt>
                <c:pt idx="233">
                  <c:v>82170</c:v>
                </c:pt>
                <c:pt idx="234">
                  <c:v>75759</c:v>
                </c:pt>
                <c:pt idx="235">
                  <c:v>79689</c:v>
                </c:pt>
                <c:pt idx="236">
                  <c:v>85683</c:v>
                </c:pt>
                <c:pt idx="237">
                  <c:v>75437</c:v>
                </c:pt>
                <c:pt idx="238">
                  <c:v>95169</c:v>
                </c:pt>
                <c:pt idx="239">
                  <c:v>83844</c:v>
                </c:pt>
                <c:pt idx="240">
                  <c:v>70924</c:v>
                </c:pt>
                <c:pt idx="241">
                  <c:v>74538</c:v>
                </c:pt>
                <c:pt idx="242">
                  <c:v>91700</c:v>
                </c:pt>
                <c:pt idx="243">
                  <c:v>68695</c:v>
                </c:pt>
                <c:pt idx="244">
                  <c:v>79593</c:v>
                </c:pt>
                <c:pt idx="245">
                  <c:v>76081</c:v>
                </c:pt>
                <c:pt idx="246">
                  <c:v>70924</c:v>
                </c:pt>
                <c:pt idx="247">
                  <c:v>69098</c:v>
                </c:pt>
                <c:pt idx="248">
                  <c:v>70596</c:v>
                </c:pt>
                <c:pt idx="249">
                  <c:v>72228</c:v>
                </c:pt>
                <c:pt idx="250">
                  <c:v>67605</c:v>
                </c:pt>
                <c:pt idx="251">
                  <c:v>83528</c:v>
                </c:pt>
                <c:pt idx="252">
                  <c:v>67023</c:v>
                </c:pt>
                <c:pt idx="253">
                  <c:v>88347</c:v>
                </c:pt>
                <c:pt idx="254">
                  <c:v>87171</c:v>
                </c:pt>
                <c:pt idx="255">
                  <c:v>66294</c:v>
                </c:pt>
                <c:pt idx="256">
                  <c:v>79456</c:v>
                </c:pt>
                <c:pt idx="257">
                  <c:v>75345</c:v>
                </c:pt>
                <c:pt idx="258">
                  <c:v>84460</c:v>
                </c:pt>
                <c:pt idx="259">
                  <c:v>71691</c:v>
                </c:pt>
                <c:pt idx="260">
                  <c:v>85844</c:v>
                </c:pt>
                <c:pt idx="261">
                  <c:v>71367</c:v>
                </c:pt>
                <c:pt idx="262">
                  <c:v>80910</c:v>
                </c:pt>
                <c:pt idx="263">
                  <c:v>83829</c:v>
                </c:pt>
                <c:pt idx="264">
                  <c:v>76045</c:v>
                </c:pt>
                <c:pt idx="265">
                  <c:v>76773</c:v>
                </c:pt>
                <c:pt idx="266">
                  <c:v>81698</c:v>
                </c:pt>
                <c:pt idx="267">
                  <c:v>98777</c:v>
                </c:pt>
                <c:pt idx="268">
                  <c:v>63998</c:v>
                </c:pt>
                <c:pt idx="269">
                  <c:v>72903</c:v>
                </c:pt>
                <c:pt idx="270">
                  <c:v>85696</c:v>
                </c:pt>
                <c:pt idx="271">
                  <c:v>63285</c:v>
                </c:pt>
                <c:pt idx="272">
                  <c:v>57513</c:v>
                </c:pt>
                <c:pt idx="273">
                  <c:v>83145</c:v>
                </c:pt>
                <c:pt idx="274">
                  <c:v>56715</c:v>
                </c:pt>
                <c:pt idx="275">
                  <c:v>79410</c:v>
                </c:pt>
                <c:pt idx="276">
                  <c:v>80685</c:v>
                </c:pt>
                <c:pt idx="277">
                  <c:v>77142</c:v>
                </c:pt>
                <c:pt idx="278">
                  <c:v>81657</c:v>
                </c:pt>
                <c:pt idx="279">
                  <c:v>74214</c:v>
                </c:pt>
                <c:pt idx="280">
                  <c:v>90638</c:v>
                </c:pt>
                <c:pt idx="281">
                  <c:v>78579</c:v>
                </c:pt>
                <c:pt idx="282">
                  <c:v>78075</c:v>
                </c:pt>
                <c:pt idx="283">
                  <c:v>59184</c:v>
                </c:pt>
                <c:pt idx="284">
                  <c:v>66636</c:v>
                </c:pt>
                <c:pt idx="285">
                  <c:v>84618</c:v>
                </c:pt>
                <c:pt idx="286">
                  <c:v>74918</c:v>
                </c:pt>
                <c:pt idx="287">
                  <c:v>68682</c:v>
                </c:pt>
                <c:pt idx="288">
                  <c:v>77297</c:v>
                </c:pt>
                <c:pt idx="289">
                  <c:v>61284</c:v>
                </c:pt>
                <c:pt idx="290">
                  <c:v>84906</c:v>
                </c:pt>
                <c:pt idx="291">
                  <c:v>76624</c:v>
                </c:pt>
                <c:pt idx="292">
                  <c:v>66000</c:v>
                </c:pt>
                <c:pt idx="293">
                  <c:v>69969</c:v>
                </c:pt>
                <c:pt idx="294">
                  <c:v>76653</c:v>
                </c:pt>
                <c:pt idx="295">
                  <c:v>90687</c:v>
                </c:pt>
                <c:pt idx="296">
                  <c:v>73450</c:v>
                </c:pt>
                <c:pt idx="297">
                  <c:v>83829</c:v>
                </c:pt>
                <c:pt idx="298">
                  <c:v>85485</c:v>
                </c:pt>
                <c:pt idx="299">
                  <c:v>55956</c:v>
                </c:pt>
                <c:pt idx="300">
                  <c:v>71847</c:v>
                </c:pt>
                <c:pt idx="301">
                  <c:v>78687</c:v>
                </c:pt>
                <c:pt idx="302">
                  <c:v>83151</c:v>
                </c:pt>
                <c:pt idx="303">
                  <c:v>52531</c:v>
                </c:pt>
                <c:pt idx="304">
                  <c:v>78569</c:v>
                </c:pt>
                <c:pt idx="305">
                  <c:v>94384</c:v>
                </c:pt>
                <c:pt idx="306">
                  <c:v>71626</c:v>
                </c:pt>
                <c:pt idx="307">
                  <c:v>81051</c:v>
                </c:pt>
                <c:pt idx="308">
                  <c:v>65169</c:v>
                </c:pt>
                <c:pt idx="309">
                  <c:v>64857</c:v>
                </c:pt>
                <c:pt idx="310">
                  <c:v>81843</c:v>
                </c:pt>
                <c:pt idx="311">
                  <c:v>71604</c:v>
                </c:pt>
                <c:pt idx="312">
                  <c:v>90842</c:v>
                </c:pt>
                <c:pt idx="313">
                  <c:v>71853</c:v>
                </c:pt>
                <c:pt idx="314">
                  <c:v>85696</c:v>
                </c:pt>
                <c:pt idx="315">
                  <c:v>76542</c:v>
                </c:pt>
                <c:pt idx="316">
                  <c:v>70515</c:v>
                </c:pt>
                <c:pt idx="317">
                  <c:v>69109</c:v>
                </c:pt>
                <c:pt idx="318">
                  <c:v>69627</c:v>
                </c:pt>
                <c:pt idx="319">
                  <c:v>62159</c:v>
                </c:pt>
                <c:pt idx="320">
                  <c:v>80695</c:v>
                </c:pt>
                <c:pt idx="321">
                  <c:v>52203</c:v>
                </c:pt>
                <c:pt idx="322">
                  <c:v>75154</c:v>
                </c:pt>
                <c:pt idx="323">
                  <c:v>92344</c:v>
                </c:pt>
                <c:pt idx="324">
                  <c:v>75507</c:v>
                </c:pt>
                <c:pt idx="325">
                  <c:v>80589</c:v>
                </c:pt>
                <c:pt idx="326">
                  <c:v>65704</c:v>
                </c:pt>
                <c:pt idx="327">
                  <c:v>92533</c:v>
                </c:pt>
                <c:pt idx="328">
                  <c:v>78427</c:v>
                </c:pt>
                <c:pt idx="329">
                  <c:v>82657</c:v>
                </c:pt>
                <c:pt idx="330">
                  <c:v>78041</c:v>
                </c:pt>
                <c:pt idx="331">
                  <c:v>70038</c:v>
                </c:pt>
                <c:pt idx="332">
                  <c:v>77343</c:v>
                </c:pt>
                <c:pt idx="333">
                  <c:v>73892</c:v>
                </c:pt>
                <c:pt idx="334">
                  <c:v>68695</c:v>
                </c:pt>
                <c:pt idx="335">
                  <c:v>93790</c:v>
                </c:pt>
                <c:pt idx="336">
                  <c:v>83844</c:v>
                </c:pt>
                <c:pt idx="337">
                  <c:v>64857</c:v>
                </c:pt>
                <c:pt idx="338">
                  <c:v>79419</c:v>
                </c:pt>
                <c:pt idx="339">
                  <c:v>87679</c:v>
                </c:pt>
                <c:pt idx="340">
                  <c:v>65492</c:v>
                </c:pt>
                <c:pt idx="341">
                  <c:v>68487</c:v>
                </c:pt>
                <c:pt idx="342">
                  <c:v>49667</c:v>
                </c:pt>
                <c:pt idx="343">
                  <c:v>78931</c:v>
                </c:pt>
                <c:pt idx="344">
                  <c:v>84219</c:v>
                </c:pt>
                <c:pt idx="345">
                  <c:v>79529</c:v>
                </c:pt>
                <c:pt idx="346">
                  <c:v>87188</c:v>
                </c:pt>
                <c:pt idx="347">
                  <c:v>69930</c:v>
                </c:pt>
                <c:pt idx="348">
                  <c:v>82032</c:v>
                </c:pt>
                <c:pt idx="349">
                  <c:v>74004</c:v>
                </c:pt>
                <c:pt idx="350">
                  <c:v>67786</c:v>
                </c:pt>
                <c:pt idx="351">
                  <c:v>65819</c:v>
                </c:pt>
                <c:pt idx="352">
                  <c:v>76800</c:v>
                </c:pt>
                <c:pt idx="353">
                  <c:v>76081</c:v>
                </c:pt>
                <c:pt idx="354">
                  <c:v>79865</c:v>
                </c:pt>
                <c:pt idx="355">
                  <c:v>82800</c:v>
                </c:pt>
                <c:pt idx="356">
                  <c:v>90638</c:v>
                </c:pt>
                <c:pt idx="357">
                  <c:v>81574</c:v>
                </c:pt>
                <c:pt idx="358">
                  <c:v>78093</c:v>
                </c:pt>
                <c:pt idx="359">
                  <c:v>82460</c:v>
                </c:pt>
                <c:pt idx="360">
                  <c:v>81361</c:v>
                </c:pt>
                <c:pt idx="361">
                  <c:v>75794</c:v>
                </c:pt>
                <c:pt idx="362">
                  <c:v>74268</c:v>
                </c:pt>
                <c:pt idx="363">
                  <c:v>90226</c:v>
                </c:pt>
                <c:pt idx="364">
                  <c:v>70638</c:v>
                </c:pt>
                <c:pt idx="365">
                  <c:v>68655</c:v>
                </c:pt>
                <c:pt idx="366">
                  <c:v>64509</c:v>
                </c:pt>
                <c:pt idx="367">
                  <c:v>66664</c:v>
                </c:pt>
                <c:pt idx="368">
                  <c:v>69755</c:v>
                </c:pt>
                <c:pt idx="369">
                  <c:v>58684</c:v>
                </c:pt>
                <c:pt idx="370">
                  <c:v>57136</c:v>
                </c:pt>
                <c:pt idx="371">
                  <c:v>82014</c:v>
                </c:pt>
                <c:pt idx="372">
                  <c:v>157146</c:v>
                </c:pt>
                <c:pt idx="373">
                  <c:v>72066</c:v>
                </c:pt>
                <c:pt idx="374">
                  <c:v>86610</c:v>
                </c:pt>
                <c:pt idx="375">
                  <c:v>80141</c:v>
                </c:pt>
                <c:pt idx="376">
                  <c:v>72635</c:v>
                </c:pt>
                <c:pt idx="377">
                  <c:v>70440</c:v>
                </c:pt>
                <c:pt idx="378">
                  <c:v>78789</c:v>
                </c:pt>
                <c:pt idx="379">
                  <c:v>81217</c:v>
                </c:pt>
                <c:pt idx="380">
                  <c:v>61787</c:v>
                </c:pt>
                <c:pt idx="381">
                  <c:v>86580</c:v>
                </c:pt>
                <c:pt idx="382">
                  <c:v>83512</c:v>
                </c:pt>
                <c:pt idx="383">
                  <c:v>80398</c:v>
                </c:pt>
                <c:pt idx="384">
                  <c:v>92491</c:v>
                </c:pt>
                <c:pt idx="385">
                  <c:v>90273</c:v>
                </c:pt>
                <c:pt idx="386">
                  <c:v>82571</c:v>
                </c:pt>
                <c:pt idx="387">
                  <c:v>82427</c:v>
                </c:pt>
                <c:pt idx="388">
                  <c:v>77437</c:v>
                </c:pt>
                <c:pt idx="389">
                  <c:v>70321</c:v>
                </c:pt>
                <c:pt idx="390">
                  <c:v>81795</c:v>
                </c:pt>
                <c:pt idx="391">
                  <c:v>66835</c:v>
                </c:pt>
                <c:pt idx="392">
                  <c:v>80360</c:v>
                </c:pt>
                <c:pt idx="393">
                  <c:v>71853</c:v>
                </c:pt>
                <c:pt idx="394">
                  <c:v>70596</c:v>
                </c:pt>
                <c:pt idx="395">
                  <c:v>85431</c:v>
                </c:pt>
                <c:pt idx="396">
                  <c:v>65370</c:v>
                </c:pt>
                <c:pt idx="397">
                  <c:v>64590</c:v>
                </c:pt>
                <c:pt idx="398">
                  <c:v>82122</c:v>
                </c:pt>
                <c:pt idx="399">
                  <c:v>90369</c:v>
                </c:pt>
                <c:pt idx="400">
                  <c:v>63159</c:v>
                </c:pt>
                <c:pt idx="401">
                  <c:v>79734</c:v>
                </c:pt>
                <c:pt idx="402">
                  <c:v>63207</c:v>
                </c:pt>
                <c:pt idx="403">
                  <c:v>72071</c:v>
                </c:pt>
                <c:pt idx="404">
                  <c:v>72282</c:v>
                </c:pt>
                <c:pt idx="405">
                  <c:v>52513</c:v>
                </c:pt>
                <c:pt idx="406">
                  <c:v>78394</c:v>
                </c:pt>
                <c:pt idx="407">
                  <c:v>80739</c:v>
                </c:pt>
                <c:pt idx="408">
                  <c:v>80336</c:v>
                </c:pt>
                <c:pt idx="409">
                  <c:v>84953</c:v>
                </c:pt>
                <c:pt idx="410">
                  <c:v>68148</c:v>
                </c:pt>
                <c:pt idx="411">
                  <c:v>83257</c:v>
                </c:pt>
                <c:pt idx="412">
                  <c:v>72159</c:v>
                </c:pt>
                <c:pt idx="413">
                  <c:v>64260</c:v>
                </c:pt>
                <c:pt idx="414">
                  <c:v>82733</c:v>
                </c:pt>
                <c:pt idx="415">
                  <c:v>70116</c:v>
                </c:pt>
                <c:pt idx="416">
                  <c:v>69109</c:v>
                </c:pt>
                <c:pt idx="417">
                  <c:v>82326</c:v>
                </c:pt>
                <c:pt idx="418">
                  <c:v>69932</c:v>
                </c:pt>
                <c:pt idx="419">
                  <c:v>72905</c:v>
                </c:pt>
                <c:pt idx="420">
                  <c:v>70300</c:v>
                </c:pt>
                <c:pt idx="421">
                  <c:v>70643</c:v>
                </c:pt>
                <c:pt idx="422">
                  <c:v>86979</c:v>
                </c:pt>
                <c:pt idx="423">
                  <c:v>67546</c:v>
                </c:pt>
                <c:pt idx="424">
                  <c:v>88420</c:v>
                </c:pt>
                <c:pt idx="425">
                  <c:v>69719</c:v>
                </c:pt>
                <c:pt idx="426">
                  <c:v>90933</c:v>
                </c:pt>
                <c:pt idx="427">
                  <c:v>113734</c:v>
                </c:pt>
                <c:pt idx="428">
                  <c:v>62820</c:v>
                </c:pt>
                <c:pt idx="429">
                  <c:v>92556</c:v>
                </c:pt>
                <c:pt idx="430">
                  <c:v>67384</c:v>
                </c:pt>
                <c:pt idx="431">
                  <c:v>80573</c:v>
                </c:pt>
                <c:pt idx="432">
                  <c:v>91249</c:v>
                </c:pt>
                <c:pt idx="433">
                  <c:v>77598</c:v>
                </c:pt>
                <c:pt idx="434">
                  <c:v>70617</c:v>
                </c:pt>
                <c:pt idx="435">
                  <c:v>64849</c:v>
                </c:pt>
                <c:pt idx="436">
                  <c:v>73356</c:v>
                </c:pt>
                <c:pt idx="437">
                  <c:v>72570</c:v>
                </c:pt>
                <c:pt idx="438">
                  <c:v>70792</c:v>
                </c:pt>
                <c:pt idx="439">
                  <c:v>63211</c:v>
                </c:pt>
                <c:pt idx="440">
                  <c:v>80872</c:v>
                </c:pt>
                <c:pt idx="441">
                  <c:v>72335</c:v>
                </c:pt>
                <c:pt idx="442">
                  <c:v>76842</c:v>
                </c:pt>
                <c:pt idx="443">
                  <c:v>96843</c:v>
                </c:pt>
                <c:pt idx="444">
                  <c:v>71670</c:v>
                </c:pt>
                <c:pt idx="445">
                  <c:v>74485</c:v>
                </c:pt>
                <c:pt idx="446">
                  <c:v>72643</c:v>
                </c:pt>
                <c:pt idx="447">
                  <c:v>85738</c:v>
                </c:pt>
                <c:pt idx="448">
                  <c:v>94642</c:v>
                </c:pt>
                <c:pt idx="449">
                  <c:v>72968</c:v>
                </c:pt>
                <c:pt idx="450">
                  <c:v>91712</c:v>
                </c:pt>
                <c:pt idx="451">
                  <c:v>94472</c:v>
                </c:pt>
                <c:pt idx="452">
                  <c:v>96547</c:v>
                </c:pt>
                <c:pt idx="453">
                  <c:v>79205</c:v>
                </c:pt>
                <c:pt idx="454">
                  <c:v>71964</c:v>
                </c:pt>
                <c:pt idx="455">
                  <c:v>96876</c:v>
                </c:pt>
                <c:pt idx="456">
                  <c:v>34445</c:v>
                </c:pt>
                <c:pt idx="457">
                  <c:v>68281</c:v>
                </c:pt>
                <c:pt idx="458">
                  <c:v>61416</c:v>
                </c:pt>
                <c:pt idx="459">
                  <c:v>65308</c:v>
                </c:pt>
                <c:pt idx="460">
                  <c:v>76467</c:v>
                </c:pt>
                <c:pt idx="461">
                  <c:v>81044</c:v>
                </c:pt>
                <c:pt idx="462">
                  <c:v>71128</c:v>
                </c:pt>
                <c:pt idx="463">
                  <c:v>70038</c:v>
                </c:pt>
                <c:pt idx="464">
                  <c:v>69520</c:v>
                </c:pt>
                <c:pt idx="465">
                  <c:v>68487</c:v>
                </c:pt>
                <c:pt idx="466">
                  <c:v>87000</c:v>
                </c:pt>
                <c:pt idx="467">
                  <c:v>79244</c:v>
                </c:pt>
                <c:pt idx="468">
                  <c:v>80144</c:v>
                </c:pt>
                <c:pt idx="469">
                  <c:v>82332</c:v>
                </c:pt>
                <c:pt idx="470">
                  <c:v>72217</c:v>
                </c:pt>
                <c:pt idx="471">
                  <c:v>84906</c:v>
                </c:pt>
                <c:pt idx="472">
                  <c:v>82333</c:v>
                </c:pt>
                <c:pt idx="473">
                  <c:v>65220</c:v>
                </c:pt>
                <c:pt idx="474">
                  <c:v>72309</c:v>
                </c:pt>
                <c:pt idx="475">
                  <c:v>65487</c:v>
                </c:pt>
                <c:pt idx="476">
                  <c:v>78499</c:v>
                </c:pt>
                <c:pt idx="477">
                  <c:v>69209</c:v>
                </c:pt>
                <c:pt idx="478">
                  <c:v>74859</c:v>
                </c:pt>
                <c:pt idx="479">
                  <c:v>72071</c:v>
                </c:pt>
                <c:pt idx="480">
                  <c:v>91172</c:v>
                </c:pt>
                <c:pt idx="481">
                  <c:v>90000</c:v>
                </c:pt>
                <c:pt idx="482">
                  <c:v>65706</c:v>
                </c:pt>
                <c:pt idx="483">
                  <c:v>79174</c:v>
                </c:pt>
                <c:pt idx="484">
                  <c:v>81380</c:v>
                </c:pt>
                <c:pt idx="485">
                  <c:v>84117</c:v>
                </c:pt>
                <c:pt idx="486">
                  <c:v>65487</c:v>
                </c:pt>
                <c:pt idx="487">
                  <c:v>89616</c:v>
                </c:pt>
                <c:pt idx="488">
                  <c:v>82347</c:v>
                </c:pt>
                <c:pt idx="489">
                  <c:v>88325</c:v>
                </c:pt>
                <c:pt idx="490">
                  <c:v>80617</c:v>
                </c:pt>
                <c:pt idx="491">
                  <c:v>82032</c:v>
                </c:pt>
                <c:pt idx="492">
                  <c:v>75777</c:v>
                </c:pt>
                <c:pt idx="493">
                  <c:v>56981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B03-472E-9F4F-B2B0466BDE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2600"/>
          <c:min val="0"/>
        </c:scaling>
        <c:delete val="0"/>
        <c:axPos val="b"/>
        <c:majorGridlines>
          <c:spPr>
            <a:ln w="6350" cap="flat">
              <a:solidFill>
                <a:srgbClr val="F0EE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100" b="0" i="0" u="none" strike="noStrike">
                    <a:solidFill>
                      <a:srgbClr val="334155"/>
                    </a:solidFill>
                    <a:latin typeface="Segoe UI"/>
                  </a:rPr>
                  <a:t>Dépense totale (Spent)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2"/>
        <c:crosses val="autoZero"/>
        <c:crossBetween val="midCat"/>
        <c:majorUnit val="500"/>
      </c:valAx>
      <c:valAx>
        <c:axId val="2094734552"/>
        <c:scaling>
          <c:orientation val="minMax"/>
          <c:max val="170000"/>
          <c:min val="0"/>
        </c:scaling>
        <c:delete val="0"/>
        <c:axPos val="l"/>
        <c:majorGridlines>
          <c:spPr>
            <a:ln w="7620" cap="flat">
              <a:solidFill>
                <a:srgbClr val="EC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334155"/>
                    </a:solidFill>
                    <a:latin typeface="Segoe UI"/>
                  </a:defRPr>
                </a:pPr>
                <a:r>
                  <a:rPr lang="fr-CI" sz="1100" b="0" i="0" u="none" strike="noStrike">
                    <a:solidFill>
                      <a:srgbClr val="334155"/>
                    </a:solidFill>
                    <a:latin typeface="Segoe UI"/>
                  </a:rPr>
                  <a:t>Revenu annuel du ménage</a:t>
                </a:r>
              </a:p>
            </c:rich>
          </c:tx>
          <c:overlay val="0"/>
        </c:title>
        <c:numFmt formatCode="#,##0,&quot; k&quot;" sourceLinked="0"/>
        <c:majorTickMark val="none"/>
        <c:minorTickMark val="none"/>
        <c:tickLblPos val="nextTo"/>
        <c:spPr>
          <a:ln w="889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Segoe UI"/>
              </a:defRPr>
            </a:pPr>
            <a:endParaRPr lang="fr-FR"/>
          </a:p>
        </c:txPr>
        <c:crossAx val="2094734554"/>
        <c:crosses val="autoZero"/>
        <c:crossBetween val="midCat"/>
        <c:majorUnit val="2000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tr"/>
      <c:overlay val="0"/>
      <c:txPr>
        <a:bodyPr/>
        <a:lstStyle/>
        <a:p>
          <a:pPr>
            <a:defRPr sz="900">
              <a:solidFill>
                <a:srgbClr val="334155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12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709480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93C5F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01. SEGMENTATION CLIENT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par Clustering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73405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Non Supervisé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7784" y="367588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Quatre profils observés et des hypothèses marketing à tester.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306824"/>
            <a:ext cx="603504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57784" y="4562856"/>
            <a:ext cx="6803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Profilage de clientèle et hypothèses marketing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" y="49103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Étude sur le dataset Customer Personality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061704" y="1691640"/>
            <a:ext cx="81381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061704" y="5029200"/>
            <a:ext cx="81381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0" y="2651760"/>
            <a:ext cx="0" cy="1115568"/>
          </a:xfrm>
          <a:prstGeom prst="line">
            <a:avLst/>
          </a:prstGeom>
          <a:noFill/>
          <a:ln w="1778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1283696" y="2651760"/>
            <a:ext cx="0" cy="1115568"/>
          </a:xfrm>
          <a:prstGeom prst="line">
            <a:avLst/>
          </a:prstGeom>
          <a:noFill/>
          <a:ln w="17780">
            <a:solidFill>
              <a:srgbClr val="FFFFF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06640" y="1170432"/>
            <a:ext cx="1901952" cy="19019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woman_1"/>
          <p:cNvSpPr/>
          <p:nvPr/>
        </p:nvSpPr>
        <p:spPr>
          <a:xfrm>
            <a:off x="7406640" y="1170432"/>
            <a:ext cx="1901952" cy="19019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962" y="15769"/>
                </a:moveTo>
                <a:lnTo>
                  <a:pt x="46154" y="15577"/>
                </a:lnTo>
                <a:lnTo>
                  <a:pt x="48462" y="15577"/>
                </a:lnTo>
                <a:lnTo>
                  <a:pt x="48654" y="15769"/>
                </a:lnTo>
                <a:lnTo>
                  <a:pt x="48846" y="15962"/>
                </a:lnTo>
                <a:lnTo>
                  <a:pt x="50769" y="15962"/>
                </a:lnTo>
                <a:lnTo>
                  <a:pt x="52308" y="16731"/>
                </a:lnTo>
                <a:lnTo>
                  <a:pt x="53077" y="17500"/>
                </a:lnTo>
                <a:lnTo>
                  <a:pt x="54615" y="17500"/>
                </a:lnTo>
                <a:lnTo>
                  <a:pt x="54808" y="17692"/>
                </a:lnTo>
                <a:lnTo>
                  <a:pt x="55000" y="17885"/>
                </a:lnTo>
                <a:lnTo>
                  <a:pt x="56154" y="17885"/>
                </a:lnTo>
                <a:lnTo>
                  <a:pt x="57692" y="18654"/>
                </a:lnTo>
                <a:lnTo>
                  <a:pt x="58462" y="19423"/>
                </a:lnTo>
                <a:lnTo>
                  <a:pt x="58846" y="19423"/>
                </a:lnTo>
                <a:lnTo>
                  <a:pt x="61731" y="22692"/>
                </a:lnTo>
                <a:lnTo>
                  <a:pt x="63269" y="25769"/>
                </a:lnTo>
                <a:lnTo>
                  <a:pt x="63269" y="26154"/>
                </a:lnTo>
                <a:lnTo>
                  <a:pt x="63269" y="26538"/>
                </a:lnTo>
                <a:lnTo>
                  <a:pt x="64038" y="28077"/>
                </a:lnTo>
                <a:lnTo>
                  <a:pt x="64038" y="29615"/>
                </a:lnTo>
                <a:lnTo>
                  <a:pt x="64231" y="29808"/>
                </a:lnTo>
                <a:lnTo>
                  <a:pt x="64423" y="30000"/>
                </a:lnTo>
                <a:lnTo>
                  <a:pt x="64423" y="34615"/>
                </a:lnTo>
                <a:lnTo>
                  <a:pt x="64615" y="34808"/>
                </a:lnTo>
                <a:lnTo>
                  <a:pt x="64808" y="35000"/>
                </a:lnTo>
                <a:lnTo>
                  <a:pt x="64808" y="37308"/>
                </a:lnTo>
                <a:lnTo>
                  <a:pt x="65000" y="37500"/>
                </a:lnTo>
                <a:lnTo>
                  <a:pt x="65192" y="37692"/>
                </a:lnTo>
                <a:lnTo>
                  <a:pt x="65192" y="38846"/>
                </a:lnTo>
                <a:lnTo>
                  <a:pt x="65962" y="40000"/>
                </a:lnTo>
                <a:lnTo>
                  <a:pt x="65962" y="40385"/>
                </a:lnTo>
                <a:lnTo>
                  <a:pt x="65962" y="40769"/>
                </a:lnTo>
                <a:lnTo>
                  <a:pt x="66731" y="42308"/>
                </a:lnTo>
                <a:lnTo>
                  <a:pt x="66731" y="43462"/>
                </a:lnTo>
                <a:lnTo>
                  <a:pt x="66923" y="43654"/>
                </a:lnTo>
                <a:lnTo>
                  <a:pt x="67115" y="43846"/>
                </a:lnTo>
                <a:lnTo>
                  <a:pt x="67115" y="47692"/>
                </a:lnTo>
                <a:lnTo>
                  <a:pt x="66731" y="48462"/>
                </a:lnTo>
                <a:lnTo>
                  <a:pt x="66923" y="48654"/>
                </a:lnTo>
                <a:lnTo>
                  <a:pt x="68846" y="48654"/>
                </a:lnTo>
                <a:lnTo>
                  <a:pt x="69038" y="48846"/>
                </a:lnTo>
                <a:lnTo>
                  <a:pt x="69231" y="49038"/>
                </a:lnTo>
                <a:lnTo>
                  <a:pt x="69615" y="49038"/>
                </a:lnTo>
                <a:lnTo>
                  <a:pt x="70000" y="49038"/>
                </a:lnTo>
                <a:lnTo>
                  <a:pt x="72115" y="51154"/>
                </a:lnTo>
                <a:lnTo>
                  <a:pt x="72115" y="52308"/>
                </a:lnTo>
                <a:lnTo>
                  <a:pt x="72308" y="52500"/>
                </a:lnTo>
                <a:lnTo>
                  <a:pt x="72500" y="52692"/>
                </a:lnTo>
                <a:lnTo>
                  <a:pt x="72692" y="54038"/>
                </a:lnTo>
                <a:lnTo>
                  <a:pt x="75769" y="54038"/>
                </a:lnTo>
                <a:lnTo>
                  <a:pt x="76346" y="54615"/>
                </a:lnTo>
                <a:lnTo>
                  <a:pt x="76346" y="57308"/>
                </a:lnTo>
                <a:lnTo>
                  <a:pt x="76538" y="57500"/>
                </a:lnTo>
                <a:lnTo>
                  <a:pt x="76731" y="57692"/>
                </a:lnTo>
                <a:lnTo>
                  <a:pt x="76731" y="60769"/>
                </a:lnTo>
                <a:lnTo>
                  <a:pt x="76923" y="60962"/>
                </a:lnTo>
                <a:lnTo>
                  <a:pt x="77115" y="61154"/>
                </a:lnTo>
                <a:lnTo>
                  <a:pt x="77115" y="63846"/>
                </a:lnTo>
                <a:lnTo>
                  <a:pt x="77308" y="64038"/>
                </a:lnTo>
                <a:lnTo>
                  <a:pt x="77500" y="64231"/>
                </a:lnTo>
                <a:lnTo>
                  <a:pt x="77500" y="66923"/>
                </a:lnTo>
                <a:lnTo>
                  <a:pt x="77692" y="67115"/>
                </a:lnTo>
                <a:lnTo>
                  <a:pt x="77885" y="67308"/>
                </a:lnTo>
                <a:lnTo>
                  <a:pt x="77885" y="70385"/>
                </a:lnTo>
                <a:lnTo>
                  <a:pt x="78077" y="70577"/>
                </a:lnTo>
                <a:lnTo>
                  <a:pt x="78269" y="70769"/>
                </a:lnTo>
                <a:lnTo>
                  <a:pt x="78269" y="72308"/>
                </a:lnTo>
                <a:lnTo>
                  <a:pt x="77692" y="72885"/>
                </a:lnTo>
                <a:lnTo>
                  <a:pt x="76923" y="72500"/>
                </a:lnTo>
                <a:lnTo>
                  <a:pt x="61923" y="72500"/>
                </a:lnTo>
                <a:lnTo>
                  <a:pt x="61731" y="72692"/>
                </a:lnTo>
                <a:lnTo>
                  <a:pt x="61538" y="72885"/>
                </a:lnTo>
                <a:lnTo>
                  <a:pt x="60000" y="72885"/>
                </a:lnTo>
                <a:lnTo>
                  <a:pt x="59808" y="72692"/>
                </a:lnTo>
                <a:lnTo>
                  <a:pt x="59615" y="72500"/>
                </a:lnTo>
                <a:lnTo>
                  <a:pt x="58846" y="72885"/>
                </a:lnTo>
                <a:lnTo>
                  <a:pt x="58269" y="72308"/>
                </a:lnTo>
                <a:lnTo>
                  <a:pt x="58269" y="69231"/>
                </a:lnTo>
                <a:lnTo>
                  <a:pt x="58462" y="69038"/>
                </a:lnTo>
                <a:lnTo>
                  <a:pt x="58654" y="68846"/>
                </a:lnTo>
                <a:lnTo>
                  <a:pt x="58654" y="65769"/>
                </a:lnTo>
                <a:lnTo>
                  <a:pt x="58846" y="65577"/>
                </a:lnTo>
                <a:lnTo>
                  <a:pt x="59038" y="65385"/>
                </a:lnTo>
                <a:lnTo>
                  <a:pt x="59038" y="62692"/>
                </a:lnTo>
                <a:lnTo>
                  <a:pt x="59231" y="62500"/>
                </a:lnTo>
                <a:lnTo>
                  <a:pt x="59423" y="62308"/>
                </a:lnTo>
                <a:lnTo>
                  <a:pt x="59423" y="59615"/>
                </a:lnTo>
                <a:lnTo>
                  <a:pt x="59615" y="59423"/>
                </a:lnTo>
                <a:lnTo>
                  <a:pt x="59808" y="59231"/>
                </a:lnTo>
                <a:lnTo>
                  <a:pt x="59808" y="56538"/>
                </a:lnTo>
                <a:lnTo>
                  <a:pt x="60000" y="56346"/>
                </a:lnTo>
                <a:lnTo>
                  <a:pt x="60192" y="56154"/>
                </a:lnTo>
                <a:lnTo>
                  <a:pt x="60192" y="55000"/>
                </a:lnTo>
                <a:lnTo>
                  <a:pt x="59615" y="54423"/>
                </a:lnTo>
                <a:lnTo>
                  <a:pt x="59231" y="54423"/>
                </a:lnTo>
                <a:lnTo>
                  <a:pt x="58846" y="54423"/>
                </a:lnTo>
                <a:lnTo>
                  <a:pt x="58654" y="54231"/>
                </a:lnTo>
                <a:lnTo>
                  <a:pt x="58462" y="54038"/>
                </a:lnTo>
                <a:lnTo>
                  <a:pt x="57308" y="54038"/>
                </a:lnTo>
                <a:lnTo>
                  <a:pt x="57115" y="55000"/>
                </a:lnTo>
                <a:lnTo>
                  <a:pt x="55962" y="57308"/>
                </a:lnTo>
                <a:lnTo>
                  <a:pt x="54231" y="59038"/>
                </a:lnTo>
                <a:lnTo>
                  <a:pt x="53462" y="59808"/>
                </a:lnTo>
                <a:lnTo>
                  <a:pt x="51923" y="60577"/>
                </a:lnTo>
                <a:lnTo>
                  <a:pt x="47692" y="61346"/>
                </a:lnTo>
                <a:lnTo>
                  <a:pt x="47500" y="61154"/>
                </a:lnTo>
                <a:lnTo>
                  <a:pt x="47308" y="60962"/>
                </a:lnTo>
                <a:lnTo>
                  <a:pt x="45385" y="60962"/>
                </a:lnTo>
                <a:lnTo>
                  <a:pt x="45192" y="60769"/>
                </a:lnTo>
                <a:lnTo>
                  <a:pt x="45000" y="60577"/>
                </a:lnTo>
                <a:lnTo>
                  <a:pt x="44615" y="60577"/>
                </a:lnTo>
                <a:lnTo>
                  <a:pt x="44231" y="60577"/>
                </a:lnTo>
                <a:lnTo>
                  <a:pt x="42692" y="59808"/>
                </a:lnTo>
                <a:lnTo>
                  <a:pt x="41923" y="59038"/>
                </a:lnTo>
                <a:lnTo>
                  <a:pt x="41538" y="59038"/>
                </a:lnTo>
                <a:lnTo>
                  <a:pt x="39808" y="56923"/>
                </a:lnTo>
                <a:lnTo>
                  <a:pt x="38846" y="54038"/>
                </a:lnTo>
                <a:lnTo>
                  <a:pt x="37308" y="54038"/>
                </a:lnTo>
                <a:lnTo>
                  <a:pt x="37115" y="54231"/>
                </a:lnTo>
                <a:lnTo>
                  <a:pt x="36923" y="54423"/>
                </a:lnTo>
                <a:lnTo>
                  <a:pt x="35000" y="54808"/>
                </a:lnTo>
                <a:lnTo>
                  <a:pt x="33846" y="55577"/>
                </a:lnTo>
                <a:lnTo>
                  <a:pt x="33462" y="55577"/>
                </a:lnTo>
                <a:lnTo>
                  <a:pt x="33077" y="55577"/>
                </a:lnTo>
                <a:lnTo>
                  <a:pt x="30769" y="56731"/>
                </a:lnTo>
                <a:lnTo>
                  <a:pt x="29615" y="57885"/>
                </a:lnTo>
                <a:lnTo>
                  <a:pt x="29231" y="57885"/>
                </a:lnTo>
                <a:lnTo>
                  <a:pt x="27115" y="60385"/>
                </a:lnTo>
                <a:lnTo>
                  <a:pt x="26731" y="61154"/>
                </a:lnTo>
                <a:lnTo>
                  <a:pt x="26731" y="61538"/>
                </a:lnTo>
                <a:lnTo>
                  <a:pt x="26731" y="61923"/>
                </a:lnTo>
                <a:lnTo>
                  <a:pt x="25962" y="63077"/>
                </a:lnTo>
                <a:lnTo>
                  <a:pt x="25962" y="64231"/>
                </a:lnTo>
                <a:lnTo>
                  <a:pt x="25769" y="64423"/>
                </a:lnTo>
                <a:lnTo>
                  <a:pt x="25577" y="64615"/>
                </a:lnTo>
                <a:lnTo>
                  <a:pt x="25577" y="66538"/>
                </a:lnTo>
                <a:lnTo>
                  <a:pt x="25385" y="66731"/>
                </a:lnTo>
                <a:lnTo>
                  <a:pt x="25192" y="66923"/>
                </a:lnTo>
                <a:lnTo>
                  <a:pt x="25192" y="70385"/>
                </a:lnTo>
                <a:lnTo>
                  <a:pt x="25000" y="70577"/>
                </a:lnTo>
                <a:lnTo>
                  <a:pt x="24808" y="70769"/>
                </a:lnTo>
                <a:lnTo>
                  <a:pt x="24808" y="72692"/>
                </a:lnTo>
                <a:lnTo>
                  <a:pt x="24615" y="72885"/>
                </a:lnTo>
                <a:lnTo>
                  <a:pt x="24231" y="72885"/>
                </a:lnTo>
                <a:lnTo>
                  <a:pt x="23654" y="72308"/>
                </a:lnTo>
                <a:lnTo>
                  <a:pt x="23654" y="70385"/>
                </a:lnTo>
                <a:lnTo>
                  <a:pt x="23846" y="70192"/>
                </a:lnTo>
                <a:lnTo>
                  <a:pt x="24038" y="70000"/>
                </a:lnTo>
                <a:lnTo>
                  <a:pt x="24038" y="67692"/>
                </a:lnTo>
                <a:lnTo>
                  <a:pt x="24231" y="67500"/>
                </a:lnTo>
                <a:lnTo>
                  <a:pt x="24423" y="67308"/>
                </a:lnTo>
                <a:lnTo>
                  <a:pt x="24423" y="65000"/>
                </a:lnTo>
                <a:lnTo>
                  <a:pt x="24615" y="64808"/>
                </a:lnTo>
                <a:lnTo>
                  <a:pt x="24808" y="64615"/>
                </a:lnTo>
                <a:lnTo>
                  <a:pt x="24808" y="63077"/>
                </a:lnTo>
                <a:lnTo>
                  <a:pt x="25000" y="62885"/>
                </a:lnTo>
                <a:lnTo>
                  <a:pt x="25192" y="62692"/>
                </a:lnTo>
                <a:lnTo>
                  <a:pt x="25192" y="62308"/>
                </a:lnTo>
                <a:lnTo>
                  <a:pt x="25192" y="61923"/>
                </a:lnTo>
                <a:lnTo>
                  <a:pt x="26346" y="59615"/>
                </a:lnTo>
                <a:lnTo>
                  <a:pt x="27115" y="58846"/>
                </a:lnTo>
                <a:lnTo>
                  <a:pt x="27115" y="58462"/>
                </a:lnTo>
                <a:lnTo>
                  <a:pt x="28846" y="56731"/>
                </a:lnTo>
                <a:lnTo>
                  <a:pt x="29231" y="56731"/>
                </a:lnTo>
                <a:lnTo>
                  <a:pt x="30000" y="55962"/>
                </a:lnTo>
                <a:lnTo>
                  <a:pt x="31346" y="55385"/>
                </a:lnTo>
                <a:lnTo>
                  <a:pt x="31346" y="55000"/>
                </a:lnTo>
                <a:lnTo>
                  <a:pt x="31346" y="54615"/>
                </a:lnTo>
                <a:lnTo>
                  <a:pt x="30577" y="53846"/>
                </a:lnTo>
                <a:lnTo>
                  <a:pt x="29038" y="50769"/>
                </a:lnTo>
                <a:lnTo>
                  <a:pt x="29038" y="49615"/>
                </a:lnTo>
                <a:lnTo>
                  <a:pt x="28846" y="49423"/>
                </a:lnTo>
                <a:lnTo>
                  <a:pt x="28654" y="49231"/>
                </a:lnTo>
                <a:lnTo>
                  <a:pt x="28654" y="44231"/>
                </a:lnTo>
                <a:lnTo>
                  <a:pt x="28846" y="44038"/>
                </a:lnTo>
                <a:lnTo>
                  <a:pt x="29038" y="43846"/>
                </a:lnTo>
                <a:lnTo>
                  <a:pt x="29423" y="41923"/>
                </a:lnTo>
                <a:lnTo>
                  <a:pt x="30192" y="40385"/>
                </a:lnTo>
                <a:lnTo>
                  <a:pt x="30962" y="39615"/>
                </a:lnTo>
                <a:lnTo>
                  <a:pt x="30962" y="39231"/>
                </a:lnTo>
                <a:lnTo>
                  <a:pt x="30962" y="38846"/>
                </a:lnTo>
                <a:lnTo>
                  <a:pt x="31731" y="37692"/>
                </a:lnTo>
                <a:lnTo>
                  <a:pt x="31731" y="36538"/>
                </a:lnTo>
                <a:lnTo>
                  <a:pt x="31923" y="36346"/>
                </a:lnTo>
                <a:lnTo>
                  <a:pt x="32115" y="36154"/>
                </a:lnTo>
                <a:lnTo>
                  <a:pt x="32115" y="30769"/>
                </a:lnTo>
                <a:lnTo>
                  <a:pt x="32308" y="30577"/>
                </a:lnTo>
                <a:lnTo>
                  <a:pt x="32500" y="30385"/>
                </a:lnTo>
                <a:lnTo>
                  <a:pt x="32500" y="28462"/>
                </a:lnTo>
                <a:lnTo>
                  <a:pt x="32692" y="28269"/>
                </a:lnTo>
                <a:lnTo>
                  <a:pt x="32885" y="28077"/>
                </a:lnTo>
                <a:lnTo>
                  <a:pt x="33269" y="26154"/>
                </a:lnTo>
                <a:lnTo>
                  <a:pt x="34038" y="25000"/>
                </a:lnTo>
                <a:lnTo>
                  <a:pt x="34038" y="24615"/>
                </a:lnTo>
                <a:lnTo>
                  <a:pt x="34038" y="24231"/>
                </a:lnTo>
                <a:lnTo>
                  <a:pt x="37692" y="19423"/>
                </a:lnTo>
                <a:lnTo>
                  <a:pt x="38077" y="19423"/>
                </a:lnTo>
                <a:lnTo>
                  <a:pt x="39231" y="18269"/>
                </a:lnTo>
                <a:lnTo>
                  <a:pt x="39615" y="18269"/>
                </a:lnTo>
                <a:lnTo>
                  <a:pt x="40385" y="17500"/>
                </a:lnTo>
                <a:lnTo>
                  <a:pt x="41923" y="16731"/>
                </a:lnTo>
                <a:lnTo>
                  <a:pt x="42308" y="16731"/>
                </a:lnTo>
                <a:lnTo>
                  <a:pt x="42692" y="16731"/>
                </a:lnTo>
                <a:lnTo>
                  <a:pt x="44231" y="15962"/>
                </a:lnTo>
                <a:lnTo>
                  <a:pt x="45962" y="15769"/>
                </a:lnTo>
                <a:close/>
                <a:moveTo>
                  <a:pt x="45385" y="16731"/>
                </a:moveTo>
                <a:lnTo>
                  <a:pt x="45192" y="16923"/>
                </a:lnTo>
                <a:lnTo>
                  <a:pt x="45000" y="17115"/>
                </a:lnTo>
                <a:lnTo>
                  <a:pt x="43846" y="17115"/>
                </a:lnTo>
                <a:lnTo>
                  <a:pt x="43654" y="17308"/>
                </a:lnTo>
                <a:lnTo>
                  <a:pt x="43462" y="17500"/>
                </a:lnTo>
                <a:lnTo>
                  <a:pt x="43077" y="17500"/>
                </a:lnTo>
                <a:lnTo>
                  <a:pt x="42692" y="17500"/>
                </a:lnTo>
                <a:lnTo>
                  <a:pt x="41154" y="18654"/>
                </a:lnTo>
                <a:lnTo>
                  <a:pt x="40769" y="18654"/>
                </a:lnTo>
                <a:lnTo>
                  <a:pt x="40000" y="19423"/>
                </a:lnTo>
                <a:lnTo>
                  <a:pt x="39615" y="19423"/>
                </a:lnTo>
                <a:lnTo>
                  <a:pt x="36346" y="22692"/>
                </a:lnTo>
                <a:lnTo>
                  <a:pt x="36346" y="23077"/>
                </a:lnTo>
                <a:lnTo>
                  <a:pt x="35577" y="23846"/>
                </a:lnTo>
                <a:lnTo>
                  <a:pt x="34423" y="26154"/>
                </a:lnTo>
                <a:lnTo>
                  <a:pt x="34423" y="26538"/>
                </a:lnTo>
                <a:lnTo>
                  <a:pt x="34423" y="26923"/>
                </a:lnTo>
                <a:lnTo>
                  <a:pt x="33654" y="28462"/>
                </a:lnTo>
                <a:lnTo>
                  <a:pt x="33654" y="29615"/>
                </a:lnTo>
                <a:lnTo>
                  <a:pt x="33462" y="29808"/>
                </a:lnTo>
                <a:lnTo>
                  <a:pt x="33269" y="30000"/>
                </a:lnTo>
                <a:lnTo>
                  <a:pt x="33269" y="33077"/>
                </a:lnTo>
                <a:lnTo>
                  <a:pt x="33077" y="33269"/>
                </a:lnTo>
                <a:lnTo>
                  <a:pt x="32885" y="33462"/>
                </a:lnTo>
                <a:lnTo>
                  <a:pt x="32885" y="37308"/>
                </a:lnTo>
                <a:lnTo>
                  <a:pt x="32692" y="37500"/>
                </a:lnTo>
                <a:lnTo>
                  <a:pt x="32500" y="37692"/>
                </a:lnTo>
                <a:lnTo>
                  <a:pt x="32500" y="38846"/>
                </a:lnTo>
                <a:lnTo>
                  <a:pt x="29808" y="43846"/>
                </a:lnTo>
                <a:lnTo>
                  <a:pt x="29808" y="45385"/>
                </a:lnTo>
                <a:lnTo>
                  <a:pt x="29615" y="45577"/>
                </a:lnTo>
                <a:lnTo>
                  <a:pt x="29423" y="45769"/>
                </a:lnTo>
                <a:lnTo>
                  <a:pt x="29423" y="47692"/>
                </a:lnTo>
                <a:lnTo>
                  <a:pt x="29615" y="47885"/>
                </a:lnTo>
                <a:lnTo>
                  <a:pt x="29808" y="48077"/>
                </a:lnTo>
                <a:lnTo>
                  <a:pt x="29808" y="49615"/>
                </a:lnTo>
                <a:lnTo>
                  <a:pt x="32115" y="54231"/>
                </a:lnTo>
                <a:lnTo>
                  <a:pt x="33077" y="54423"/>
                </a:lnTo>
                <a:lnTo>
                  <a:pt x="34615" y="53654"/>
                </a:lnTo>
                <a:lnTo>
                  <a:pt x="35769" y="53654"/>
                </a:lnTo>
                <a:lnTo>
                  <a:pt x="35962" y="53462"/>
                </a:lnTo>
                <a:lnTo>
                  <a:pt x="36154" y="53269"/>
                </a:lnTo>
                <a:lnTo>
                  <a:pt x="37308" y="53269"/>
                </a:lnTo>
                <a:lnTo>
                  <a:pt x="37500" y="53077"/>
                </a:lnTo>
                <a:lnTo>
                  <a:pt x="37692" y="52885"/>
                </a:lnTo>
                <a:lnTo>
                  <a:pt x="39231" y="52885"/>
                </a:lnTo>
                <a:lnTo>
                  <a:pt x="39423" y="52692"/>
                </a:lnTo>
                <a:lnTo>
                  <a:pt x="39615" y="52500"/>
                </a:lnTo>
                <a:lnTo>
                  <a:pt x="40769" y="52500"/>
                </a:lnTo>
                <a:lnTo>
                  <a:pt x="42115" y="51538"/>
                </a:lnTo>
                <a:lnTo>
                  <a:pt x="42115" y="46923"/>
                </a:lnTo>
                <a:lnTo>
                  <a:pt x="39808" y="44615"/>
                </a:lnTo>
                <a:lnTo>
                  <a:pt x="39038" y="43077"/>
                </a:lnTo>
                <a:lnTo>
                  <a:pt x="38654" y="41154"/>
                </a:lnTo>
                <a:lnTo>
                  <a:pt x="38077" y="40577"/>
                </a:lnTo>
                <a:lnTo>
                  <a:pt x="36923" y="40192"/>
                </a:lnTo>
                <a:lnTo>
                  <a:pt x="35962" y="39231"/>
                </a:lnTo>
                <a:lnTo>
                  <a:pt x="35577" y="38462"/>
                </a:lnTo>
                <a:lnTo>
                  <a:pt x="35577" y="35769"/>
                </a:lnTo>
                <a:lnTo>
                  <a:pt x="36923" y="34423"/>
                </a:lnTo>
                <a:lnTo>
                  <a:pt x="39615" y="34423"/>
                </a:lnTo>
                <a:lnTo>
                  <a:pt x="39808" y="34231"/>
                </a:lnTo>
                <a:lnTo>
                  <a:pt x="40000" y="34038"/>
                </a:lnTo>
                <a:lnTo>
                  <a:pt x="41923" y="33654"/>
                </a:lnTo>
                <a:lnTo>
                  <a:pt x="44231" y="32500"/>
                </a:lnTo>
                <a:lnTo>
                  <a:pt x="45000" y="31731"/>
                </a:lnTo>
                <a:lnTo>
                  <a:pt x="45385" y="31731"/>
                </a:lnTo>
                <a:lnTo>
                  <a:pt x="49038" y="28077"/>
                </a:lnTo>
                <a:lnTo>
                  <a:pt x="49038" y="27692"/>
                </a:lnTo>
                <a:lnTo>
                  <a:pt x="49808" y="26923"/>
                </a:lnTo>
                <a:lnTo>
                  <a:pt x="50769" y="24808"/>
                </a:lnTo>
                <a:lnTo>
                  <a:pt x="50962" y="24615"/>
                </a:lnTo>
                <a:lnTo>
                  <a:pt x="50962" y="24231"/>
                </a:lnTo>
                <a:lnTo>
                  <a:pt x="51154" y="24038"/>
                </a:lnTo>
                <a:lnTo>
                  <a:pt x="51346" y="24231"/>
                </a:lnTo>
                <a:lnTo>
                  <a:pt x="51346" y="24615"/>
                </a:lnTo>
                <a:lnTo>
                  <a:pt x="51346" y="25000"/>
                </a:lnTo>
                <a:lnTo>
                  <a:pt x="51538" y="25192"/>
                </a:lnTo>
                <a:lnTo>
                  <a:pt x="51731" y="25385"/>
                </a:lnTo>
                <a:lnTo>
                  <a:pt x="51731" y="26538"/>
                </a:lnTo>
                <a:lnTo>
                  <a:pt x="51923" y="26731"/>
                </a:lnTo>
                <a:lnTo>
                  <a:pt x="52115" y="26923"/>
                </a:lnTo>
                <a:lnTo>
                  <a:pt x="52115" y="27308"/>
                </a:lnTo>
                <a:lnTo>
                  <a:pt x="52115" y="27692"/>
                </a:lnTo>
                <a:lnTo>
                  <a:pt x="53269" y="30000"/>
                </a:lnTo>
                <a:lnTo>
                  <a:pt x="56538" y="33269"/>
                </a:lnTo>
                <a:lnTo>
                  <a:pt x="58846" y="34423"/>
                </a:lnTo>
                <a:lnTo>
                  <a:pt x="59231" y="34423"/>
                </a:lnTo>
                <a:lnTo>
                  <a:pt x="59615" y="34423"/>
                </a:lnTo>
                <a:lnTo>
                  <a:pt x="60385" y="34808"/>
                </a:lnTo>
                <a:lnTo>
                  <a:pt x="60962" y="35769"/>
                </a:lnTo>
                <a:lnTo>
                  <a:pt x="60962" y="38462"/>
                </a:lnTo>
                <a:lnTo>
                  <a:pt x="60577" y="39231"/>
                </a:lnTo>
                <a:lnTo>
                  <a:pt x="59231" y="40577"/>
                </a:lnTo>
                <a:lnTo>
                  <a:pt x="57885" y="41154"/>
                </a:lnTo>
                <a:lnTo>
                  <a:pt x="57885" y="41538"/>
                </a:lnTo>
                <a:lnTo>
                  <a:pt x="57885" y="41923"/>
                </a:lnTo>
                <a:lnTo>
                  <a:pt x="56346" y="45000"/>
                </a:lnTo>
                <a:lnTo>
                  <a:pt x="54038" y="47308"/>
                </a:lnTo>
                <a:lnTo>
                  <a:pt x="54038" y="50769"/>
                </a:lnTo>
                <a:lnTo>
                  <a:pt x="54423" y="51538"/>
                </a:lnTo>
                <a:lnTo>
                  <a:pt x="55000" y="52115"/>
                </a:lnTo>
                <a:lnTo>
                  <a:pt x="55385" y="52115"/>
                </a:lnTo>
                <a:lnTo>
                  <a:pt x="55769" y="52115"/>
                </a:lnTo>
                <a:lnTo>
                  <a:pt x="55962" y="52308"/>
                </a:lnTo>
                <a:lnTo>
                  <a:pt x="56154" y="52500"/>
                </a:lnTo>
                <a:lnTo>
                  <a:pt x="56538" y="52500"/>
                </a:lnTo>
                <a:lnTo>
                  <a:pt x="56923" y="52500"/>
                </a:lnTo>
                <a:lnTo>
                  <a:pt x="57115" y="52692"/>
                </a:lnTo>
                <a:lnTo>
                  <a:pt x="57308" y="52885"/>
                </a:lnTo>
                <a:lnTo>
                  <a:pt x="59231" y="53269"/>
                </a:lnTo>
                <a:lnTo>
                  <a:pt x="60385" y="54038"/>
                </a:lnTo>
                <a:lnTo>
                  <a:pt x="63462" y="54038"/>
                </a:lnTo>
                <a:lnTo>
                  <a:pt x="64038" y="51154"/>
                </a:lnTo>
                <a:lnTo>
                  <a:pt x="64423" y="50385"/>
                </a:lnTo>
                <a:lnTo>
                  <a:pt x="65962" y="48846"/>
                </a:lnTo>
                <a:lnTo>
                  <a:pt x="65962" y="43462"/>
                </a:lnTo>
                <a:lnTo>
                  <a:pt x="65769" y="43269"/>
                </a:lnTo>
                <a:lnTo>
                  <a:pt x="65577" y="43077"/>
                </a:lnTo>
                <a:lnTo>
                  <a:pt x="65577" y="42692"/>
                </a:lnTo>
                <a:lnTo>
                  <a:pt x="65577" y="42308"/>
                </a:lnTo>
                <a:lnTo>
                  <a:pt x="65385" y="42115"/>
                </a:lnTo>
                <a:lnTo>
                  <a:pt x="65192" y="41923"/>
                </a:lnTo>
                <a:lnTo>
                  <a:pt x="65192" y="41538"/>
                </a:lnTo>
                <a:lnTo>
                  <a:pt x="65192" y="41154"/>
                </a:lnTo>
                <a:lnTo>
                  <a:pt x="64423" y="39615"/>
                </a:lnTo>
                <a:lnTo>
                  <a:pt x="64038" y="36923"/>
                </a:lnTo>
                <a:lnTo>
                  <a:pt x="63846" y="36731"/>
                </a:lnTo>
                <a:lnTo>
                  <a:pt x="63654" y="36538"/>
                </a:lnTo>
                <a:lnTo>
                  <a:pt x="63654" y="31538"/>
                </a:lnTo>
                <a:lnTo>
                  <a:pt x="63462" y="31346"/>
                </a:lnTo>
                <a:lnTo>
                  <a:pt x="63269" y="31154"/>
                </a:lnTo>
                <a:lnTo>
                  <a:pt x="63269" y="29231"/>
                </a:lnTo>
                <a:lnTo>
                  <a:pt x="63077" y="29038"/>
                </a:lnTo>
                <a:lnTo>
                  <a:pt x="62885" y="28846"/>
                </a:lnTo>
                <a:lnTo>
                  <a:pt x="62500" y="26923"/>
                </a:lnTo>
                <a:lnTo>
                  <a:pt x="60577" y="23077"/>
                </a:lnTo>
                <a:lnTo>
                  <a:pt x="59423" y="21923"/>
                </a:lnTo>
                <a:lnTo>
                  <a:pt x="59423" y="21538"/>
                </a:lnTo>
                <a:lnTo>
                  <a:pt x="56923" y="19423"/>
                </a:lnTo>
                <a:lnTo>
                  <a:pt x="56154" y="19038"/>
                </a:lnTo>
                <a:lnTo>
                  <a:pt x="55769" y="19038"/>
                </a:lnTo>
                <a:lnTo>
                  <a:pt x="55385" y="19038"/>
                </a:lnTo>
                <a:lnTo>
                  <a:pt x="55192" y="18846"/>
                </a:lnTo>
                <a:lnTo>
                  <a:pt x="55000" y="18654"/>
                </a:lnTo>
                <a:lnTo>
                  <a:pt x="53077" y="18654"/>
                </a:lnTo>
                <a:lnTo>
                  <a:pt x="52308" y="17885"/>
                </a:lnTo>
                <a:lnTo>
                  <a:pt x="50769" y="17115"/>
                </a:lnTo>
                <a:lnTo>
                  <a:pt x="49615" y="17115"/>
                </a:lnTo>
                <a:lnTo>
                  <a:pt x="49423" y="16923"/>
                </a:lnTo>
                <a:lnTo>
                  <a:pt x="49231" y="16731"/>
                </a:lnTo>
                <a:lnTo>
                  <a:pt x="45385" y="16731"/>
                </a:lnTo>
                <a:close/>
                <a:moveTo>
                  <a:pt x="50769" y="27500"/>
                </a:moveTo>
                <a:lnTo>
                  <a:pt x="46538" y="32115"/>
                </a:lnTo>
                <a:lnTo>
                  <a:pt x="46154" y="32115"/>
                </a:lnTo>
                <a:lnTo>
                  <a:pt x="44231" y="33654"/>
                </a:lnTo>
                <a:lnTo>
                  <a:pt x="43462" y="34038"/>
                </a:lnTo>
                <a:lnTo>
                  <a:pt x="43077" y="34038"/>
                </a:lnTo>
                <a:lnTo>
                  <a:pt x="42692" y="34038"/>
                </a:lnTo>
                <a:lnTo>
                  <a:pt x="41538" y="34808"/>
                </a:lnTo>
                <a:lnTo>
                  <a:pt x="40385" y="34808"/>
                </a:lnTo>
                <a:lnTo>
                  <a:pt x="40192" y="35000"/>
                </a:lnTo>
                <a:lnTo>
                  <a:pt x="40000" y="35192"/>
                </a:lnTo>
                <a:lnTo>
                  <a:pt x="38654" y="35385"/>
                </a:lnTo>
                <a:lnTo>
                  <a:pt x="38654" y="38462"/>
                </a:lnTo>
                <a:lnTo>
                  <a:pt x="38846" y="38654"/>
                </a:lnTo>
                <a:lnTo>
                  <a:pt x="39038" y="38846"/>
                </a:lnTo>
                <a:lnTo>
                  <a:pt x="39038" y="40385"/>
                </a:lnTo>
                <a:lnTo>
                  <a:pt x="39231" y="40577"/>
                </a:lnTo>
                <a:lnTo>
                  <a:pt x="39423" y="40769"/>
                </a:lnTo>
                <a:lnTo>
                  <a:pt x="39423" y="41154"/>
                </a:lnTo>
                <a:lnTo>
                  <a:pt x="39423" y="41538"/>
                </a:lnTo>
                <a:lnTo>
                  <a:pt x="40577" y="43846"/>
                </a:lnTo>
                <a:lnTo>
                  <a:pt x="42692" y="46346"/>
                </a:lnTo>
                <a:lnTo>
                  <a:pt x="43077" y="46346"/>
                </a:lnTo>
                <a:lnTo>
                  <a:pt x="43846" y="47115"/>
                </a:lnTo>
                <a:lnTo>
                  <a:pt x="46154" y="48269"/>
                </a:lnTo>
                <a:lnTo>
                  <a:pt x="48846" y="48654"/>
                </a:lnTo>
                <a:lnTo>
                  <a:pt x="49038" y="48462"/>
                </a:lnTo>
                <a:lnTo>
                  <a:pt x="49231" y="48269"/>
                </a:lnTo>
                <a:lnTo>
                  <a:pt x="51154" y="47885"/>
                </a:lnTo>
                <a:lnTo>
                  <a:pt x="52692" y="46731"/>
                </a:lnTo>
                <a:lnTo>
                  <a:pt x="53077" y="46731"/>
                </a:lnTo>
                <a:lnTo>
                  <a:pt x="55962" y="43846"/>
                </a:lnTo>
                <a:lnTo>
                  <a:pt x="56731" y="42308"/>
                </a:lnTo>
                <a:lnTo>
                  <a:pt x="56731" y="41923"/>
                </a:lnTo>
                <a:lnTo>
                  <a:pt x="56731" y="41538"/>
                </a:lnTo>
                <a:lnTo>
                  <a:pt x="56923" y="41346"/>
                </a:lnTo>
                <a:lnTo>
                  <a:pt x="57115" y="41154"/>
                </a:lnTo>
                <a:lnTo>
                  <a:pt x="57115" y="40000"/>
                </a:lnTo>
                <a:lnTo>
                  <a:pt x="57308" y="39808"/>
                </a:lnTo>
                <a:lnTo>
                  <a:pt x="57500" y="39615"/>
                </a:lnTo>
                <a:lnTo>
                  <a:pt x="57500" y="38462"/>
                </a:lnTo>
                <a:lnTo>
                  <a:pt x="57692" y="38269"/>
                </a:lnTo>
                <a:lnTo>
                  <a:pt x="57885" y="38077"/>
                </a:lnTo>
                <a:lnTo>
                  <a:pt x="57885" y="35000"/>
                </a:lnTo>
                <a:lnTo>
                  <a:pt x="57308" y="34423"/>
                </a:lnTo>
                <a:lnTo>
                  <a:pt x="55000" y="33269"/>
                </a:lnTo>
                <a:lnTo>
                  <a:pt x="52885" y="31154"/>
                </a:lnTo>
                <a:lnTo>
                  <a:pt x="52885" y="30769"/>
                </a:lnTo>
                <a:lnTo>
                  <a:pt x="52115" y="30000"/>
                </a:lnTo>
                <a:lnTo>
                  <a:pt x="51346" y="28462"/>
                </a:lnTo>
                <a:lnTo>
                  <a:pt x="51346" y="28077"/>
                </a:lnTo>
                <a:lnTo>
                  <a:pt x="51346" y="27692"/>
                </a:lnTo>
                <a:lnTo>
                  <a:pt x="51154" y="27500"/>
                </a:lnTo>
                <a:lnTo>
                  <a:pt x="50769" y="27500"/>
                </a:lnTo>
                <a:close/>
                <a:moveTo>
                  <a:pt x="37308" y="35192"/>
                </a:moveTo>
                <a:lnTo>
                  <a:pt x="36346" y="36538"/>
                </a:lnTo>
                <a:lnTo>
                  <a:pt x="36346" y="37692"/>
                </a:lnTo>
                <a:lnTo>
                  <a:pt x="37308" y="39423"/>
                </a:lnTo>
                <a:lnTo>
                  <a:pt x="38269" y="39231"/>
                </a:lnTo>
                <a:lnTo>
                  <a:pt x="38077" y="39038"/>
                </a:lnTo>
                <a:lnTo>
                  <a:pt x="37885" y="38846"/>
                </a:lnTo>
                <a:lnTo>
                  <a:pt x="37885" y="35769"/>
                </a:lnTo>
                <a:lnTo>
                  <a:pt x="37308" y="35192"/>
                </a:lnTo>
                <a:close/>
                <a:moveTo>
                  <a:pt x="59231" y="35577"/>
                </a:moveTo>
                <a:lnTo>
                  <a:pt x="59038" y="36923"/>
                </a:lnTo>
                <a:lnTo>
                  <a:pt x="58846" y="37115"/>
                </a:lnTo>
                <a:lnTo>
                  <a:pt x="58654" y="37308"/>
                </a:lnTo>
                <a:lnTo>
                  <a:pt x="58654" y="39231"/>
                </a:lnTo>
                <a:lnTo>
                  <a:pt x="58846" y="39423"/>
                </a:lnTo>
                <a:lnTo>
                  <a:pt x="59231" y="39423"/>
                </a:lnTo>
                <a:lnTo>
                  <a:pt x="59423" y="39231"/>
                </a:lnTo>
                <a:lnTo>
                  <a:pt x="60192" y="37692"/>
                </a:lnTo>
                <a:lnTo>
                  <a:pt x="60192" y="36154"/>
                </a:lnTo>
                <a:lnTo>
                  <a:pt x="59615" y="35577"/>
                </a:lnTo>
                <a:lnTo>
                  <a:pt x="59231" y="35577"/>
                </a:lnTo>
                <a:close/>
                <a:moveTo>
                  <a:pt x="43462" y="47885"/>
                </a:moveTo>
                <a:lnTo>
                  <a:pt x="42885" y="48462"/>
                </a:lnTo>
                <a:lnTo>
                  <a:pt x="42885" y="51538"/>
                </a:lnTo>
                <a:lnTo>
                  <a:pt x="42500" y="52308"/>
                </a:lnTo>
                <a:lnTo>
                  <a:pt x="41538" y="53269"/>
                </a:lnTo>
                <a:lnTo>
                  <a:pt x="41154" y="53269"/>
                </a:lnTo>
                <a:lnTo>
                  <a:pt x="40769" y="53269"/>
                </a:lnTo>
                <a:lnTo>
                  <a:pt x="39808" y="53846"/>
                </a:lnTo>
                <a:lnTo>
                  <a:pt x="40192" y="54615"/>
                </a:lnTo>
                <a:lnTo>
                  <a:pt x="40192" y="55000"/>
                </a:lnTo>
                <a:lnTo>
                  <a:pt x="40192" y="55385"/>
                </a:lnTo>
                <a:lnTo>
                  <a:pt x="40962" y="56154"/>
                </a:lnTo>
                <a:lnTo>
                  <a:pt x="40962" y="56538"/>
                </a:lnTo>
                <a:lnTo>
                  <a:pt x="43846" y="59423"/>
                </a:lnTo>
                <a:lnTo>
                  <a:pt x="44231" y="59423"/>
                </a:lnTo>
                <a:lnTo>
                  <a:pt x="44615" y="59423"/>
                </a:lnTo>
                <a:lnTo>
                  <a:pt x="46154" y="60192"/>
                </a:lnTo>
                <a:lnTo>
                  <a:pt x="49615" y="60192"/>
                </a:lnTo>
                <a:lnTo>
                  <a:pt x="49808" y="60000"/>
                </a:lnTo>
                <a:lnTo>
                  <a:pt x="50000" y="59808"/>
                </a:lnTo>
                <a:lnTo>
                  <a:pt x="51154" y="59808"/>
                </a:lnTo>
                <a:lnTo>
                  <a:pt x="52692" y="59038"/>
                </a:lnTo>
                <a:lnTo>
                  <a:pt x="53846" y="57885"/>
                </a:lnTo>
                <a:lnTo>
                  <a:pt x="54231" y="57885"/>
                </a:lnTo>
                <a:lnTo>
                  <a:pt x="54423" y="57692"/>
                </a:lnTo>
                <a:lnTo>
                  <a:pt x="54423" y="57308"/>
                </a:lnTo>
                <a:lnTo>
                  <a:pt x="55577" y="56154"/>
                </a:lnTo>
                <a:lnTo>
                  <a:pt x="56346" y="54615"/>
                </a:lnTo>
                <a:lnTo>
                  <a:pt x="56346" y="54231"/>
                </a:lnTo>
                <a:lnTo>
                  <a:pt x="56346" y="53846"/>
                </a:lnTo>
                <a:lnTo>
                  <a:pt x="55769" y="53269"/>
                </a:lnTo>
                <a:lnTo>
                  <a:pt x="55385" y="53269"/>
                </a:lnTo>
                <a:lnTo>
                  <a:pt x="55000" y="53269"/>
                </a:lnTo>
                <a:lnTo>
                  <a:pt x="53654" y="52308"/>
                </a:lnTo>
                <a:lnTo>
                  <a:pt x="53654" y="50385"/>
                </a:lnTo>
                <a:lnTo>
                  <a:pt x="53462" y="50192"/>
                </a:lnTo>
                <a:lnTo>
                  <a:pt x="53269" y="50000"/>
                </a:lnTo>
                <a:lnTo>
                  <a:pt x="53269" y="48462"/>
                </a:lnTo>
                <a:lnTo>
                  <a:pt x="52308" y="48269"/>
                </a:lnTo>
                <a:lnTo>
                  <a:pt x="51154" y="49038"/>
                </a:lnTo>
                <a:lnTo>
                  <a:pt x="50000" y="49038"/>
                </a:lnTo>
                <a:lnTo>
                  <a:pt x="49808" y="49231"/>
                </a:lnTo>
                <a:lnTo>
                  <a:pt x="49615" y="49423"/>
                </a:lnTo>
                <a:lnTo>
                  <a:pt x="46538" y="49423"/>
                </a:lnTo>
                <a:lnTo>
                  <a:pt x="43462" y="47885"/>
                </a:lnTo>
                <a:close/>
                <a:moveTo>
                  <a:pt x="66923" y="49808"/>
                </a:moveTo>
                <a:lnTo>
                  <a:pt x="66154" y="50192"/>
                </a:lnTo>
                <a:lnTo>
                  <a:pt x="64808" y="51538"/>
                </a:lnTo>
                <a:lnTo>
                  <a:pt x="64808" y="53077"/>
                </a:lnTo>
                <a:lnTo>
                  <a:pt x="64615" y="53269"/>
                </a:lnTo>
                <a:lnTo>
                  <a:pt x="64423" y="53462"/>
                </a:lnTo>
                <a:lnTo>
                  <a:pt x="65000" y="54038"/>
                </a:lnTo>
                <a:lnTo>
                  <a:pt x="68846" y="54038"/>
                </a:lnTo>
                <a:lnTo>
                  <a:pt x="71154" y="54038"/>
                </a:lnTo>
                <a:lnTo>
                  <a:pt x="71346" y="52308"/>
                </a:lnTo>
                <a:lnTo>
                  <a:pt x="70577" y="50769"/>
                </a:lnTo>
                <a:lnTo>
                  <a:pt x="70000" y="50192"/>
                </a:lnTo>
                <a:lnTo>
                  <a:pt x="69231" y="49808"/>
                </a:lnTo>
                <a:lnTo>
                  <a:pt x="66923" y="49808"/>
                </a:lnTo>
                <a:close/>
                <a:moveTo>
                  <a:pt x="61154" y="55192"/>
                </a:moveTo>
                <a:lnTo>
                  <a:pt x="60962" y="55385"/>
                </a:lnTo>
                <a:lnTo>
                  <a:pt x="60962" y="57692"/>
                </a:lnTo>
                <a:lnTo>
                  <a:pt x="60769" y="57885"/>
                </a:lnTo>
                <a:lnTo>
                  <a:pt x="60577" y="58077"/>
                </a:lnTo>
                <a:lnTo>
                  <a:pt x="60577" y="61154"/>
                </a:lnTo>
                <a:lnTo>
                  <a:pt x="60385" y="61346"/>
                </a:lnTo>
                <a:lnTo>
                  <a:pt x="60192" y="61538"/>
                </a:lnTo>
                <a:lnTo>
                  <a:pt x="60192" y="63846"/>
                </a:lnTo>
                <a:lnTo>
                  <a:pt x="60000" y="64038"/>
                </a:lnTo>
                <a:lnTo>
                  <a:pt x="59808" y="64231"/>
                </a:lnTo>
                <a:lnTo>
                  <a:pt x="59808" y="67308"/>
                </a:lnTo>
                <a:lnTo>
                  <a:pt x="59615" y="67500"/>
                </a:lnTo>
                <a:lnTo>
                  <a:pt x="59423" y="67692"/>
                </a:lnTo>
                <a:lnTo>
                  <a:pt x="59423" y="70769"/>
                </a:lnTo>
                <a:lnTo>
                  <a:pt x="59231" y="70962"/>
                </a:lnTo>
                <a:lnTo>
                  <a:pt x="59038" y="71154"/>
                </a:lnTo>
                <a:lnTo>
                  <a:pt x="59615" y="71731"/>
                </a:lnTo>
                <a:lnTo>
                  <a:pt x="76923" y="71731"/>
                </a:lnTo>
                <a:lnTo>
                  <a:pt x="77115" y="70000"/>
                </a:lnTo>
                <a:lnTo>
                  <a:pt x="76923" y="69808"/>
                </a:lnTo>
                <a:lnTo>
                  <a:pt x="76731" y="69615"/>
                </a:lnTo>
                <a:lnTo>
                  <a:pt x="76731" y="68077"/>
                </a:lnTo>
                <a:lnTo>
                  <a:pt x="76731" y="66923"/>
                </a:lnTo>
                <a:lnTo>
                  <a:pt x="76538" y="66731"/>
                </a:lnTo>
                <a:lnTo>
                  <a:pt x="76346" y="66538"/>
                </a:lnTo>
                <a:lnTo>
                  <a:pt x="76346" y="63462"/>
                </a:lnTo>
                <a:lnTo>
                  <a:pt x="76154" y="63269"/>
                </a:lnTo>
                <a:lnTo>
                  <a:pt x="75962" y="63077"/>
                </a:lnTo>
                <a:lnTo>
                  <a:pt x="75962" y="60000"/>
                </a:lnTo>
                <a:lnTo>
                  <a:pt x="75769" y="59808"/>
                </a:lnTo>
                <a:lnTo>
                  <a:pt x="75577" y="59615"/>
                </a:lnTo>
                <a:lnTo>
                  <a:pt x="75577" y="56538"/>
                </a:lnTo>
                <a:lnTo>
                  <a:pt x="75385" y="56346"/>
                </a:lnTo>
                <a:lnTo>
                  <a:pt x="75192" y="56154"/>
                </a:lnTo>
                <a:lnTo>
                  <a:pt x="75000" y="55192"/>
                </a:lnTo>
                <a:lnTo>
                  <a:pt x="72692" y="55192"/>
                </a:lnTo>
                <a:lnTo>
                  <a:pt x="72500" y="55385"/>
                </a:lnTo>
                <a:lnTo>
                  <a:pt x="72500" y="57692"/>
                </a:lnTo>
                <a:lnTo>
                  <a:pt x="71923" y="58269"/>
                </a:lnTo>
                <a:lnTo>
                  <a:pt x="71538" y="58269"/>
                </a:lnTo>
                <a:lnTo>
                  <a:pt x="71346" y="58077"/>
                </a:lnTo>
                <a:lnTo>
                  <a:pt x="71346" y="55385"/>
                </a:lnTo>
                <a:lnTo>
                  <a:pt x="71154" y="55192"/>
                </a:lnTo>
                <a:lnTo>
                  <a:pt x="65000" y="55192"/>
                </a:lnTo>
                <a:lnTo>
                  <a:pt x="64423" y="55769"/>
                </a:lnTo>
                <a:lnTo>
                  <a:pt x="64423" y="58077"/>
                </a:lnTo>
                <a:lnTo>
                  <a:pt x="64231" y="58269"/>
                </a:lnTo>
                <a:lnTo>
                  <a:pt x="63654" y="57692"/>
                </a:lnTo>
                <a:lnTo>
                  <a:pt x="63654" y="55385"/>
                </a:lnTo>
                <a:lnTo>
                  <a:pt x="63462" y="55192"/>
                </a:lnTo>
                <a:lnTo>
                  <a:pt x="61154" y="551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848088" y="1170432"/>
            <a:ext cx="1901952" cy="19019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ECTOR_man_2"/>
          <p:cNvSpPr/>
          <p:nvPr/>
        </p:nvSpPr>
        <p:spPr>
          <a:xfrm>
            <a:off x="9848088" y="1170432"/>
            <a:ext cx="1901952" cy="19019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962" y="16154"/>
                </a:moveTo>
                <a:lnTo>
                  <a:pt x="46154" y="15962"/>
                </a:lnTo>
                <a:lnTo>
                  <a:pt x="51154" y="15962"/>
                </a:lnTo>
                <a:lnTo>
                  <a:pt x="51346" y="16154"/>
                </a:lnTo>
                <a:lnTo>
                  <a:pt x="51538" y="16346"/>
                </a:lnTo>
                <a:lnTo>
                  <a:pt x="52692" y="16346"/>
                </a:lnTo>
                <a:lnTo>
                  <a:pt x="52885" y="16538"/>
                </a:lnTo>
                <a:lnTo>
                  <a:pt x="53077" y="16731"/>
                </a:lnTo>
                <a:lnTo>
                  <a:pt x="54615" y="16731"/>
                </a:lnTo>
                <a:lnTo>
                  <a:pt x="54808" y="16923"/>
                </a:lnTo>
                <a:lnTo>
                  <a:pt x="55000" y="17115"/>
                </a:lnTo>
                <a:lnTo>
                  <a:pt x="56923" y="17115"/>
                </a:lnTo>
                <a:lnTo>
                  <a:pt x="57115" y="16923"/>
                </a:lnTo>
                <a:lnTo>
                  <a:pt x="57308" y="16731"/>
                </a:lnTo>
                <a:lnTo>
                  <a:pt x="60000" y="16346"/>
                </a:lnTo>
                <a:lnTo>
                  <a:pt x="60962" y="17692"/>
                </a:lnTo>
                <a:lnTo>
                  <a:pt x="61346" y="20385"/>
                </a:lnTo>
                <a:lnTo>
                  <a:pt x="61538" y="20577"/>
                </a:lnTo>
                <a:lnTo>
                  <a:pt x="61923" y="20577"/>
                </a:lnTo>
                <a:lnTo>
                  <a:pt x="62115" y="20385"/>
                </a:lnTo>
                <a:lnTo>
                  <a:pt x="62308" y="20192"/>
                </a:lnTo>
                <a:lnTo>
                  <a:pt x="62885" y="20769"/>
                </a:lnTo>
                <a:lnTo>
                  <a:pt x="62885" y="21154"/>
                </a:lnTo>
                <a:lnTo>
                  <a:pt x="62885" y="21538"/>
                </a:lnTo>
                <a:lnTo>
                  <a:pt x="62692" y="21731"/>
                </a:lnTo>
                <a:lnTo>
                  <a:pt x="62500" y="21923"/>
                </a:lnTo>
                <a:lnTo>
                  <a:pt x="62500" y="23077"/>
                </a:lnTo>
                <a:lnTo>
                  <a:pt x="63269" y="23846"/>
                </a:lnTo>
                <a:lnTo>
                  <a:pt x="63269" y="24231"/>
                </a:lnTo>
                <a:lnTo>
                  <a:pt x="63269" y="24615"/>
                </a:lnTo>
                <a:lnTo>
                  <a:pt x="63462" y="24808"/>
                </a:lnTo>
                <a:lnTo>
                  <a:pt x="63654" y="25000"/>
                </a:lnTo>
                <a:lnTo>
                  <a:pt x="63654" y="29615"/>
                </a:lnTo>
                <a:lnTo>
                  <a:pt x="63462" y="29808"/>
                </a:lnTo>
                <a:lnTo>
                  <a:pt x="63269" y="30000"/>
                </a:lnTo>
                <a:lnTo>
                  <a:pt x="63269" y="31538"/>
                </a:lnTo>
                <a:lnTo>
                  <a:pt x="63077" y="31731"/>
                </a:lnTo>
                <a:lnTo>
                  <a:pt x="62885" y="31923"/>
                </a:lnTo>
                <a:lnTo>
                  <a:pt x="62885" y="33462"/>
                </a:lnTo>
                <a:lnTo>
                  <a:pt x="62500" y="34231"/>
                </a:lnTo>
                <a:lnTo>
                  <a:pt x="63077" y="34808"/>
                </a:lnTo>
                <a:lnTo>
                  <a:pt x="63462" y="34808"/>
                </a:lnTo>
                <a:lnTo>
                  <a:pt x="64423" y="36154"/>
                </a:lnTo>
                <a:lnTo>
                  <a:pt x="64423" y="40000"/>
                </a:lnTo>
                <a:lnTo>
                  <a:pt x="64038" y="40769"/>
                </a:lnTo>
                <a:lnTo>
                  <a:pt x="62308" y="42500"/>
                </a:lnTo>
                <a:lnTo>
                  <a:pt x="61154" y="42500"/>
                </a:lnTo>
                <a:lnTo>
                  <a:pt x="60577" y="43077"/>
                </a:lnTo>
                <a:lnTo>
                  <a:pt x="60577" y="43462"/>
                </a:lnTo>
                <a:lnTo>
                  <a:pt x="60577" y="43846"/>
                </a:lnTo>
                <a:lnTo>
                  <a:pt x="59808" y="45000"/>
                </a:lnTo>
                <a:lnTo>
                  <a:pt x="59808" y="45385"/>
                </a:lnTo>
                <a:lnTo>
                  <a:pt x="59808" y="45769"/>
                </a:lnTo>
                <a:lnTo>
                  <a:pt x="59423" y="46538"/>
                </a:lnTo>
                <a:lnTo>
                  <a:pt x="57115" y="49231"/>
                </a:lnTo>
                <a:lnTo>
                  <a:pt x="57308" y="49423"/>
                </a:lnTo>
                <a:lnTo>
                  <a:pt x="57500" y="49615"/>
                </a:lnTo>
                <a:lnTo>
                  <a:pt x="57500" y="52308"/>
                </a:lnTo>
                <a:lnTo>
                  <a:pt x="58077" y="52885"/>
                </a:lnTo>
                <a:lnTo>
                  <a:pt x="58462" y="52885"/>
                </a:lnTo>
                <a:lnTo>
                  <a:pt x="61154" y="55962"/>
                </a:lnTo>
                <a:lnTo>
                  <a:pt x="61538" y="55962"/>
                </a:lnTo>
                <a:lnTo>
                  <a:pt x="61923" y="55962"/>
                </a:lnTo>
                <a:lnTo>
                  <a:pt x="62115" y="56154"/>
                </a:lnTo>
                <a:lnTo>
                  <a:pt x="62308" y="56346"/>
                </a:lnTo>
                <a:lnTo>
                  <a:pt x="62692" y="56346"/>
                </a:lnTo>
                <a:lnTo>
                  <a:pt x="63077" y="56346"/>
                </a:lnTo>
                <a:lnTo>
                  <a:pt x="63269" y="56538"/>
                </a:lnTo>
                <a:lnTo>
                  <a:pt x="63462" y="56731"/>
                </a:lnTo>
                <a:lnTo>
                  <a:pt x="63846" y="56731"/>
                </a:lnTo>
                <a:lnTo>
                  <a:pt x="64231" y="56731"/>
                </a:lnTo>
                <a:lnTo>
                  <a:pt x="64423" y="56923"/>
                </a:lnTo>
                <a:lnTo>
                  <a:pt x="64615" y="57115"/>
                </a:lnTo>
                <a:lnTo>
                  <a:pt x="65000" y="57115"/>
                </a:lnTo>
                <a:lnTo>
                  <a:pt x="65385" y="57115"/>
                </a:lnTo>
                <a:lnTo>
                  <a:pt x="65577" y="57308"/>
                </a:lnTo>
                <a:lnTo>
                  <a:pt x="65769" y="57500"/>
                </a:lnTo>
                <a:lnTo>
                  <a:pt x="67692" y="57885"/>
                </a:lnTo>
                <a:lnTo>
                  <a:pt x="71538" y="59808"/>
                </a:lnTo>
                <a:lnTo>
                  <a:pt x="74038" y="62308"/>
                </a:lnTo>
                <a:lnTo>
                  <a:pt x="75577" y="65385"/>
                </a:lnTo>
                <a:lnTo>
                  <a:pt x="75577" y="65769"/>
                </a:lnTo>
                <a:lnTo>
                  <a:pt x="75577" y="66154"/>
                </a:lnTo>
                <a:lnTo>
                  <a:pt x="75769" y="66346"/>
                </a:lnTo>
                <a:lnTo>
                  <a:pt x="75962" y="66538"/>
                </a:lnTo>
                <a:lnTo>
                  <a:pt x="75962" y="67692"/>
                </a:lnTo>
                <a:lnTo>
                  <a:pt x="76154" y="67885"/>
                </a:lnTo>
                <a:lnTo>
                  <a:pt x="76346" y="68077"/>
                </a:lnTo>
                <a:lnTo>
                  <a:pt x="76346" y="70385"/>
                </a:lnTo>
                <a:lnTo>
                  <a:pt x="76538" y="70577"/>
                </a:lnTo>
                <a:lnTo>
                  <a:pt x="76731" y="70769"/>
                </a:lnTo>
                <a:lnTo>
                  <a:pt x="76731" y="72308"/>
                </a:lnTo>
                <a:lnTo>
                  <a:pt x="76154" y="72885"/>
                </a:lnTo>
                <a:lnTo>
                  <a:pt x="75577" y="72308"/>
                </a:lnTo>
                <a:lnTo>
                  <a:pt x="75577" y="70769"/>
                </a:lnTo>
                <a:lnTo>
                  <a:pt x="75385" y="70577"/>
                </a:lnTo>
                <a:lnTo>
                  <a:pt x="75192" y="70385"/>
                </a:lnTo>
                <a:lnTo>
                  <a:pt x="75192" y="68462"/>
                </a:lnTo>
                <a:lnTo>
                  <a:pt x="75000" y="68269"/>
                </a:lnTo>
                <a:lnTo>
                  <a:pt x="74808" y="68077"/>
                </a:lnTo>
                <a:lnTo>
                  <a:pt x="74808" y="66538"/>
                </a:lnTo>
                <a:lnTo>
                  <a:pt x="74615" y="66346"/>
                </a:lnTo>
                <a:lnTo>
                  <a:pt x="74423" y="66154"/>
                </a:lnTo>
                <a:lnTo>
                  <a:pt x="74423" y="65769"/>
                </a:lnTo>
                <a:lnTo>
                  <a:pt x="74423" y="65385"/>
                </a:lnTo>
                <a:lnTo>
                  <a:pt x="73654" y="63846"/>
                </a:lnTo>
                <a:lnTo>
                  <a:pt x="71154" y="60962"/>
                </a:lnTo>
                <a:lnTo>
                  <a:pt x="70769" y="60962"/>
                </a:lnTo>
                <a:lnTo>
                  <a:pt x="70000" y="60192"/>
                </a:lnTo>
                <a:lnTo>
                  <a:pt x="68462" y="59423"/>
                </a:lnTo>
                <a:lnTo>
                  <a:pt x="68077" y="59423"/>
                </a:lnTo>
                <a:lnTo>
                  <a:pt x="67692" y="59423"/>
                </a:lnTo>
                <a:lnTo>
                  <a:pt x="66538" y="58654"/>
                </a:lnTo>
                <a:lnTo>
                  <a:pt x="66154" y="58654"/>
                </a:lnTo>
                <a:lnTo>
                  <a:pt x="65769" y="58654"/>
                </a:lnTo>
                <a:lnTo>
                  <a:pt x="65577" y="58462"/>
                </a:lnTo>
                <a:lnTo>
                  <a:pt x="65385" y="58269"/>
                </a:lnTo>
                <a:lnTo>
                  <a:pt x="63462" y="57885"/>
                </a:lnTo>
                <a:lnTo>
                  <a:pt x="62308" y="57115"/>
                </a:lnTo>
                <a:lnTo>
                  <a:pt x="61154" y="57115"/>
                </a:lnTo>
                <a:lnTo>
                  <a:pt x="60577" y="57692"/>
                </a:lnTo>
                <a:lnTo>
                  <a:pt x="57500" y="63846"/>
                </a:lnTo>
                <a:lnTo>
                  <a:pt x="57500" y="64231"/>
                </a:lnTo>
                <a:lnTo>
                  <a:pt x="57500" y="64615"/>
                </a:lnTo>
                <a:lnTo>
                  <a:pt x="56923" y="65192"/>
                </a:lnTo>
                <a:lnTo>
                  <a:pt x="56538" y="65192"/>
                </a:lnTo>
                <a:lnTo>
                  <a:pt x="56154" y="65192"/>
                </a:lnTo>
                <a:lnTo>
                  <a:pt x="55385" y="64423"/>
                </a:lnTo>
                <a:lnTo>
                  <a:pt x="55000" y="64423"/>
                </a:lnTo>
                <a:lnTo>
                  <a:pt x="53077" y="62500"/>
                </a:lnTo>
                <a:lnTo>
                  <a:pt x="52692" y="62500"/>
                </a:lnTo>
                <a:lnTo>
                  <a:pt x="51538" y="61346"/>
                </a:lnTo>
                <a:lnTo>
                  <a:pt x="50769" y="60962"/>
                </a:lnTo>
                <a:lnTo>
                  <a:pt x="50385" y="60962"/>
                </a:lnTo>
                <a:lnTo>
                  <a:pt x="50192" y="61154"/>
                </a:lnTo>
                <a:lnTo>
                  <a:pt x="50192" y="63846"/>
                </a:lnTo>
                <a:lnTo>
                  <a:pt x="50192" y="64231"/>
                </a:lnTo>
                <a:lnTo>
                  <a:pt x="50192" y="64615"/>
                </a:lnTo>
                <a:lnTo>
                  <a:pt x="50385" y="64808"/>
                </a:lnTo>
                <a:lnTo>
                  <a:pt x="50577" y="65000"/>
                </a:lnTo>
                <a:lnTo>
                  <a:pt x="50577" y="66538"/>
                </a:lnTo>
                <a:lnTo>
                  <a:pt x="50192" y="67308"/>
                </a:lnTo>
                <a:lnTo>
                  <a:pt x="50385" y="67500"/>
                </a:lnTo>
                <a:lnTo>
                  <a:pt x="50577" y="67692"/>
                </a:lnTo>
                <a:lnTo>
                  <a:pt x="50000" y="68269"/>
                </a:lnTo>
                <a:lnTo>
                  <a:pt x="49615" y="68269"/>
                </a:lnTo>
                <a:lnTo>
                  <a:pt x="49038" y="67692"/>
                </a:lnTo>
                <a:lnTo>
                  <a:pt x="49038" y="64615"/>
                </a:lnTo>
                <a:lnTo>
                  <a:pt x="49231" y="64423"/>
                </a:lnTo>
                <a:lnTo>
                  <a:pt x="49423" y="64231"/>
                </a:lnTo>
                <a:lnTo>
                  <a:pt x="49423" y="61538"/>
                </a:lnTo>
                <a:lnTo>
                  <a:pt x="48846" y="60962"/>
                </a:lnTo>
                <a:lnTo>
                  <a:pt x="48077" y="61731"/>
                </a:lnTo>
                <a:lnTo>
                  <a:pt x="47692" y="61731"/>
                </a:lnTo>
                <a:lnTo>
                  <a:pt x="45385" y="64038"/>
                </a:lnTo>
                <a:lnTo>
                  <a:pt x="45000" y="64038"/>
                </a:lnTo>
                <a:lnTo>
                  <a:pt x="43846" y="65192"/>
                </a:lnTo>
                <a:lnTo>
                  <a:pt x="43462" y="65192"/>
                </a:lnTo>
                <a:lnTo>
                  <a:pt x="42500" y="64231"/>
                </a:lnTo>
                <a:lnTo>
                  <a:pt x="39038" y="57308"/>
                </a:lnTo>
                <a:lnTo>
                  <a:pt x="37692" y="57115"/>
                </a:lnTo>
                <a:lnTo>
                  <a:pt x="35385" y="58269"/>
                </a:lnTo>
                <a:lnTo>
                  <a:pt x="33462" y="58654"/>
                </a:lnTo>
                <a:lnTo>
                  <a:pt x="31538" y="59808"/>
                </a:lnTo>
                <a:lnTo>
                  <a:pt x="31154" y="59808"/>
                </a:lnTo>
                <a:lnTo>
                  <a:pt x="30769" y="59808"/>
                </a:lnTo>
                <a:lnTo>
                  <a:pt x="30000" y="60577"/>
                </a:lnTo>
                <a:lnTo>
                  <a:pt x="29615" y="60577"/>
                </a:lnTo>
                <a:lnTo>
                  <a:pt x="26346" y="63846"/>
                </a:lnTo>
                <a:lnTo>
                  <a:pt x="25192" y="66154"/>
                </a:lnTo>
                <a:lnTo>
                  <a:pt x="25192" y="66538"/>
                </a:lnTo>
                <a:lnTo>
                  <a:pt x="25192" y="66923"/>
                </a:lnTo>
                <a:lnTo>
                  <a:pt x="25000" y="67115"/>
                </a:lnTo>
                <a:lnTo>
                  <a:pt x="24808" y="67308"/>
                </a:lnTo>
                <a:lnTo>
                  <a:pt x="24808" y="68462"/>
                </a:lnTo>
                <a:lnTo>
                  <a:pt x="24615" y="68654"/>
                </a:lnTo>
                <a:lnTo>
                  <a:pt x="24423" y="68846"/>
                </a:lnTo>
                <a:lnTo>
                  <a:pt x="24423" y="72308"/>
                </a:lnTo>
                <a:lnTo>
                  <a:pt x="23846" y="72885"/>
                </a:lnTo>
                <a:lnTo>
                  <a:pt x="23462" y="72885"/>
                </a:lnTo>
                <a:lnTo>
                  <a:pt x="23269" y="72692"/>
                </a:lnTo>
                <a:lnTo>
                  <a:pt x="23269" y="69231"/>
                </a:lnTo>
                <a:lnTo>
                  <a:pt x="23462" y="69038"/>
                </a:lnTo>
                <a:lnTo>
                  <a:pt x="23654" y="68846"/>
                </a:lnTo>
                <a:lnTo>
                  <a:pt x="24038" y="66154"/>
                </a:lnTo>
                <a:lnTo>
                  <a:pt x="25962" y="62308"/>
                </a:lnTo>
                <a:lnTo>
                  <a:pt x="28077" y="60192"/>
                </a:lnTo>
                <a:lnTo>
                  <a:pt x="28462" y="60192"/>
                </a:lnTo>
                <a:lnTo>
                  <a:pt x="29231" y="59423"/>
                </a:lnTo>
                <a:lnTo>
                  <a:pt x="31538" y="58269"/>
                </a:lnTo>
                <a:lnTo>
                  <a:pt x="31923" y="58269"/>
                </a:lnTo>
                <a:lnTo>
                  <a:pt x="32308" y="58269"/>
                </a:lnTo>
                <a:lnTo>
                  <a:pt x="35385" y="56731"/>
                </a:lnTo>
                <a:lnTo>
                  <a:pt x="36538" y="56731"/>
                </a:lnTo>
                <a:lnTo>
                  <a:pt x="36731" y="56538"/>
                </a:lnTo>
                <a:lnTo>
                  <a:pt x="36923" y="56346"/>
                </a:lnTo>
                <a:lnTo>
                  <a:pt x="38846" y="55962"/>
                </a:lnTo>
                <a:lnTo>
                  <a:pt x="40192" y="54231"/>
                </a:lnTo>
                <a:lnTo>
                  <a:pt x="40192" y="53846"/>
                </a:lnTo>
                <a:lnTo>
                  <a:pt x="41923" y="52115"/>
                </a:lnTo>
                <a:lnTo>
                  <a:pt x="42308" y="52115"/>
                </a:lnTo>
                <a:lnTo>
                  <a:pt x="42500" y="51923"/>
                </a:lnTo>
                <a:lnTo>
                  <a:pt x="42500" y="49231"/>
                </a:lnTo>
                <a:lnTo>
                  <a:pt x="40962" y="47692"/>
                </a:lnTo>
                <a:lnTo>
                  <a:pt x="39423" y="44615"/>
                </a:lnTo>
                <a:lnTo>
                  <a:pt x="39423" y="44231"/>
                </a:lnTo>
                <a:lnTo>
                  <a:pt x="39423" y="43846"/>
                </a:lnTo>
                <a:lnTo>
                  <a:pt x="39038" y="43077"/>
                </a:lnTo>
                <a:lnTo>
                  <a:pt x="38462" y="42500"/>
                </a:lnTo>
                <a:lnTo>
                  <a:pt x="38077" y="42500"/>
                </a:lnTo>
                <a:lnTo>
                  <a:pt x="37692" y="42500"/>
                </a:lnTo>
                <a:lnTo>
                  <a:pt x="35577" y="40385"/>
                </a:lnTo>
                <a:lnTo>
                  <a:pt x="35192" y="39615"/>
                </a:lnTo>
                <a:lnTo>
                  <a:pt x="35192" y="36538"/>
                </a:lnTo>
                <a:lnTo>
                  <a:pt x="35577" y="35769"/>
                </a:lnTo>
                <a:lnTo>
                  <a:pt x="36923" y="34423"/>
                </a:lnTo>
                <a:lnTo>
                  <a:pt x="37308" y="34423"/>
                </a:lnTo>
                <a:lnTo>
                  <a:pt x="37500" y="34231"/>
                </a:lnTo>
                <a:lnTo>
                  <a:pt x="37500" y="33846"/>
                </a:lnTo>
                <a:lnTo>
                  <a:pt x="37500" y="33462"/>
                </a:lnTo>
                <a:lnTo>
                  <a:pt x="37308" y="33269"/>
                </a:lnTo>
                <a:lnTo>
                  <a:pt x="37115" y="33077"/>
                </a:lnTo>
                <a:lnTo>
                  <a:pt x="37115" y="31538"/>
                </a:lnTo>
                <a:lnTo>
                  <a:pt x="36923" y="31346"/>
                </a:lnTo>
                <a:lnTo>
                  <a:pt x="36731" y="31154"/>
                </a:lnTo>
                <a:lnTo>
                  <a:pt x="36731" y="28846"/>
                </a:lnTo>
                <a:lnTo>
                  <a:pt x="36538" y="28654"/>
                </a:lnTo>
                <a:lnTo>
                  <a:pt x="36346" y="28462"/>
                </a:lnTo>
                <a:lnTo>
                  <a:pt x="36346" y="24231"/>
                </a:lnTo>
                <a:lnTo>
                  <a:pt x="36538" y="24038"/>
                </a:lnTo>
                <a:lnTo>
                  <a:pt x="36731" y="23846"/>
                </a:lnTo>
                <a:lnTo>
                  <a:pt x="36731" y="23462"/>
                </a:lnTo>
                <a:lnTo>
                  <a:pt x="36731" y="23077"/>
                </a:lnTo>
                <a:lnTo>
                  <a:pt x="38462" y="21346"/>
                </a:lnTo>
                <a:lnTo>
                  <a:pt x="39615" y="21346"/>
                </a:lnTo>
                <a:lnTo>
                  <a:pt x="40192" y="20769"/>
                </a:lnTo>
                <a:lnTo>
                  <a:pt x="40192" y="20385"/>
                </a:lnTo>
                <a:lnTo>
                  <a:pt x="40192" y="20000"/>
                </a:lnTo>
                <a:lnTo>
                  <a:pt x="40577" y="19231"/>
                </a:lnTo>
                <a:lnTo>
                  <a:pt x="42308" y="17500"/>
                </a:lnTo>
                <a:lnTo>
                  <a:pt x="44615" y="16346"/>
                </a:lnTo>
                <a:lnTo>
                  <a:pt x="45962" y="16154"/>
                </a:lnTo>
                <a:close/>
                <a:moveTo>
                  <a:pt x="45769" y="17115"/>
                </a:moveTo>
                <a:lnTo>
                  <a:pt x="45577" y="17308"/>
                </a:lnTo>
                <a:lnTo>
                  <a:pt x="45385" y="17500"/>
                </a:lnTo>
                <a:lnTo>
                  <a:pt x="45000" y="17500"/>
                </a:lnTo>
                <a:lnTo>
                  <a:pt x="44615" y="17500"/>
                </a:lnTo>
                <a:lnTo>
                  <a:pt x="43077" y="18269"/>
                </a:lnTo>
                <a:lnTo>
                  <a:pt x="41731" y="19615"/>
                </a:lnTo>
                <a:lnTo>
                  <a:pt x="40962" y="21154"/>
                </a:lnTo>
                <a:lnTo>
                  <a:pt x="40962" y="21538"/>
                </a:lnTo>
                <a:lnTo>
                  <a:pt x="40962" y="21923"/>
                </a:lnTo>
                <a:lnTo>
                  <a:pt x="39615" y="22115"/>
                </a:lnTo>
                <a:lnTo>
                  <a:pt x="37885" y="23462"/>
                </a:lnTo>
                <a:lnTo>
                  <a:pt x="37500" y="24231"/>
                </a:lnTo>
                <a:lnTo>
                  <a:pt x="37500" y="28462"/>
                </a:lnTo>
                <a:lnTo>
                  <a:pt x="37692" y="28654"/>
                </a:lnTo>
                <a:lnTo>
                  <a:pt x="37885" y="28846"/>
                </a:lnTo>
                <a:lnTo>
                  <a:pt x="37885" y="30769"/>
                </a:lnTo>
                <a:lnTo>
                  <a:pt x="38077" y="30962"/>
                </a:lnTo>
                <a:lnTo>
                  <a:pt x="38269" y="31154"/>
                </a:lnTo>
                <a:lnTo>
                  <a:pt x="38269" y="32308"/>
                </a:lnTo>
                <a:lnTo>
                  <a:pt x="38462" y="32500"/>
                </a:lnTo>
                <a:lnTo>
                  <a:pt x="38846" y="32500"/>
                </a:lnTo>
                <a:lnTo>
                  <a:pt x="39038" y="32308"/>
                </a:lnTo>
                <a:lnTo>
                  <a:pt x="39038" y="31923"/>
                </a:lnTo>
                <a:lnTo>
                  <a:pt x="39038" y="31538"/>
                </a:lnTo>
                <a:lnTo>
                  <a:pt x="40192" y="29615"/>
                </a:lnTo>
                <a:lnTo>
                  <a:pt x="40192" y="29231"/>
                </a:lnTo>
                <a:lnTo>
                  <a:pt x="40192" y="28846"/>
                </a:lnTo>
                <a:lnTo>
                  <a:pt x="40385" y="28654"/>
                </a:lnTo>
                <a:lnTo>
                  <a:pt x="40577" y="28462"/>
                </a:lnTo>
                <a:lnTo>
                  <a:pt x="40577" y="28077"/>
                </a:lnTo>
                <a:lnTo>
                  <a:pt x="40577" y="27692"/>
                </a:lnTo>
                <a:lnTo>
                  <a:pt x="40962" y="26923"/>
                </a:lnTo>
                <a:lnTo>
                  <a:pt x="42692" y="25577"/>
                </a:lnTo>
                <a:lnTo>
                  <a:pt x="43846" y="25577"/>
                </a:lnTo>
                <a:lnTo>
                  <a:pt x="44038" y="25769"/>
                </a:lnTo>
                <a:lnTo>
                  <a:pt x="44231" y="25962"/>
                </a:lnTo>
                <a:lnTo>
                  <a:pt x="44615" y="25962"/>
                </a:lnTo>
                <a:lnTo>
                  <a:pt x="45000" y="25962"/>
                </a:lnTo>
                <a:lnTo>
                  <a:pt x="46538" y="26731"/>
                </a:lnTo>
                <a:lnTo>
                  <a:pt x="47692" y="26731"/>
                </a:lnTo>
                <a:lnTo>
                  <a:pt x="47885" y="26923"/>
                </a:lnTo>
                <a:lnTo>
                  <a:pt x="48077" y="27115"/>
                </a:lnTo>
                <a:lnTo>
                  <a:pt x="52308" y="27115"/>
                </a:lnTo>
                <a:lnTo>
                  <a:pt x="52500" y="26923"/>
                </a:lnTo>
                <a:lnTo>
                  <a:pt x="52692" y="26731"/>
                </a:lnTo>
                <a:lnTo>
                  <a:pt x="54615" y="26731"/>
                </a:lnTo>
                <a:lnTo>
                  <a:pt x="54808" y="26538"/>
                </a:lnTo>
                <a:lnTo>
                  <a:pt x="55000" y="26346"/>
                </a:lnTo>
                <a:lnTo>
                  <a:pt x="56923" y="25962"/>
                </a:lnTo>
                <a:lnTo>
                  <a:pt x="59231" y="24808"/>
                </a:lnTo>
                <a:lnTo>
                  <a:pt x="60962" y="23077"/>
                </a:lnTo>
                <a:lnTo>
                  <a:pt x="60962" y="22692"/>
                </a:lnTo>
                <a:lnTo>
                  <a:pt x="61731" y="21923"/>
                </a:lnTo>
                <a:lnTo>
                  <a:pt x="60577" y="21154"/>
                </a:lnTo>
                <a:lnTo>
                  <a:pt x="60192" y="20385"/>
                </a:lnTo>
                <a:lnTo>
                  <a:pt x="60192" y="20000"/>
                </a:lnTo>
                <a:lnTo>
                  <a:pt x="60192" y="19615"/>
                </a:lnTo>
                <a:lnTo>
                  <a:pt x="60000" y="19423"/>
                </a:lnTo>
                <a:lnTo>
                  <a:pt x="59808" y="19231"/>
                </a:lnTo>
                <a:lnTo>
                  <a:pt x="59808" y="18846"/>
                </a:lnTo>
                <a:lnTo>
                  <a:pt x="59808" y="18462"/>
                </a:lnTo>
                <a:lnTo>
                  <a:pt x="59231" y="17500"/>
                </a:lnTo>
                <a:lnTo>
                  <a:pt x="58462" y="17885"/>
                </a:lnTo>
                <a:lnTo>
                  <a:pt x="56538" y="17885"/>
                </a:lnTo>
                <a:lnTo>
                  <a:pt x="56346" y="18077"/>
                </a:lnTo>
                <a:lnTo>
                  <a:pt x="56154" y="18269"/>
                </a:lnTo>
                <a:lnTo>
                  <a:pt x="55769" y="18269"/>
                </a:lnTo>
                <a:lnTo>
                  <a:pt x="55385" y="18269"/>
                </a:lnTo>
                <a:lnTo>
                  <a:pt x="55192" y="18077"/>
                </a:lnTo>
                <a:lnTo>
                  <a:pt x="55000" y="17885"/>
                </a:lnTo>
                <a:lnTo>
                  <a:pt x="53462" y="17885"/>
                </a:lnTo>
                <a:lnTo>
                  <a:pt x="53269" y="17692"/>
                </a:lnTo>
                <a:lnTo>
                  <a:pt x="53077" y="17500"/>
                </a:lnTo>
                <a:lnTo>
                  <a:pt x="51923" y="17500"/>
                </a:lnTo>
                <a:lnTo>
                  <a:pt x="51731" y="17308"/>
                </a:lnTo>
                <a:lnTo>
                  <a:pt x="51538" y="17115"/>
                </a:lnTo>
                <a:lnTo>
                  <a:pt x="45769" y="17115"/>
                </a:lnTo>
                <a:close/>
                <a:moveTo>
                  <a:pt x="61538" y="24038"/>
                </a:moveTo>
                <a:lnTo>
                  <a:pt x="59615" y="25962"/>
                </a:lnTo>
                <a:lnTo>
                  <a:pt x="59231" y="25962"/>
                </a:lnTo>
                <a:lnTo>
                  <a:pt x="59038" y="26154"/>
                </a:lnTo>
                <a:lnTo>
                  <a:pt x="59038" y="27692"/>
                </a:lnTo>
                <a:lnTo>
                  <a:pt x="60192" y="30000"/>
                </a:lnTo>
                <a:lnTo>
                  <a:pt x="60192" y="30385"/>
                </a:lnTo>
                <a:lnTo>
                  <a:pt x="60192" y="30769"/>
                </a:lnTo>
                <a:lnTo>
                  <a:pt x="60385" y="30962"/>
                </a:lnTo>
                <a:lnTo>
                  <a:pt x="60577" y="31154"/>
                </a:lnTo>
                <a:lnTo>
                  <a:pt x="60577" y="31538"/>
                </a:lnTo>
                <a:lnTo>
                  <a:pt x="60577" y="31923"/>
                </a:lnTo>
                <a:lnTo>
                  <a:pt x="60962" y="32692"/>
                </a:lnTo>
                <a:lnTo>
                  <a:pt x="60962" y="33077"/>
                </a:lnTo>
                <a:lnTo>
                  <a:pt x="60962" y="33462"/>
                </a:lnTo>
                <a:lnTo>
                  <a:pt x="61154" y="33654"/>
                </a:lnTo>
                <a:lnTo>
                  <a:pt x="61538" y="33654"/>
                </a:lnTo>
                <a:lnTo>
                  <a:pt x="61731" y="33462"/>
                </a:lnTo>
                <a:lnTo>
                  <a:pt x="61731" y="33077"/>
                </a:lnTo>
                <a:lnTo>
                  <a:pt x="61731" y="32692"/>
                </a:lnTo>
                <a:lnTo>
                  <a:pt x="61923" y="32500"/>
                </a:lnTo>
                <a:lnTo>
                  <a:pt x="62115" y="32308"/>
                </a:lnTo>
                <a:lnTo>
                  <a:pt x="62115" y="30769"/>
                </a:lnTo>
                <a:lnTo>
                  <a:pt x="62308" y="30577"/>
                </a:lnTo>
                <a:lnTo>
                  <a:pt x="62500" y="30385"/>
                </a:lnTo>
                <a:lnTo>
                  <a:pt x="62500" y="25385"/>
                </a:lnTo>
                <a:lnTo>
                  <a:pt x="62308" y="25192"/>
                </a:lnTo>
                <a:lnTo>
                  <a:pt x="62115" y="25000"/>
                </a:lnTo>
                <a:lnTo>
                  <a:pt x="62115" y="24615"/>
                </a:lnTo>
                <a:lnTo>
                  <a:pt x="62115" y="24231"/>
                </a:lnTo>
                <a:lnTo>
                  <a:pt x="61923" y="24038"/>
                </a:lnTo>
                <a:lnTo>
                  <a:pt x="61538" y="24038"/>
                </a:lnTo>
                <a:close/>
                <a:moveTo>
                  <a:pt x="42692" y="26731"/>
                </a:moveTo>
                <a:lnTo>
                  <a:pt x="42115" y="27308"/>
                </a:lnTo>
                <a:lnTo>
                  <a:pt x="41731" y="28077"/>
                </a:lnTo>
                <a:lnTo>
                  <a:pt x="41731" y="28462"/>
                </a:lnTo>
                <a:lnTo>
                  <a:pt x="41731" y="28846"/>
                </a:lnTo>
                <a:lnTo>
                  <a:pt x="40192" y="31538"/>
                </a:lnTo>
                <a:lnTo>
                  <a:pt x="40192" y="31923"/>
                </a:lnTo>
                <a:lnTo>
                  <a:pt x="40192" y="32308"/>
                </a:lnTo>
                <a:lnTo>
                  <a:pt x="40000" y="32500"/>
                </a:lnTo>
                <a:lnTo>
                  <a:pt x="39808" y="32692"/>
                </a:lnTo>
                <a:lnTo>
                  <a:pt x="39808" y="33077"/>
                </a:lnTo>
                <a:lnTo>
                  <a:pt x="39808" y="33462"/>
                </a:lnTo>
                <a:lnTo>
                  <a:pt x="39038" y="35000"/>
                </a:lnTo>
                <a:lnTo>
                  <a:pt x="39038" y="35385"/>
                </a:lnTo>
                <a:lnTo>
                  <a:pt x="40000" y="36346"/>
                </a:lnTo>
                <a:lnTo>
                  <a:pt x="40385" y="36346"/>
                </a:lnTo>
                <a:lnTo>
                  <a:pt x="40962" y="35769"/>
                </a:lnTo>
                <a:lnTo>
                  <a:pt x="40962" y="35385"/>
                </a:lnTo>
                <a:lnTo>
                  <a:pt x="40962" y="35000"/>
                </a:lnTo>
                <a:lnTo>
                  <a:pt x="41346" y="34231"/>
                </a:lnTo>
                <a:lnTo>
                  <a:pt x="41923" y="33654"/>
                </a:lnTo>
                <a:lnTo>
                  <a:pt x="43462" y="32885"/>
                </a:lnTo>
                <a:lnTo>
                  <a:pt x="45769" y="32885"/>
                </a:lnTo>
                <a:lnTo>
                  <a:pt x="46538" y="33269"/>
                </a:lnTo>
                <a:lnTo>
                  <a:pt x="48269" y="35000"/>
                </a:lnTo>
                <a:lnTo>
                  <a:pt x="48269" y="35385"/>
                </a:lnTo>
                <a:lnTo>
                  <a:pt x="48846" y="35962"/>
                </a:lnTo>
                <a:lnTo>
                  <a:pt x="51154" y="35962"/>
                </a:lnTo>
                <a:lnTo>
                  <a:pt x="51731" y="34615"/>
                </a:lnTo>
                <a:lnTo>
                  <a:pt x="52692" y="33654"/>
                </a:lnTo>
                <a:lnTo>
                  <a:pt x="54231" y="32885"/>
                </a:lnTo>
                <a:lnTo>
                  <a:pt x="54615" y="32885"/>
                </a:lnTo>
                <a:lnTo>
                  <a:pt x="55000" y="32885"/>
                </a:lnTo>
                <a:lnTo>
                  <a:pt x="56154" y="32885"/>
                </a:lnTo>
                <a:lnTo>
                  <a:pt x="57692" y="33654"/>
                </a:lnTo>
                <a:lnTo>
                  <a:pt x="58654" y="34615"/>
                </a:lnTo>
                <a:lnTo>
                  <a:pt x="58654" y="35000"/>
                </a:lnTo>
                <a:lnTo>
                  <a:pt x="58654" y="35385"/>
                </a:lnTo>
                <a:lnTo>
                  <a:pt x="59231" y="35962"/>
                </a:lnTo>
                <a:lnTo>
                  <a:pt x="60577" y="35385"/>
                </a:lnTo>
                <a:lnTo>
                  <a:pt x="60577" y="34231"/>
                </a:lnTo>
                <a:lnTo>
                  <a:pt x="60385" y="34038"/>
                </a:lnTo>
                <a:lnTo>
                  <a:pt x="60192" y="33846"/>
                </a:lnTo>
                <a:lnTo>
                  <a:pt x="59808" y="31923"/>
                </a:lnTo>
                <a:lnTo>
                  <a:pt x="58269" y="29231"/>
                </a:lnTo>
                <a:lnTo>
                  <a:pt x="57885" y="27308"/>
                </a:lnTo>
                <a:lnTo>
                  <a:pt x="57308" y="26731"/>
                </a:lnTo>
                <a:lnTo>
                  <a:pt x="56538" y="27115"/>
                </a:lnTo>
                <a:lnTo>
                  <a:pt x="56154" y="27115"/>
                </a:lnTo>
                <a:lnTo>
                  <a:pt x="55769" y="27115"/>
                </a:lnTo>
                <a:lnTo>
                  <a:pt x="55577" y="27308"/>
                </a:lnTo>
                <a:lnTo>
                  <a:pt x="55385" y="27500"/>
                </a:lnTo>
                <a:lnTo>
                  <a:pt x="54231" y="27500"/>
                </a:lnTo>
                <a:lnTo>
                  <a:pt x="54038" y="27692"/>
                </a:lnTo>
                <a:lnTo>
                  <a:pt x="53846" y="27885"/>
                </a:lnTo>
                <a:lnTo>
                  <a:pt x="51923" y="27885"/>
                </a:lnTo>
                <a:lnTo>
                  <a:pt x="51731" y="28077"/>
                </a:lnTo>
                <a:lnTo>
                  <a:pt x="51538" y="28269"/>
                </a:lnTo>
                <a:lnTo>
                  <a:pt x="47692" y="28269"/>
                </a:lnTo>
                <a:lnTo>
                  <a:pt x="47500" y="28077"/>
                </a:lnTo>
                <a:lnTo>
                  <a:pt x="47308" y="27885"/>
                </a:lnTo>
                <a:lnTo>
                  <a:pt x="46154" y="27885"/>
                </a:lnTo>
                <a:lnTo>
                  <a:pt x="45962" y="27692"/>
                </a:lnTo>
                <a:lnTo>
                  <a:pt x="45769" y="27500"/>
                </a:lnTo>
                <a:lnTo>
                  <a:pt x="44615" y="27500"/>
                </a:lnTo>
                <a:lnTo>
                  <a:pt x="44423" y="27308"/>
                </a:lnTo>
                <a:lnTo>
                  <a:pt x="44231" y="27115"/>
                </a:lnTo>
                <a:lnTo>
                  <a:pt x="43846" y="27115"/>
                </a:lnTo>
                <a:lnTo>
                  <a:pt x="43462" y="27115"/>
                </a:lnTo>
                <a:lnTo>
                  <a:pt x="42692" y="26731"/>
                </a:lnTo>
                <a:close/>
                <a:moveTo>
                  <a:pt x="43462" y="34038"/>
                </a:moveTo>
                <a:lnTo>
                  <a:pt x="42115" y="35385"/>
                </a:lnTo>
                <a:lnTo>
                  <a:pt x="41731" y="36154"/>
                </a:lnTo>
                <a:lnTo>
                  <a:pt x="41731" y="38077"/>
                </a:lnTo>
                <a:lnTo>
                  <a:pt x="43462" y="39808"/>
                </a:lnTo>
                <a:lnTo>
                  <a:pt x="45769" y="39808"/>
                </a:lnTo>
                <a:lnTo>
                  <a:pt x="45962" y="39615"/>
                </a:lnTo>
                <a:lnTo>
                  <a:pt x="46154" y="39423"/>
                </a:lnTo>
                <a:lnTo>
                  <a:pt x="46538" y="39423"/>
                </a:lnTo>
                <a:lnTo>
                  <a:pt x="47500" y="38077"/>
                </a:lnTo>
                <a:lnTo>
                  <a:pt x="47500" y="37692"/>
                </a:lnTo>
                <a:lnTo>
                  <a:pt x="47500" y="37308"/>
                </a:lnTo>
                <a:lnTo>
                  <a:pt x="47692" y="37115"/>
                </a:lnTo>
                <a:lnTo>
                  <a:pt x="47885" y="36923"/>
                </a:lnTo>
                <a:lnTo>
                  <a:pt x="47692" y="36731"/>
                </a:lnTo>
                <a:lnTo>
                  <a:pt x="47500" y="36538"/>
                </a:lnTo>
                <a:lnTo>
                  <a:pt x="47500" y="36154"/>
                </a:lnTo>
                <a:lnTo>
                  <a:pt x="47500" y="35769"/>
                </a:lnTo>
                <a:lnTo>
                  <a:pt x="47115" y="35000"/>
                </a:lnTo>
                <a:lnTo>
                  <a:pt x="45769" y="34038"/>
                </a:lnTo>
                <a:lnTo>
                  <a:pt x="43462" y="34038"/>
                </a:lnTo>
                <a:close/>
                <a:moveTo>
                  <a:pt x="54231" y="34038"/>
                </a:moveTo>
                <a:lnTo>
                  <a:pt x="53462" y="34808"/>
                </a:lnTo>
                <a:lnTo>
                  <a:pt x="53077" y="34808"/>
                </a:lnTo>
                <a:lnTo>
                  <a:pt x="52885" y="35000"/>
                </a:lnTo>
                <a:lnTo>
                  <a:pt x="52115" y="37308"/>
                </a:lnTo>
                <a:lnTo>
                  <a:pt x="52885" y="38846"/>
                </a:lnTo>
                <a:lnTo>
                  <a:pt x="53462" y="39423"/>
                </a:lnTo>
                <a:lnTo>
                  <a:pt x="54231" y="39808"/>
                </a:lnTo>
                <a:lnTo>
                  <a:pt x="55769" y="39808"/>
                </a:lnTo>
                <a:lnTo>
                  <a:pt x="56923" y="39423"/>
                </a:lnTo>
                <a:lnTo>
                  <a:pt x="57500" y="38846"/>
                </a:lnTo>
                <a:lnTo>
                  <a:pt x="57885" y="38077"/>
                </a:lnTo>
                <a:lnTo>
                  <a:pt x="57885" y="35769"/>
                </a:lnTo>
                <a:lnTo>
                  <a:pt x="57500" y="35000"/>
                </a:lnTo>
                <a:lnTo>
                  <a:pt x="56154" y="34038"/>
                </a:lnTo>
                <a:lnTo>
                  <a:pt x="54231" y="34038"/>
                </a:lnTo>
                <a:close/>
                <a:moveTo>
                  <a:pt x="37308" y="35577"/>
                </a:moveTo>
                <a:lnTo>
                  <a:pt x="36346" y="36923"/>
                </a:lnTo>
                <a:lnTo>
                  <a:pt x="36346" y="38846"/>
                </a:lnTo>
                <a:lnTo>
                  <a:pt x="36538" y="39038"/>
                </a:lnTo>
                <a:lnTo>
                  <a:pt x="36731" y="39231"/>
                </a:lnTo>
                <a:lnTo>
                  <a:pt x="36731" y="39615"/>
                </a:lnTo>
                <a:lnTo>
                  <a:pt x="36731" y="40000"/>
                </a:lnTo>
                <a:lnTo>
                  <a:pt x="37885" y="41154"/>
                </a:lnTo>
                <a:lnTo>
                  <a:pt x="38077" y="41346"/>
                </a:lnTo>
                <a:lnTo>
                  <a:pt x="38462" y="41346"/>
                </a:lnTo>
                <a:lnTo>
                  <a:pt x="38654" y="40385"/>
                </a:lnTo>
                <a:lnTo>
                  <a:pt x="38462" y="40192"/>
                </a:lnTo>
                <a:lnTo>
                  <a:pt x="38269" y="40000"/>
                </a:lnTo>
                <a:lnTo>
                  <a:pt x="38269" y="38462"/>
                </a:lnTo>
                <a:lnTo>
                  <a:pt x="38077" y="38269"/>
                </a:lnTo>
                <a:lnTo>
                  <a:pt x="37885" y="38077"/>
                </a:lnTo>
                <a:lnTo>
                  <a:pt x="37885" y="35769"/>
                </a:lnTo>
                <a:lnTo>
                  <a:pt x="37692" y="35577"/>
                </a:lnTo>
                <a:lnTo>
                  <a:pt x="37308" y="35577"/>
                </a:lnTo>
                <a:close/>
                <a:moveTo>
                  <a:pt x="61923" y="35577"/>
                </a:moveTo>
                <a:lnTo>
                  <a:pt x="61731" y="35769"/>
                </a:lnTo>
                <a:lnTo>
                  <a:pt x="61731" y="38077"/>
                </a:lnTo>
                <a:lnTo>
                  <a:pt x="61538" y="38269"/>
                </a:lnTo>
                <a:lnTo>
                  <a:pt x="61346" y="38462"/>
                </a:lnTo>
                <a:lnTo>
                  <a:pt x="61346" y="40385"/>
                </a:lnTo>
                <a:lnTo>
                  <a:pt x="60962" y="41154"/>
                </a:lnTo>
                <a:lnTo>
                  <a:pt x="61923" y="41346"/>
                </a:lnTo>
                <a:lnTo>
                  <a:pt x="62115" y="41154"/>
                </a:lnTo>
                <a:lnTo>
                  <a:pt x="62308" y="40962"/>
                </a:lnTo>
                <a:lnTo>
                  <a:pt x="63269" y="39615"/>
                </a:lnTo>
                <a:lnTo>
                  <a:pt x="63654" y="37692"/>
                </a:lnTo>
                <a:lnTo>
                  <a:pt x="63462" y="37500"/>
                </a:lnTo>
                <a:lnTo>
                  <a:pt x="63269" y="37308"/>
                </a:lnTo>
                <a:lnTo>
                  <a:pt x="63269" y="36923"/>
                </a:lnTo>
                <a:lnTo>
                  <a:pt x="63269" y="36538"/>
                </a:lnTo>
                <a:lnTo>
                  <a:pt x="62308" y="35577"/>
                </a:lnTo>
                <a:lnTo>
                  <a:pt x="61923" y="35577"/>
                </a:lnTo>
                <a:close/>
                <a:moveTo>
                  <a:pt x="60000" y="36731"/>
                </a:moveTo>
                <a:lnTo>
                  <a:pt x="59038" y="37692"/>
                </a:lnTo>
                <a:lnTo>
                  <a:pt x="59038" y="38077"/>
                </a:lnTo>
                <a:lnTo>
                  <a:pt x="59038" y="38462"/>
                </a:lnTo>
                <a:lnTo>
                  <a:pt x="58654" y="39231"/>
                </a:lnTo>
                <a:lnTo>
                  <a:pt x="57308" y="40577"/>
                </a:lnTo>
                <a:lnTo>
                  <a:pt x="56538" y="40962"/>
                </a:lnTo>
                <a:lnTo>
                  <a:pt x="53846" y="40962"/>
                </a:lnTo>
                <a:lnTo>
                  <a:pt x="53077" y="40577"/>
                </a:lnTo>
                <a:lnTo>
                  <a:pt x="51731" y="39231"/>
                </a:lnTo>
                <a:lnTo>
                  <a:pt x="51154" y="37115"/>
                </a:lnTo>
                <a:lnTo>
                  <a:pt x="48846" y="37115"/>
                </a:lnTo>
                <a:lnTo>
                  <a:pt x="48269" y="39231"/>
                </a:lnTo>
                <a:lnTo>
                  <a:pt x="46923" y="40577"/>
                </a:lnTo>
                <a:lnTo>
                  <a:pt x="46154" y="40962"/>
                </a:lnTo>
                <a:lnTo>
                  <a:pt x="43077" y="40962"/>
                </a:lnTo>
                <a:lnTo>
                  <a:pt x="42308" y="40577"/>
                </a:lnTo>
                <a:lnTo>
                  <a:pt x="40962" y="39231"/>
                </a:lnTo>
                <a:lnTo>
                  <a:pt x="40577" y="38462"/>
                </a:lnTo>
                <a:lnTo>
                  <a:pt x="40577" y="38077"/>
                </a:lnTo>
                <a:lnTo>
                  <a:pt x="40577" y="37692"/>
                </a:lnTo>
                <a:lnTo>
                  <a:pt x="40000" y="37115"/>
                </a:lnTo>
                <a:lnTo>
                  <a:pt x="39615" y="37115"/>
                </a:lnTo>
                <a:lnTo>
                  <a:pt x="39038" y="37692"/>
                </a:lnTo>
                <a:lnTo>
                  <a:pt x="39231" y="37885"/>
                </a:lnTo>
                <a:lnTo>
                  <a:pt x="39423" y="38077"/>
                </a:lnTo>
                <a:lnTo>
                  <a:pt x="39423" y="40769"/>
                </a:lnTo>
                <a:lnTo>
                  <a:pt x="39615" y="40962"/>
                </a:lnTo>
                <a:lnTo>
                  <a:pt x="39808" y="41154"/>
                </a:lnTo>
                <a:lnTo>
                  <a:pt x="40192" y="43077"/>
                </a:lnTo>
                <a:lnTo>
                  <a:pt x="40577" y="43846"/>
                </a:lnTo>
                <a:lnTo>
                  <a:pt x="40577" y="44231"/>
                </a:lnTo>
                <a:lnTo>
                  <a:pt x="40577" y="44615"/>
                </a:lnTo>
                <a:lnTo>
                  <a:pt x="41346" y="46154"/>
                </a:lnTo>
                <a:lnTo>
                  <a:pt x="42115" y="46923"/>
                </a:lnTo>
                <a:lnTo>
                  <a:pt x="42115" y="47308"/>
                </a:lnTo>
                <a:lnTo>
                  <a:pt x="43462" y="48654"/>
                </a:lnTo>
                <a:lnTo>
                  <a:pt x="43846" y="48654"/>
                </a:lnTo>
                <a:lnTo>
                  <a:pt x="46154" y="50577"/>
                </a:lnTo>
                <a:lnTo>
                  <a:pt x="46538" y="50577"/>
                </a:lnTo>
                <a:lnTo>
                  <a:pt x="46923" y="50577"/>
                </a:lnTo>
                <a:lnTo>
                  <a:pt x="48462" y="51346"/>
                </a:lnTo>
                <a:lnTo>
                  <a:pt x="51154" y="51346"/>
                </a:lnTo>
                <a:lnTo>
                  <a:pt x="51346" y="51154"/>
                </a:lnTo>
                <a:lnTo>
                  <a:pt x="51538" y="50962"/>
                </a:lnTo>
                <a:lnTo>
                  <a:pt x="52692" y="50962"/>
                </a:lnTo>
                <a:lnTo>
                  <a:pt x="54231" y="50192"/>
                </a:lnTo>
                <a:lnTo>
                  <a:pt x="55769" y="48654"/>
                </a:lnTo>
                <a:lnTo>
                  <a:pt x="56154" y="48654"/>
                </a:lnTo>
                <a:lnTo>
                  <a:pt x="58269" y="46154"/>
                </a:lnTo>
                <a:lnTo>
                  <a:pt x="59038" y="44615"/>
                </a:lnTo>
                <a:lnTo>
                  <a:pt x="59038" y="44231"/>
                </a:lnTo>
                <a:lnTo>
                  <a:pt x="59038" y="43846"/>
                </a:lnTo>
                <a:lnTo>
                  <a:pt x="59808" y="42308"/>
                </a:lnTo>
                <a:lnTo>
                  <a:pt x="59808" y="40769"/>
                </a:lnTo>
                <a:lnTo>
                  <a:pt x="60000" y="40577"/>
                </a:lnTo>
                <a:lnTo>
                  <a:pt x="60192" y="40385"/>
                </a:lnTo>
                <a:lnTo>
                  <a:pt x="60192" y="38462"/>
                </a:lnTo>
                <a:lnTo>
                  <a:pt x="60385" y="38269"/>
                </a:lnTo>
                <a:lnTo>
                  <a:pt x="60577" y="38077"/>
                </a:lnTo>
                <a:lnTo>
                  <a:pt x="60577" y="37692"/>
                </a:lnTo>
                <a:lnTo>
                  <a:pt x="60577" y="37308"/>
                </a:lnTo>
                <a:lnTo>
                  <a:pt x="60000" y="36731"/>
                </a:lnTo>
                <a:close/>
                <a:moveTo>
                  <a:pt x="55769" y="50192"/>
                </a:moveTo>
                <a:lnTo>
                  <a:pt x="54231" y="51346"/>
                </a:lnTo>
                <a:lnTo>
                  <a:pt x="52692" y="52115"/>
                </a:lnTo>
                <a:lnTo>
                  <a:pt x="51538" y="52115"/>
                </a:lnTo>
                <a:lnTo>
                  <a:pt x="51346" y="52308"/>
                </a:lnTo>
                <a:lnTo>
                  <a:pt x="51154" y="52500"/>
                </a:lnTo>
                <a:lnTo>
                  <a:pt x="48077" y="52500"/>
                </a:lnTo>
                <a:lnTo>
                  <a:pt x="47885" y="52308"/>
                </a:lnTo>
                <a:lnTo>
                  <a:pt x="47692" y="52115"/>
                </a:lnTo>
                <a:lnTo>
                  <a:pt x="47308" y="52115"/>
                </a:lnTo>
                <a:lnTo>
                  <a:pt x="46923" y="52115"/>
                </a:lnTo>
                <a:lnTo>
                  <a:pt x="43846" y="50577"/>
                </a:lnTo>
                <a:lnTo>
                  <a:pt x="43654" y="50769"/>
                </a:lnTo>
                <a:lnTo>
                  <a:pt x="43654" y="53462"/>
                </a:lnTo>
                <a:lnTo>
                  <a:pt x="45962" y="55385"/>
                </a:lnTo>
                <a:lnTo>
                  <a:pt x="49231" y="58654"/>
                </a:lnTo>
                <a:lnTo>
                  <a:pt x="50000" y="59038"/>
                </a:lnTo>
                <a:lnTo>
                  <a:pt x="51538" y="57500"/>
                </a:lnTo>
                <a:lnTo>
                  <a:pt x="51923" y="57500"/>
                </a:lnTo>
                <a:lnTo>
                  <a:pt x="55769" y="53654"/>
                </a:lnTo>
                <a:lnTo>
                  <a:pt x="56154" y="53654"/>
                </a:lnTo>
                <a:lnTo>
                  <a:pt x="56346" y="53462"/>
                </a:lnTo>
                <a:lnTo>
                  <a:pt x="56346" y="50769"/>
                </a:lnTo>
                <a:lnTo>
                  <a:pt x="55769" y="50192"/>
                </a:lnTo>
                <a:close/>
                <a:moveTo>
                  <a:pt x="41923" y="53654"/>
                </a:moveTo>
                <a:lnTo>
                  <a:pt x="41731" y="53846"/>
                </a:lnTo>
                <a:lnTo>
                  <a:pt x="41731" y="54231"/>
                </a:lnTo>
                <a:lnTo>
                  <a:pt x="39808" y="56538"/>
                </a:lnTo>
                <a:lnTo>
                  <a:pt x="39808" y="56923"/>
                </a:lnTo>
                <a:lnTo>
                  <a:pt x="40962" y="58462"/>
                </a:lnTo>
                <a:lnTo>
                  <a:pt x="41346" y="59615"/>
                </a:lnTo>
                <a:lnTo>
                  <a:pt x="42115" y="60385"/>
                </a:lnTo>
                <a:lnTo>
                  <a:pt x="43269" y="63077"/>
                </a:lnTo>
                <a:lnTo>
                  <a:pt x="43846" y="63654"/>
                </a:lnTo>
                <a:lnTo>
                  <a:pt x="44615" y="62885"/>
                </a:lnTo>
                <a:lnTo>
                  <a:pt x="45000" y="62885"/>
                </a:lnTo>
                <a:lnTo>
                  <a:pt x="45192" y="62692"/>
                </a:lnTo>
                <a:lnTo>
                  <a:pt x="48269" y="60000"/>
                </a:lnTo>
                <a:lnTo>
                  <a:pt x="48269" y="59615"/>
                </a:lnTo>
                <a:lnTo>
                  <a:pt x="48269" y="59231"/>
                </a:lnTo>
                <a:lnTo>
                  <a:pt x="46923" y="57885"/>
                </a:lnTo>
                <a:lnTo>
                  <a:pt x="46538" y="57885"/>
                </a:lnTo>
                <a:lnTo>
                  <a:pt x="42308" y="53654"/>
                </a:lnTo>
                <a:lnTo>
                  <a:pt x="41923" y="53654"/>
                </a:lnTo>
                <a:close/>
                <a:moveTo>
                  <a:pt x="57692" y="53654"/>
                </a:moveTo>
                <a:lnTo>
                  <a:pt x="54615" y="56731"/>
                </a:lnTo>
                <a:lnTo>
                  <a:pt x="54231" y="56731"/>
                </a:lnTo>
                <a:lnTo>
                  <a:pt x="51923" y="59038"/>
                </a:lnTo>
                <a:lnTo>
                  <a:pt x="51538" y="59038"/>
                </a:lnTo>
                <a:lnTo>
                  <a:pt x="51346" y="59231"/>
                </a:lnTo>
                <a:lnTo>
                  <a:pt x="51346" y="59615"/>
                </a:lnTo>
                <a:lnTo>
                  <a:pt x="51346" y="60000"/>
                </a:lnTo>
                <a:lnTo>
                  <a:pt x="51538" y="60192"/>
                </a:lnTo>
                <a:lnTo>
                  <a:pt x="51923" y="60192"/>
                </a:lnTo>
                <a:lnTo>
                  <a:pt x="53077" y="61346"/>
                </a:lnTo>
                <a:lnTo>
                  <a:pt x="53462" y="61346"/>
                </a:lnTo>
                <a:lnTo>
                  <a:pt x="54615" y="62500"/>
                </a:lnTo>
                <a:lnTo>
                  <a:pt x="56154" y="63654"/>
                </a:lnTo>
                <a:lnTo>
                  <a:pt x="56731" y="63077"/>
                </a:lnTo>
                <a:lnTo>
                  <a:pt x="57500" y="61154"/>
                </a:lnTo>
                <a:lnTo>
                  <a:pt x="58269" y="60385"/>
                </a:lnTo>
                <a:lnTo>
                  <a:pt x="59423" y="58077"/>
                </a:lnTo>
                <a:lnTo>
                  <a:pt x="59808" y="56154"/>
                </a:lnTo>
                <a:lnTo>
                  <a:pt x="57692" y="536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06640" y="3621024"/>
            <a:ext cx="1901952" cy="19019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VECTOR_family_3"/>
          <p:cNvSpPr/>
          <p:nvPr/>
        </p:nvSpPr>
        <p:spPr>
          <a:xfrm>
            <a:off x="7406640" y="3621024"/>
            <a:ext cx="1901952" cy="19019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64423" y="20385"/>
                </a:moveTo>
                <a:lnTo>
                  <a:pt x="64615" y="20192"/>
                </a:lnTo>
                <a:lnTo>
                  <a:pt x="68462" y="20192"/>
                </a:lnTo>
                <a:lnTo>
                  <a:pt x="68654" y="20385"/>
                </a:lnTo>
                <a:lnTo>
                  <a:pt x="68846" y="20577"/>
                </a:lnTo>
                <a:lnTo>
                  <a:pt x="69231" y="20577"/>
                </a:lnTo>
                <a:lnTo>
                  <a:pt x="69615" y="20577"/>
                </a:lnTo>
                <a:lnTo>
                  <a:pt x="69808" y="20769"/>
                </a:lnTo>
                <a:lnTo>
                  <a:pt x="70000" y="20962"/>
                </a:lnTo>
                <a:lnTo>
                  <a:pt x="70385" y="20962"/>
                </a:lnTo>
                <a:lnTo>
                  <a:pt x="70769" y="20962"/>
                </a:lnTo>
                <a:lnTo>
                  <a:pt x="71538" y="21346"/>
                </a:lnTo>
                <a:lnTo>
                  <a:pt x="73269" y="22692"/>
                </a:lnTo>
                <a:lnTo>
                  <a:pt x="73269" y="23077"/>
                </a:lnTo>
                <a:lnTo>
                  <a:pt x="74038" y="23846"/>
                </a:lnTo>
                <a:lnTo>
                  <a:pt x="75192" y="26154"/>
                </a:lnTo>
                <a:lnTo>
                  <a:pt x="75192" y="27692"/>
                </a:lnTo>
                <a:lnTo>
                  <a:pt x="75385" y="27885"/>
                </a:lnTo>
                <a:lnTo>
                  <a:pt x="75577" y="28077"/>
                </a:lnTo>
                <a:lnTo>
                  <a:pt x="75192" y="31538"/>
                </a:lnTo>
                <a:lnTo>
                  <a:pt x="76346" y="33077"/>
                </a:lnTo>
                <a:lnTo>
                  <a:pt x="76346" y="34231"/>
                </a:lnTo>
                <a:lnTo>
                  <a:pt x="76154" y="34423"/>
                </a:lnTo>
                <a:lnTo>
                  <a:pt x="75962" y="34615"/>
                </a:lnTo>
                <a:lnTo>
                  <a:pt x="75962" y="35000"/>
                </a:lnTo>
                <a:lnTo>
                  <a:pt x="75962" y="35385"/>
                </a:lnTo>
                <a:lnTo>
                  <a:pt x="73654" y="37308"/>
                </a:lnTo>
                <a:lnTo>
                  <a:pt x="72885" y="39231"/>
                </a:lnTo>
                <a:lnTo>
                  <a:pt x="70962" y="41154"/>
                </a:lnTo>
                <a:lnTo>
                  <a:pt x="70962" y="42692"/>
                </a:lnTo>
                <a:lnTo>
                  <a:pt x="71346" y="43462"/>
                </a:lnTo>
                <a:lnTo>
                  <a:pt x="72308" y="44038"/>
                </a:lnTo>
                <a:lnTo>
                  <a:pt x="72692" y="44038"/>
                </a:lnTo>
                <a:lnTo>
                  <a:pt x="73077" y="44038"/>
                </a:lnTo>
                <a:lnTo>
                  <a:pt x="73269" y="44231"/>
                </a:lnTo>
                <a:lnTo>
                  <a:pt x="73462" y="44423"/>
                </a:lnTo>
                <a:lnTo>
                  <a:pt x="75385" y="44808"/>
                </a:lnTo>
                <a:lnTo>
                  <a:pt x="80000" y="47115"/>
                </a:lnTo>
                <a:lnTo>
                  <a:pt x="82115" y="49231"/>
                </a:lnTo>
                <a:lnTo>
                  <a:pt x="82115" y="49615"/>
                </a:lnTo>
                <a:lnTo>
                  <a:pt x="83269" y="51154"/>
                </a:lnTo>
                <a:lnTo>
                  <a:pt x="83269" y="51538"/>
                </a:lnTo>
                <a:lnTo>
                  <a:pt x="83269" y="51923"/>
                </a:lnTo>
                <a:lnTo>
                  <a:pt x="83462" y="52115"/>
                </a:lnTo>
                <a:lnTo>
                  <a:pt x="83654" y="52308"/>
                </a:lnTo>
                <a:lnTo>
                  <a:pt x="83654" y="53462"/>
                </a:lnTo>
                <a:lnTo>
                  <a:pt x="83846" y="53654"/>
                </a:lnTo>
                <a:lnTo>
                  <a:pt x="84038" y="53846"/>
                </a:lnTo>
                <a:lnTo>
                  <a:pt x="84038" y="70000"/>
                </a:lnTo>
                <a:lnTo>
                  <a:pt x="84231" y="70192"/>
                </a:lnTo>
                <a:lnTo>
                  <a:pt x="84423" y="70385"/>
                </a:lnTo>
                <a:lnTo>
                  <a:pt x="83846" y="70962"/>
                </a:lnTo>
                <a:lnTo>
                  <a:pt x="83462" y="70962"/>
                </a:lnTo>
                <a:lnTo>
                  <a:pt x="82885" y="70385"/>
                </a:lnTo>
                <a:lnTo>
                  <a:pt x="82885" y="54231"/>
                </a:lnTo>
                <a:lnTo>
                  <a:pt x="82692" y="54038"/>
                </a:lnTo>
                <a:lnTo>
                  <a:pt x="82500" y="53846"/>
                </a:lnTo>
                <a:lnTo>
                  <a:pt x="82500" y="52692"/>
                </a:lnTo>
                <a:lnTo>
                  <a:pt x="82308" y="52500"/>
                </a:lnTo>
                <a:lnTo>
                  <a:pt x="82115" y="52308"/>
                </a:lnTo>
                <a:lnTo>
                  <a:pt x="82115" y="51923"/>
                </a:lnTo>
                <a:lnTo>
                  <a:pt x="82115" y="51538"/>
                </a:lnTo>
                <a:lnTo>
                  <a:pt x="81346" y="50000"/>
                </a:lnTo>
                <a:lnTo>
                  <a:pt x="78846" y="47500"/>
                </a:lnTo>
                <a:lnTo>
                  <a:pt x="76538" y="46346"/>
                </a:lnTo>
                <a:lnTo>
                  <a:pt x="76154" y="46346"/>
                </a:lnTo>
                <a:lnTo>
                  <a:pt x="75769" y="46346"/>
                </a:lnTo>
                <a:lnTo>
                  <a:pt x="74615" y="45577"/>
                </a:lnTo>
                <a:lnTo>
                  <a:pt x="73462" y="45577"/>
                </a:lnTo>
                <a:lnTo>
                  <a:pt x="73269" y="45385"/>
                </a:lnTo>
                <a:lnTo>
                  <a:pt x="73077" y="45192"/>
                </a:lnTo>
                <a:lnTo>
                  <a:pt x="72692" y="45192"/>
                </a:lnTo>
                <a:lnTo>
                  <a:pt x="70385" y="47885"/>
                </a:lnTo>
                <a:lnTo>
                  <a:pt x="68846" y="48654"/>
                </a:lnTo>
                <a:lnTo>
                  <a:pt x="68462" y="48654"/>
                </a:lnTo>
                <a:lnTo>
                  <a:pt x="68077" y="48654"/>
                </a:lnTo>
                <a:lnTo>
                  <a:pt x="67885" y="48846"/>
                </a:lnTo>
                <a:lnTo>
                  <a:pt x="67692" y="49038"/>
                </a:lnTo>
                <a:lnTo>
                  <a:pt x="65385" y="49038"/>
                </a:lnTo>
                <a:lnTo>
                  <a:pt x="65192" y="48846"/>
                </a:lnTo>
                <a:lnTo>
                  <a:pt x="65000" y="48654"/>
                </a:lnTo>
                <a:lnTo>
                  <a:pt x="64615" y="48654"/>
                </a:lnTo>
                <a:lnTo>
                  <a:pt x="64231" y="48654"/>
                </a:lnTo>
                <a:lnTo>
                  <a:pt x="63462" y="48269"/>
                </a:lnTo>
                <a:lnTo>
                  <a:pt x="61346" y="46538"/>
                </a:lnTo>
                <a:lnTo>
                  <a:pt x="60769" y="45192"/>
                </a:lnTo>
                <a:lnTo>
                  <a:pt x="58462" y="45192"/>
                </a:lnTo>
                <a:lnTo>
                  <a:pt x="58269" y="45385"/>
                </a:lnTo>
                <a:lnTo>
                  <a:pt x="58269" y="47692"/>
                </a:lnTo>
                <a:lnTo>
                  <a:pt x="58462" y="47885"/>
                </a:lnTo>
                <a:lnTo>
                  <a:pt x="58654" y="48077"/>
                </a:lnTo>
                <a:lnTo>
                  <a:pt x="58654" y="49231"/>
                </a:lnTo>
                <a:lnTo>
                  <a:pt x="58846" y="49423"/>
                </a:lnTo>
                <a:lnTo>
                  <a:pt x="59038" y="49615"/>
                </a:lnTo>
                <a:lnTo>
                  <a:pt x="59038" y="51923"/>
                </a:lnTo>
                <a:lnTo>
                  <a:pt x="60192" y="53462"/>
                </a:lnTo>
                <a:lnTo>
                  <a:pt x="60192" y="56923"/>
                </a:lnTo>
                <a:lnTo>
                  <a:pt x="59423" y="58462"/>
                </a:lnTo>
                <a:lnTo>
                  <a:pt x="58654" y="59231"/>
                </a:lnTo>
                <a:lnTo>
                  <a:pt x="60192" y="60769"/>
                </a:lnTo>
                <a:lnTo>
                  <a:pt x="60962" y="62308"/>
                </a:lnTo>
                <a:lnTo>
                  <a:pt x="61346" y="64231"/>
                </a:lnTo>
                <a:lnTo>
                  <a:pt x="61538" y="64423"/>
                </a:lnTo>
                <a:lnTo>
                  <a:pt x="61731" y="64615"/>
                </a:lnTo>
                <a:lnTo>
                  <a:pt x="61731" y="66538"/>
                </a:lnTo>
                <a:lnTo>
                  <a:pt x="61923" y="66731"/>
                </a:lnTo>
                <a:lnTo>
                  <a:pt x="62115" y="66923"/>
                </a:lnTo>
                <a:lnTo>
                  <a:pt x="62115" y="69615"/>
                </a:lnTo>
                <a:lnTo>
                  <a:pt x="62308" y="69808"/>
                </a:lnTo>
                <a:lnTo>
                  <a:pt x="62500" y="70000"/>
                </a:lnTo>
                <a:lnTo>
                  <a:pt x="62308" y="70962"/>
                </a:lnTo>
                <a:lnTo>
                  <a:pt x="61538" y="71346"/>
                </a:lnTo>
                <a:lnTo>
                  <a:pt x="61346" y="71154"/>
                </a:lnTo>
                <a:lnTo>
                  <a:pt x="61346" y="70000"/>
                </a:lnTo>
                <a:lnTo>
                  <a:pt x="61154" y="69808"/>
                </a:lnTo>
                <a:lnTo>
                  <a:pt x="60962" y="69615"/>
                </a:lnTo>
                <a:lnTo>
                  <a:pt x="60962" y="66154"/>
                </a:lnTo>
                <a:lnTo>
                  <a:pt x="60769" y="65962"/>
                </a:lnTo>
                <a:lnTo>
                  <a:pt x="60577" y="65769"/>
                </a:lnTo>
                <a:lnTo>
                  <a:pt x="60577" y="64231"/>
                </a:lnTo>
                <a:lnTo>
                  <a:pt x="60385" y="64038"/>
                </a:lnTo>
                <a:lnTo>
                  <a:pt x="60192" y="63846"/>
                </a:lnTo>
                <a:lnTo>
                  <a:pt x="60192" y="63462"/>
                </a:lnTo>
                <a:lnTo>
                  <a:pt x="60192" y="63077"/>
                </a:lnTo>
                <a:lnTo>
                  <a:pt x="59423" y="61538"/>
                </a:lnTo>
                <a:lnTo>
                  <a:pt x="57308" y="59423"/>
                </a:lnTo>
                <a:lnTo>
                  <a:pt x="56923" y="59423"/>
                </a:lnTo>
                <a:lnTo>
                  <a:pt x="56538" y="59423"/>
                </a:lnTo>
                <a:lnTo>
                  <a:pt x="55385" y="58654"/>
                </a:lnTo>
                <a:lnTo>
                  <a:pt x="54231" y="58654"/>
                </a:lnTo>
                <a:lnTo>
                  <a:pt x="54038" y="58462"/>
                </a:lnTo>
                <a:lnTo>
                  <a:pt x="53846" y="58269"/>
                </a:lnTo>
                <a:lnTo>
                  <a:pt x="53462" y="58269"/>
                </a:lnTo>
                <a:lnTo>
                  <a:pt x="53077" y="58269"/>
                </a:lnTo>
                <a:lnTo>
                  <a:pt x="52885" y="57308"/>
                </a:lnTo>
                <a:lnTo>
                  <a:pt x="52308" y="56731"/>
                </a:lnTo>
                <a:lnTo>
                  <a:pt x="51538" y="57115"/>
                </a:lnTo>
                <a:lnTo>
                  <a:pt x="50000" y="57115"/>
                </a:lnTo>
                <a:lnTo>
                  <a:pt x="49808" y="57308"/>
                </a:lnTo>
                <a:lnTo>
                  <a:pt x="49615" y="57500"/>
                </a:lnTo>
                <a:lnTo>
                  <a:pt x="49423" y="57308"/>
                </a:lnTo>
                <a:lnTo>
                  <a:pt x="49231" y="57115"/>
                </a:lnTo>
                <a:lnTo>
                  <a:pt x="48846" y="57115"/>
                </a:lnTo>
                <a:lnTo>
                  <a:pt x="48462" y="57115"/>
                </a:lnTo>
                <a:lnTo>
                  <a:pt x="47692" y="56731"/>
                </a:lnTo>
                <a:lnTo>
                  <a:pt x="46538" y="58269"/>
                </a:lnTo>
                <a:lnTo>
                  <a:pt x="46154" y="58269"/>
                </a:lnTo>
                <a:lnTo>
                  <a:pt x="45769" y="58269"/>
                </a:lnTo>
                <a:lnTo>
                  <a:pt x="45577" y="58462"/>
                </a:lnTo>
                <a:lnTo>
                  <a:pt x="45385" y="58654"/>
                </a:lnTo>
                <a:lnTo>
                  <a:pt x="45000" y="58654"/>
                </a:lnTo>
                <a:lnTo>
                  <a:pt x="44615" y="58654"/>
                </a:lnTo>
                <a:lnTo>
                  <a:pt x="43077" y="59423"/>
                </a:lnTo>
                <a:lnTo>
                  <a:pt x="40577" y="61923"/>
                </a:lnTo>
                <a:lnTo>
                  <a:pt x="40192" y="62692"/>
                </a:lnTo>
                <a:lnTo>
                  <a:pt x="40192" y="63077"/>
                </a:lnTo>
                <a:lnTo>
                  <a:pt x="40192" y="63462"/>
                </a:lnTo>
                <a:lnTo>
                  <a:pt x="40000" y="63654"/>
                </a:lnTo>
                <a:lnTo>
                  <a:pt x="39808" y="63846"/>
                </a:lnTo>
                <a:lnTo>
                  <a:pt x="39808" y="65000"/>
                </a:lnTo>
                <a:lnTo>
                  <a:pt x="39615" y="65192"/>
                </a:lnTo>
                <a:lnTo>
                  <a:pt x="39423" y="65385"/>
                </a:lnTo>
                <a:lnTo>
                  <a:pt x="39423" y="68077"/>
                </a:lnTo>
                <a:lnTo>
                  <a:pt x="39231" y="68269"/>
                </a:lnTo>
                <a:lnTo>
                  <a:pt x="39038" y="68462"/>
                </a:lnTo>
                <a:lnTo>
                  <a:pt x="39038" y="70769"/>
                </a:lnTo>
                <a:lnTo>
                  <a:pt x="38846" y="70962"/>
                </a:lnTo>
                <a:lnTo>
                  <a:pt x="37885" y="70769"/>
                </a:lnTo>
                <a:lnTo>
                  <a:pt x="37885" y="70385"/>
                </a:lnTo>
                <a:lnTo>
                  <a:pt x="37885" y="70000"/>
                </a:lnTo>
                <a:lnTo>
                  <a:pt x="38077" y="69808"/>
                </a:lnTo>
                <a:lnTo>
                  <a:pt x="38269" y="69615"/>
                </a:lnTo>
                <a:lnTo>
                  <a:pt x="38269" y="66154"/>
                </a:lnTo>
                <a:lnTo>
                  <a:pt x="38654" y="65385"/>
                </a:lnTo>
                <a:lnTo>
                  <a:pt x="38654" y="63846"/>
                </a:lnTo>
                <a:lnTo>
                  <a:pt x="38846" y="63654"/>
                </a:lnTo>
                <a:lnTo>
                  <a:pt x="39038" y="63462"/>
                </a:lnTo>
                <a:lnTo>
                  <a:pt x="39038" y="62308"/>
                </a:lnTo>
                <a:lnTo>
                  <a:pt x="39423" y="61538"/>
                </a:lnTo>
                <a:lnTo>
                  <a:pt x="41731" y="59231"/>
                </a:lnTo>
                <a:lnTo>
                  <a:pt x="40577" y="58077"/>
                </a:lnTo>
                <a:lnTo>
                  <a:pt x="40192" y="57308"/>
                </a:lnTo>
                <a:lnTo>
                  <a:pt x="40192" y="56923"/>
                </a:lnTo>
                <a:lnTo>
                  <a:pt x="40192" y="56538"/>
                </a:lnTo>
                <a:lnTo>
                  <a:pt x="40000" y="56346"/>
                </a:lnTo>
                <a:lnTo>
                  <a:pt x="39808" y="56154"/>
                </a:lnTo>
                <a:lnTo>
                  <a:pt x="39808" y="54231"/>
                </a:lnTo>
                <a:lnTo>
                  <a:pt x="40000" y="54038"/>
                </a:lnTo>
                <a:lnTo>
                  <a:pt x="40192" y="53846"/>
                </a:lnTo>
                <a:lnTo>
                  <a:pt x="40192" y="53462"/>
                </a:lnTo>
                <a:lnTo>
                  <a:pt x="40192" y="53077"/>
                </a:lnTo>
                <a:lnTo>
                  <a:pt x="40962" y="51538"/>
                </a:lnTo>
                <a:lnTo>
                  <a:pt x="40769" y="51346"/>
                </a:lnTo>
                <a:lnTo>
                  <a:pt x="40385" y="51346"/>
                </a:lnTo>
                <a:lnTo>
                  <a:pt x="39231" y="52500"/>
                </a:lnTo>
                <a:lnTo>
                  <a:pt x="37692" y="53269"/>
                </a:lnTo>
                <a:lnTo>
                  <a:pt x="35769" y="53269"/>
                </a:lnTo>
                <a:lnTo>
                  <a:pt x="35577" y="53077"/>
                </a:lnTo>
                <a:lnTo>
                  <a:pt x="35385" y="52885"/>
                </a:lnTo>
                <a:lnTo>
                  <a:pt x="35000" y="52885"/>
                </a:lnTo>
                <a:lnTo>
                  <a:pt x="34615" y="52885"/>
                </a:lnTo>
                <a:lnTo>
                  <a:pt x="33077" y="52115"/>
                </a:lnTo>
                <a:lnTo>
                  <a:pt x="31346" y="50000"/>
                </a:lnTo>
                <a:lnTo>
                  <a:pt x="30962" y="49231"/>
                </a:lnTo>
                <a:lnTo>
                  <a:pt x="30962" y="48846"/>
                </a:lnTo>
                <a:lnTo>
                  <a:pt x="30962" y="48462"/>
                </a:lnTo>
                <a:lnTo>
                  <a:pt x="30769" y="48269"/>
                </a:lnTo>
                <a:lnTo>
                  <a:pt x="30577" y="48077"/>
                </a:lnTo>
                <a:lnTo>
                  <a:pt x="30577" y="46923"/>
                </a:lnTo>
                <a:lnTo>
                  <a:pt x="30385" y="46731"/>
                </a:lnTo>
                <a:lnTo>
                  <a:pt x="30192" y="46538"/>
                </a:lnTo>
                <a:lnTo>
                  <a:pt x="30192" y="46154"/>
                </a:lnTo>
                <a:lnTo>
                  <a:pt x="30192" y="45769"/>
                </a:lnTo>
                <a:lnTo>
                  <a:pt x="30000" y="45577"/>
                </a:lnTo>
                <a:lnTo>
                  <a:pt x="29615" y="45577"/>
                </a:lnTo>
                <a:lnTo>
                  <a:pt x="29423" y="45769"/>
                </a:lnTo>
                <a:lnTo>
                  <a:pt x="29231" y="45962"/>
                </a:lnTo>
                <a:lnTo>
                  <a:pt x="28846" y="45962"/>
                </a:lnTo>
                <a:lnTo>
                  <a:pt x="28462" y="45962"/>
                </a:lnTo>
                <a:lnTo>
                  <a:pt x="28269" y="46154"/>
                </a:lnTo>
                <a:lnTo>
                  <a:pt x="28077" y="46346"/>
                </a:lnTo>
                <a:lnTo>
                  <a:pt x="26154" y="46731"/>
                </a:lnTo>
                <a:lnTo>
                  <a:pt x="23846" y="47885"/>
                </a:lnTo>
                <a:lnTo>
                  <a:pt x="22115" y="49615"/>
                </a:lnTo>
                <a:lnTo>
                  <a:pt x="22115" y="50000"/>
                </a:lnTo>
                <a:lnTo>
                  <a:pt x="20962" y="51538"/>
                </a:lnTo>
                <a:lnTo>
                  <a:pt x="20962" y="51923"/>
                </a:lnTo>
                <a:lnTo>
                  <a:pt x="20962" y="52308"/>
                </a:lnTo>
                <a:lnTo>
                  <a:pt x="20769" y="52500"/>
                </a:lnTo>
                <a:lnTo>
                  <a:pt x="20577" y="52692"/>
                </a:lnTo>
                <a:lnTo>
                  <a:pt x="20577" y="54231"/>
                </a:lnTo>
                <a:lnTo>
                  <a:pt x="20385" y="54423"/>
                </a:lnTo>
                <a:lnTo>
                  <a:pt x="20192" y="54615"/>
                </a:lnTo>
                <a:lnTo>
                  <a:pt x="20192" y="70769"/>
                </a:lnTo>
                <a:lnTo>
                  <a:pt x="20000" y="70962"/>
                </a:lnTo>
                <a:lnTo>
                  <a:pt x="19038" y="70769"/>
                </a:lnTo>
                <a:lnTo>
                  <a:pt x="19038" y="53846"/>
                </a:lnTo>
                <a:lnTo>
                  <a:pt x="19231" y="53654"/>
                </a:lnTo>
                <a:lnTo>
                  <a:pt x="19423" y="53462"/>
                </a:lnTo>
                <a:lnTo>
                  <a:pt x="19423" y="52308"/>
                </a:lnTo>
                <a:lnTo>
                  <a:pt x="19615" y="52115"/>
                </a:lnTo>
                <a:lnTo>
                  <a:pt x="19808" y="51923"/>
                </a:lnTo>
                <a:lnTo>
                  <a:pt x="19808" y="51538"/>
                </a:lnTo>
                <a:lnTo>
                  <a:pt x="19808" y="51154"/>
                </a:lnTo>
                <a:lnTo>
                  <a:pt x="20577" y="49615"/>
                </a:lnTo>
                <a:lnTo>
                  <a:pt x="22692" y="47500"/>
                </a:lnTo>
                <a:lnTo>
                  <a:pt x="23846" y="47115"/>
                </a:lnTo>
                <a:lnTo>
                  <a:pt x="24615" y="46346"/>
                </a:lnTo>
                <a:lnTo>
                  <a:pt x="25577" y="46154"/>
                </a:lnTo>
                <a:lnTo>
                  <a:pt x="25577" y="45769"/>
                </a:lnTo>
                <a:lnTo>
                  <a:pt x="25577" y="45385"/>
                </a:lnTo>
                <a:lnTo>
                  <a:pt x="24808" y="43846"/>
                </a:lnTo>
                <a:lnTo>
                  <a:pt x="24808" y="40000"/>
                </a:lnTo>
                <a:lnTo>
                  <a:pt x="25577" y="38846"/>
                </a:lnTo>
                <a:lnTo>
                  <a:pt x="25577" y="38462"/>
                </a:lnTo>
                <a:lnTo>
                  <a:pt x="25577" y="38077"/>
                </a:lnTo>
                <a:lnTo>
                  <a:pt x="25769" y="37885"/>
                </a:lnTo>
                <a:lnTo>
                  <a:pt x="25962" y="37692"/>
                </a:lnTo>
                <a:lnTo>
                  <a:pt x="25962" y="37308"/>
                </a:lnTo>
                <a:lnTo>
                  <a:pt x="25962" y="36923"/>
                </a:lnTo>
                <a:lnTo>
                  <a:pt x="26154" y="36731"/>
                </a:lnTo>
                <a:lnTo>
                  <a:pt x="26346" y="36538"/>
                </a:lnTo>
                <a:lnTo>
                  <a:pt x="26346" y="36154"/>
                </a:lnTo>
                <a:lnTo>
                  <a:pt x="26346" y="35769"/>
                </a:lnTo>
                <a:lnTo>
                  <a:pt x="27115" y="34231"/>
                </a:lnTo>
                <a:lnTo>
                  <a:pt x="27115" y="30000"/>
                </a:lnTo>
                <a:lnTo>
                  <a:pt x="27308" y="29808"/>
                </a:lnTo>
                <a:lnTo>
                  <a:pt x="27500" y="29615"/>
                </a:lnTo>
                <a:lnTo>
                  <a:pt x="27500" y="28462"/>
                </a:lnTo>
                <a:lnTo>
                  <a:pt x="27692" y="28269"/>
                </a:lnTo>
                <a:lnTo>
                  <a:pt x="27885" y="28077"/>
                </a:lnTo>
                <a:lnTo>
                  <a:pt x="27885" y="27692"/>
                </a:lnTo>
                <a:lnTo>
                  <a:pt x="27885" y="27308"/>
                </a:lnTo>
                <a:lnTo>
                  <a:pt x="29038" y="25000"/>
                </a:lnTo>
                <a:lnTo>
                  <a:pt x="30769" y="23269"/>
                </a:lnTo>
                <a:lnTo>
                  <a:pt x="31154" y="23269"/>
                </a:lnTo>
                <a:lnTo>
                  <a:pt x="31923" y="22500"/>
                </a:lnTo>
                <a:lnTo>
                  <a:pt x="32692" y="22115"/>
                </a:lnTo>
                <a:lnTo>
                  <a:pt x="33077" y="22115"/>
                </a:lnTo>
                <a:lnTo>
                  <a:pt x="33462" y="22115"/>
                </a:lnTo>
                <a:lnTo>
                  <a:pt x="33654" y="21923"/>
                </a:lnTo>
                <a:lnTo>
                  <a:pt x="33846" y="21731"/>
                </a:lnTo>
                <a:lnTo>
                  <a:pt x="35385" y="21731"/>
                </a:lnTo>
                <a:lnTo>
                  <a:pt x="35577" y="21538"/>
                </a:lnTo>
                <a:lnTo>
                  <a:pt x="35769" y="21346"/>
                </a:lnTo>
                <a:lnTo>
                  <a:pt x="36538" y="21731"/>
                </a:lnTo>
                <a:lnTo>
                  <a:pt x="38077" y="21731"/>
                </a:lnTo>
                <a:lnTo>
                  <a:pt x="39231" y="22500"/>
                </a:lnTo>
                <a:lnTo>
                  <a:pt x="40769" y="22500"/>
                </a:lnTo>
                <a:lnTo>
                  <a:pt x="41538" y="22885"/>
                </a:lnTo>
                <a:lnTo>
                  <a:pt x="43654" y="24615"/>
                </a:lnTo>
                <a:lnTo>
                  <a:pt x="43654" y="25000"/>
                </a:lnTo>
                <a:lnTo>
                  <a:pt x="44423" y="25769"/>
                </a:lnTo>
                <a:lnTo>
                  <a:pt x="45192" y="27308"/>
                </a:lnTo>
                <a:lnTo>
                  <a:pt x="45192" y="27692"/>
                </a:lnTo>
                <a:lnTo>
                  <a:pt x="45192" y="28077"/>
                </a:lnTo>
                <a:lnTo>
                  <a:pt x="45385" y="28269"/>
                </a:lnTo>
                <a:lnTo>
                  <a:pt x="45577" y="28462"/>
                </a:lnTo>
                <a:lnTo>
                  <a:pt x="45577" y="31538"/>
                </a:lnTo>
                <a:lnTo>
                  <a:pt x="45769" y="31731"/>
                </a:lnTo>
                <a:lnTo>
                  <a:pt x="45962" y="31923"/>
                </a:lnTo>
                <a:lnTo>
                  <a:pt x="45962" y="35000"/>
                </a:lnTo>
                <a:lnTo>
                  <a:pt x="46154" y="35192"/>
                </a:lnTo>
                <a:lnTo>
                  <a:pt x="46346" y="35385"/>
                </a:lnTo>
                <a:lnTo>
                  <a:pt x="46346" y="36538"/>
                </a:lnTo>
                <a:lnTo>
                  <a:pt x="46538" y="36731"/>
                </a:lnTo>
                <a:lnTo>
                  <a:pt x="46731" y="36923"/>
                </a:lnTo>
                <a:lnTo>
                  <a:pt x="46731" y="38077"/>
                </a:lnTo>
                <a:lnTo>
                  <a:pt x="47115" y="38846"/>
                </a:lnTo>
                <a:lnTo>
                  <a:pt x="48077" y="39038"/>
                </a:lnTo>
                <a:lnTo>
                  <a:pt x="48269" y="38846"/>
                </a:lnTo>
                <a:lnTo>
                  <a:pt x="48462" y="38654"/>
                </a:lnTo>
                <a:lnTo>
                  <a:pt x="51538" y="38654"/>
                </a:lnTo>
                <a:lnTo>
                  <a:pt x="51731" y="38846"/>
                </a:lnTo>
                <a:lnTo>
                  <a:pt x="51923" y="39038"/>
                </a:lnTo>
                <a:lnTo>
                  <a:pt x="53846" y="39423"/>
                </a:lnTo>
                <a:lnTo>
                  <a:pt x="55385" y="40577"/>
                </a:lnTo>
                <a:lnTo>
                  <a:pt x="55769" y="40577"/>
                </a:lnTo>
                <a:lnTo>
                  <a:pt x="56731" y="41538"/>
                </a:lnTo>
                <a:lnTo>
                  <a:pt x="56731" y="41923"/>
                </a:lnTo>
                <a:lnTo>
                  <a:pt x="57500" y="42692"/>
                </a:lnTo>
                <a:lnTo>
                  <a:pt x="57500" y="43077"/>
                </a:lnTo>
                <a:lnTo>
                  <a:pt x="57500" y="43462"/>
                </a:lnTo>
                <a:lnTo>
                  <a:pt x="58077" y="44423"/>
                </a:lnTo>
                <a:lnTo>
                  <a:pt x="58846" y="44038"/>
                </a:lnTo>
                <a:lnTo>
                  <a:pt x="59615" y="44423"/>
                </a:lnTo>
                <a:lnTo>
                  <a:pt x="61731" y="43077"/>
                </a:lnTo>
                <a:lnTo>
                  <a:pt x="62115" y="41154"/>
                </a:lnTo>
                <a:lnTo>
                  <a:pt x="60577" y="39615"/>
                </a:lnTo>
                <a:lnTo>
                  <a:pt x="60577" y="39231"/>
                </a:lnTo>
                <a:lnTo>
                  <a:pt x="59808" y="38462"/>
                </a:lnTo>
                <a:lnTo>
                  <a:pt x="59808" y="38077"/>
                </a:lnTo>
                <a:lnTo>
                  <a:pt x="59808" y="37692"/>
                </a:lnTo>
                <a:lnTo>
                  <a:pt x="59231" y="37115"/>
                </a:lnTo>
                <a:lnTo>
                  <a:pt x="58846" y="37115"/>
                </a:lnTo>
                <a:lnTo>
                  <a:pt x="58462" y="37115"/>
                </a:lnTo>
                <a:lnTo>
                  <a:pt x="57500" y="36154"/>
                </a:lnTo>
                <a:lnTo>
                  <a:pt x="56731" y="33462"/>
                </a:lnTo>
                <a:lnTo>
                  <a:pt x="56923" y="33269"/>
                </a:lnTo>
                <a:lnTo>
                  <a:pt x="57115" y="33077"/>
                </a:lnTo>
                <a:lnTo>
                  <a:pt x="57115" y="32692"/>
                </a:lnTo>
                <a:lnTo>
                  <a:pt x="57115" y="32308"/>
                </a:lnTo>
                <a:lnTo>
                  <a:pt x="58654" y="31154"/>
                </a:lnTo>
                <a:lnTo>
                  <a:pt x="58269" y="30385"/>
                </a:lnTo>
                <a:lnTo>
                  <a:pt x="58269" y="28462"/>
                </a:lnTo>
                <a:lnTo>
                  <a:pt x="57885" y="27692"/>
                </a:lnTo>
                <a:lnTo>
                  <a:pt x="58077" y="27500"/>
                </a:lnTo>
                <a:lnTo>
                  <a:pt x="58269" y="27308"/>
                </a:lnTo>
                <a:lnTo>
                  <a:pt x="58269" y="25769"/>
                </a:lnTo>
                <a:lnTo>
                  <a:pt x="59038" y="24231"/>
                </a:lnTo>
                <a:lnTo>
                  <a:pt x="61154" y="21731"/>
                </a:lnTo>
                <a:lnTo>
                  <a:pt x="63462" y="20577"/>
                </a:lnTo>
                <a:lnTo>
                  <a:pt x="64423" y="20385"/>
                </a:lnTo>
                <a:close/>
                <a:moveTo>
                  <a:pt x="66154" y="20962"/>
                </a:moveTo>
                <a:lnTo>
                  <a:pt x="65962" y="21154"/>
                </a:lnTo>
                <a:lnTo>
                  <a:pt x="65769" y="21346"/>
                </a:lnTo>
                <a:lnTo>
                  <a:pt x="64615" y="21346"/>
                </a:lnTo>
                <a:lnTo>
                  <a:pt x="64423" y="21538"/>
                </a:lnTo>
                <a:lnTo>
                  <a:pt x="64231" y="21731"/>
                </a:lnTo>
                <a:lnTo>
                  <a:pt x="63846" y="21731"/>
                </a:lnTo>
                <a:lnTo>
                  <a:pt x="63462" y="21731"/>
                </a:lnTo>
                <a:lnTo>
                  <a:pt x="62692" y="22115"/>
                </a:lnTo>
                <a:lnTo>
                  <a:pt x="60192" y="24231"/>
                </a:lnTo>
                <a:lnTo>
                  <a:pt x="59423" y="25769"/>
                </a:lnTo>
                <a:lnTo>
                  <a:pt x="59423" y="26923"/>
                </a:lnTo>
                <a:lnTo>
                  <a:pt x="59231" y="27115"/>
                </a:lnTo>
                <a:lnTo>
                  <a:pt x="59038" y="27308"/>
                </a:lnTo>
                <a:lnTo>
                  <a:pt x="59038" y="28846"/>
                </a:lnTo>
                <a:lnTo>
                  <a:pt x="59231" y="29038"/>
                </a:lnTo>
                <a:lnTo>
                  <a:pt x="59423" y="29231"/>
                </a:lnTo>
                <a:lnTo>
                  <a:pt x="59423" y="29615"/>
                </a:lnTo>
                <a:lnTo>
                  <a:pt x="59423" y="30000"/>
                </a:lnTo>
                <a:lnTo>
                  <a:pt x="59615" y="30192"/>
                </a:lnTo>
                <a:lnTo>
                  <a:pt x="60000" y="30192"/>
                </a:lnTo>
                <a:lnTo>
                  <a:pt x="60962" y="28077"/>
                </a:lnTo>
                <a:lnTo>
                  <a:pt x="62692" y="26346"/>
                </a:lnTo>
                <a:lnTo>
                  <a:pt x="63077" y="26346"/>
                </a:lnTo>
                <a:lnTo>
                  <a:pt x="64615" y="27500"/>
                </a:lnTo>
                <a:lnTo>
                  <a:pt x="65769" y="27500"/>
                </a:lnTo>
                <a:lnTo>
                  <a:pt x="65962" y="27692"/>
                </a:lnTo>
                <a:lnTo>
                  <a:pt x="66154" y="27885"/>
                </a:lnTo>
                <a:lnTo>
                  <a:pt x="66923" y="27500"/>
                </a:lnTo>
                <a:lnTo>
                  <a:pt x="67308" y="27500"/>
                </a:lnTo>
                <a:lnTo>
                  <a:pt x="67692" y="27500"/>
                </a:lnTo>
                <a:lnTo>
                  <a:pt x="69231" y="26346"/>
                </a:lnTo>
                <a:lnTo>
                  <a:pt x="70000" y="25962"/>
                </a:lnTo>
                <a:lnTo>
                  <a:pt x="70385" y="25962"/>
                </a:lnTo>
                <a:lnTo>
                  <a:pt x="70769" y="25962"/>
                </a:lnTo>
                <a:lnTo>
                  <a:pt x="72500" y="29615"/>
                </a:lnTo>
                <a:lnTo>
                  <a:pt x="73846" y="30962"/>
                </a:lnTo>
                <a:lnTo>
                  <a:pt x="74038" y="30769"/>
                </a:lnTo>
                <a:lnTo>
                  <a:pt x="74038" y="26154"/>
                </a:lnTo>
                <a:lnTo>
                  <a:pt x="73269" y="24615"/>
                </a:lnTo>
                <a:lnTo>
                  <a:pt x="70769" y="22115"/>
                </a:lnTo>
                <a:lnTo>
                  <a:pt x="69231" y="21346"/>
                </a:lnTo>
                <a:lnTo>
                  <a:pt x="68077" y="21346"/>
                </a:lnTo>
                <a:lnTo>
                  <a:pt x="67885" y="21154"/>
                </a:lnTo>
                <a:lnTo>
                  <a:pt x="67692" y="20962"/>
                </a:lnTo>
                <a:lnTo>
                  <a:pt x="66154" y="20962"/>
                </a:lnTo>
                <a:close/>
                <a:moveTo>
                  <a:pt x="34615" y="22500"/>
                </a:moveTo>
                <a:lnTo>
                  <a:pt x="34423" y="22692"/>
                </a:lnTo>
                <a:lnTo>
                  <a:pt x="34231" y="22885"/>
                </a:lnTo>
                <a:lnTo>
                  <a:pt x="33846" y="22885"/>
                </a:lnTo>
                <a:lnTo>
                  <a:pt x="33462" y="22885"/>
                </a:lnTo>
                <a:lnTo>
                  <a:pt x="31923" y="23654"/>
                </a:lnTo>
                <a:lnTo>
                  <a:pt x="30192" y="25385"/>
                </a:lnTo>
                <a:lnTo>
                  <a:pt x="30192" y="25769"/>
                </a:lnTo>
                <a:lnTo>
                  <a:pt x="29423" y="26538"/>
                </a:lnTo>
                <a:lnTo>
                  <a:pt x="29038" y="27308"/>
                </a:lnTo>
                <a:lnTo>
                  <a:pt x="29038" y="27692"/>
                </a:lnTo>
                <a:lnTo>
                  <a:pt x="29038" y="28077"/>
                </a:lnTo>
                <a:lnTo>
                  <a:pt x="28846" y="28269"/>
                </a:lnTo>
                <a:lnTo>
                  <a:pt x="28654" y="28462"/>
                </a:lnTo>
                <a:lnTo>
                  <a:pt x="28654" y="29615"/>
                </a:lnTo>
                <a:lnTo>
                  <a:pt x="28462" y="29808"/>
                </a:lnTo>
                <a:lnTo>
                  <a:pt x="28269" y="30000"/>
                </a:lnTo>
                <a:lnTo>
                  <a:pt x="28269" y="33846"/>
                </a:lnTo>
                <a:lnTo>
                  <a:pt x="28462" y="34038"/>
                </a:lnTo>
                <a:lnTo>
                  <a:pt x="28846" y="34038"/>
                </a:lnTo>
                <a:lnTo>
                  <a:pt x="29231" y="32885"/>
                </a:lnTo>
                <a:lnTo>
                  <a:pt x="30385" y="32885"/>
                </a:lnTo>
                <a:lnTo>
                  <a:pt x="30577" y="32692"/>
                </a:lnTo>
                <a:lnTo>
                  <a:pt x="30769" y="32500"/>
                </a:lnTo>
                <a:lnTo>
                  <a:pt x="31154" y="32500"/>
                </a:lnTo>
                <a:lnTo>
                  <a:pt x="31538" y="32500"/>
                </a:lnTo>
                <a:lnTo>
                  <a:pt x="31731" y="32308"/>
                </a:lnTo>
                <a:lnTo>
                  <a:pt x="31923" y="32115"/>
                </a:lnTo>
                <a:lnTo>
                  <a:pt x="33846" y="31731"/>
                </a:lnTo>
                <a:lnTo>
                  <a:pt x="35385" y="30577"/>
                </a:lnTo>
                <a:lnTo>
                  <a:pt x="35769" y="30577"/>
                </a:lnTo>
                <a:lnTo>
                  <a:pt x="37115" y="29231"/>
                </a:lnTo>
                <a:lnTo>
                  <a:pt x="38077" y="27115"/>
                </a:lnTo>
                <a:lnTo>
                  <a:pt x="38269" y="26923"/>
                </a:lnTo>
                <a:lnTo>
                  <a:pt x="38462" y="26731"/>
                </a:lnTo>
                <a:lnTo>
                  <a:pt x="38846" y="26731"/>
                </a:lnTo>
                <a:lnTo>
                  <a:pt x="39038" y="26923"/>
                </a:lnTo>
                <a:lnTo>
                  <a:pt x="39038" y="28846"/>
                </a:lnTo>
                <a:lnTo>
                  <a:pt x="39423" y="29615"/>
                </a:lnTo>
                <a:lnTo>
                  <a:pt x="41923" y="32115"/>
                </a:lnTo>
                <a:lnTo>
                  <a:pt x="44615" y="33269"/>
                </a:lnTo>
                <a:lnTo>
                  <a:pt x="44808" y="33077"/>
                </a:lnTo>
                <a:lnTo>
                  <a:pt x="44808" y="30000"/>
                </a:lnTo>
                <a:lnTo>
                  <a:pt x="44615" y="29808"/>
                </a:lnTo>
                <a:lnTo>
                  <a:pt x="44423" y="29615"/>
                </a:lnTo>
                <a:lnTo>
                  <a:pt x="44423" y="28462"/>
                </a:lnTo>
                <a:lnTo>
                  <a:pt x="43654" y="27308"/>
                </a:lnTo>
                <a:lnTo>
                  <a:pt x="43654" y="26923"/>
                </a:lnTo>
                <a:lnTo>
                  <a:pt x="43654" y="26538"/>
                </a:lnTo>
                <a:lnTo>
                  <a:pt x="42885" y="25769"/>
                </a:lnTo>
                <a:lnTo>
                  <a:pt x="42885" y="25385"/>
                </a:lnTo>
                <a:lnTo>
                  <a:pt x="41538" y="24038"/>
                </a:lnTo>
                <a:lnTo>
                  <a:pt x="40769" y="23654"/>
                </a:lnTo>
                <a:lnTo>
                  <a:pt x="39231" y="23654"/>
                </a:lnTo>
                <a:lnTo>
                  <a:pt x="37692" y="22500"/>
                </a:lnTo>
                <a:lnTo>
                  <a:pt x="34615" y="22500"/>
                </a:lnTo>
                <a:close/>
                <a:moveTo>
                  <a:pt x="63077" y="27500"/>
                </a:moveTo>
                <a:lnTo>
                  <a:pt x="62115" y="28462"/>
                </a:lnTo>
                <a:lnTo>
                  <a:pt x="62115" y="28846"/>
                </a:lnTo>
                <a:lnTo>
                  <a:pt x="61346" y="29615"/>
                </a:lnTo>
                <a:lnTo>
                  <a:pt x="60577" y="31154"/>
                </a:lnTo>
                <a:lnTo>
                  <a:pt x="59423" y="31923"/>
                </a:lnTo>
                <a:lnTo>
                  <a:pt x="59423" y="33077"/>
                </a:lnTo>
                <a:lnTo>
                  <a:pt x="59615" y="33269"/>
                </a:lnTo>
                <a:lnTo>
                  <a:pt x="59808" y="33462"/>
                </a:lnTo>
                <a:lnTo>
                  <a:pt x="59808" y="35000"/>
                </a:lnTo>
                <a:lnTo>
                  <a:pt x="60000" y="35192"/>
                </a:lnTo>
                <a:lnTo>
                  <a:pt x="60192" y="35385"/>
                </a:lnTo>
                <a:lnTo>
                  <a:pt x="60577" y="37308"/>
                </a:lnTo>
                <a:lnTo>
                  <a:pt x="61346" y="38846"/>
                </a:lnTo>
                <a:lnTo>
                  <a:pt x="63846" y="41346"/>
                </a:lnTo>
                <a:lnTo>
                  <a:pt x="65385" y="42115"/>
                </a:lnTo>
                <a:lnTo>
                  <a:pt x="67308" y="42115"/>
                </a:lnTo>
                <a:lnTo>
                  <a:pt x="69615" y="40962"/>
                </a:lnTo>
                <a:lnTo>
                  <a:pt x="71731" y="38846"/>
                </a:lnTo>
                <a:lnTo>
                  <a:pt x="71731" y="38462"/>
                </a:lnTo>
                <a:lnTo>
                  <a:pt x="72500" y="37692"/>
                </a:lnTo>
                <a:lnTo>
                  <a:pt x="72500" y="37308"/>
                </a:lnTo>
                <a:lnTo>
                  <a:pt x="72500" y="36923"/>
                </a:lnTo>
                <a:lnTo>
                  <a:pt x="73269" y="35385"/>
                </a:lnTo>
                <a:lnTo>
                  <a:pt x="73269" y="34231"/>
                </a:lnTo>
                <a:lnTo>
                  <a:pt x="73462" y="34038"/>
                </a:lnTo>
                <a:lnTo>
                  <a:pt x="73654" y="33846"/>
                </a:lnTo>
                <a:lnTo>
                  <a:pt x="73654" y="31923"/>
                </a:lnTo>
                <a:lnTo>
                  <a:pt x="73462" y="31731"/>
                </a:lnTo>
                <a:lnTo>
                  <a:pt x="73077" y="31731"/>
                </a:lnTo>
                <a:lnTo>
                  <a:pt x="71731" y="30385"/>
                </a:lnTo>
                <a:lnTo>
                  <a:pt x="70385" y="27500"/>
                </a:lnTo>
                <a:lnTo>
                  <a:pt x="70000" y="27500"/>
                </a:lnTo>
                <a:lnTo>
                  <a:pt x="69615" y="27500"/>
                </a:lnTo>
                <a:lnTo>
                  <a:pt x="68462" y="28269"/>
                </a:lnTo>
                <a:lnTo>
                  <a:pt x="64231" y="28269"/>
                </a:lnTo>
                <a:lnTo>
                  <a:pt x="63462" y="27500"/>
                </a:lnTo>
                <a:lnTo>
                  <a:pt x="63077" y="27500"/>
                </a:lnTo>
                <a:close/>
                <a:moveTo>
                  <a:pt x="38077" y="29423"/>
                </a:moveTo>
                <a:lnTo>
                  <a:pt x="35385" y="32115"/>
                </a:lnTo>
                <a:lnTo>
                  <a:pt x="33846" y="32885"/>
                </a:lnTo>
                <a:lnTo>
                  <a:pt x="33462" y="32885"/>
                </a:lnTo>
                <a:lnTo>
                  <a:pt x="33077" y="32885"/>
                </a:lnTo>
                <a:lnTo>
                  <a:pt x="32885" y="33077"/>
                </a:lnTo>
                <a:lnTo>
                  <a:pt x="32692" y="33269"/>
                </a:lnTo>
                <a:lnTo>
                  <a:pt x="30769" y="33654"/>
                </a:lnTo>
                <a:lnTo>
                  <a:pt x="30192" y="34231"/>
                </a:lnTo>
                <a:lnTo>
                  <a:pt x="30577" y="35000"/>
                </a:lnTo>
                <a:lnTo>
                  <a:pt x="30577" y="36538"/>
                </a:lnTo>
                <a:lnTo>
                  <a:pt x="30769" y="36731"/>
                </a:lnTo>
                <a:lnTo>
                  <a:pt x="30962" y="36923"/>
                </a:lnTo>
                <a:lnTo>
                  <a:pt x="30962" y="37308"/>
                </a:lnTo>
                <a:lnTo>
                  <a:pt x="30962" y="37692"/>
                </a:lnTo>
                <a:lnTo>
                  <a:pt x="31731" y="39231"/>
                </a:lnTo>
                <a:lnTo>
                  <a:pt x="32885" y="40385"/>
                </a:lnTo>
                <a:lnTo>
                  <a:pt x="32885" y="40769"/>
                </a:lnTo>
                <a:lnTo>
                  <a:pt x="33077" y="40962"/>
                </a:lnTo>
                <a:lnTo>
                  <a:pt x="33462" y="40962"/>
                </a:lnTo>
                <a:lnTo>
                  <a:pt x="34231" y="41731"/>
                </a:lnTo>
                <a:lnTo>
                  <a:pt x="34615" y="41731"/>
                </a:lnTo>
                <a:lnTo>
                  <a:pt x="34808" y="41923"/>
                </a:lnTo>
                <a:lnTo>
                  <a:pt x="35000" y="42115"/>
                </a:lnTo>
                <a:lnTo>
                  <a:pt x="37692" y="42115"/>
                </a:lnTo>
                <a:lnTo>
                  <a:pt x="38462" y="41731"/>
                </a:lnTo>
                <a:lnTo>
                  <a:pt x="39615" y="40577"/>
                </a:lnTo>
                <a:lnTo>
                  <a:pt x="40000" y="40577"/>
                </a:lnTo>
                <a:lnTo>
                  <a:pt x="40962" y="39615"/>
                </a:lnTo>
                <a:lnTo>
                  <a:pt x="41731" y="38077"/>
                </a:lnTo>
                <a:lnTo>
                  <a:pt x="42115" y="36154"/>
                </a:lnTo>
                <a:lnTo>
                  <a:pt x="42308" y="35962"/>
                </a:lnTo>
                <a:lnTo>
                  <a:pt x="42500" y="35769"/>
                </a:lnTo>
                <a:lnTo>
                  <a:pt x="42500" y="33462"/>
                </a:lnTo>
                <a:lnTo>
                  <a:pt x="41154" y="32885"/>
                </a:lnTo>
                <a:lnTo>
                  <a:pt x="39423" y="31154"/>
                </a:lnTo>
                <a:lnTo>
                  <a:pt x="38654" y="29615"/>
                </a:lnTo>
                <a:lnTo>
                  <a:pt x="38462" y="29423"/>
                </a:lnTo>
                <a:lnTo>
                  <a:pt x="38077" y="29423"/>
                </a:lnTo>
                <a:close/>
                <a:moveTo>
                  <a:pt x="58077" y="32885"/>
                </a:moveTo>
                <a:lnTo>
                  <a:pt x="57500" y="33846"/>
                </a:lnTo>
                <a:lnTo>
                  <a:pt x="57692" y="34038"/>
                </a:lnTo>
                <a:lnTo>
                  <a:pt x="57885" y="34231"/>
                </a:lnTo>
                <a:lnTo>
                  <a:pt x="57885" y="34615"/>
                </a:lnTo>
                <a:lnTo>
                  <a:pt x="57885" y="35000"/>
                </a:lnTo>
                <a:lnTo>
                  <a:pt x="58462" y="35962"/>
                </a:lnTo>
                <a:lnTo>
                  <a:pt x="58846" y="35962"/>
                </a:lnTo>
                <a:lnTo>
                  <a:pt x="59038" y="35769"/>
                </a:lnTo>
                <a:lnTo>
                  <a:pt x="59038" y="35385"/>
                </a:lnTo>
                <a:lnTo>
                  <a:pt x="59038" y="35000"/>
                </a:lnTo>
                <a:lnTo>
                  <a:pt x="58846" y="34808"/>
                </a:lnTo>
                <a:lnTo>
                  <a:pt x="58654" y="34615"/>
                </a:lnTo>
                <a:lnTo>
                  <a:pt x="58654" y="33077"/>
                </a:lnTo>
                <a:lnTo>
                  <a:pt x="58462" y="32885"/>
                </a:lnTo>
                <a:lnTo>
                  <a:pt x="58077" y="32885"/>
                </a:lnTo>
                <a:close/>
                <a:moveTo>
                  <a:pt x="74615" y="32885"/>
                </a:moveTo>
                <a:lnTo>
                  <a:pt x="74423" y="33846"/>
                </a:lnTo>
                <a:lnTo>
                  <a:pt x="74231" y="34038"/>
                </a:lnTo>
                <a:lnTo>
                  <a:pt x="74038" y="34231"/>
                </a:lnTo>
                <a:lnTo>
                  <a:pt x="74038" y="35385"/>
                </a:lnTo>
                <a:lnTo>
                  <a:pt x="74231" y="35577"/>
                </a:lnTo>
                <a:lnTo>
                  <a:pt x="74423" y="35385"/>
                </a:lnTo>
                <a:lnTo>
                  <a:pt x="74615" y="35192"/>
                </a:lnTo>
                <a:lnTo>
                  <a:pt x="75577" y="33846"/>
                </a:lnTo>
                <a:lnTo>
                  <a:pt x="75192" y="33077"/>
                </a:lnTo>
                <a:lnTo>
                  <a:pt x="75000" y="32885"/>
                </a:lnTo>
                <a:lnTo>
                  <a:pt x="74615" y="32885"/>
                </a:lnTo>
                <a:close/>
                <a:moveTo>
                  <a:pt x="43462" y="34423"/>
                </a:moveTo>
                <a:lnTo>
                  <a:pt x="43269" y="34615"/>
                </a:lnTo>
                <a:lnTo>
                  <a:pt x="43269" y="35000"/>
                </a:lnTo>
                <a:lnTo>
                  <a:pt x="43462" y="35192"/>
                </a:lnTo>
                <a:lnTo>
                  <a:pt x="43846" y="35192"/>
                </a:lnTo>
                <a:lnTo>
                  <a:pt x="44038" y="35000"/>
                </a:lnTo>
                <a:lnTo>
                  <a:pt x="44038" y="34615"/>
                </a:lnTo>
                <a:lnTo>
                  <a:pt x="43846" y="34423"/>
                </a:lnTo>
                <a:lnTo>
                  <a:pt x="43462" y="34423"/>
                </a:lnTo>
                <a:close/>
                <a:moveTo>
                  <a:pt x="28077" y="34808"/>
                </a:moveTo>
                <a:lnTo>
                  <a:pt x="27885" y="35769"/>
                </a:lnTo>
                <a:lnTo>
                  <a:pt x="27692" y="35962"/>
                </a:lnTo>
                <a:lnTo>
                  <a:pt x="27500" y="36154"/>
                </a:lnTo>
                <a:lnTo>
                  <a:pt x="27500" y="36538"/>
                </a:lnTo>
                <a:lnTo>
                  <a:pt x="27500" y="36923"/>
                </a:lnTo>
                <a:lnTo>
                  <a:pt x="27308" y="37115"/>
                </a:lnTo>
                <a:lnTo>
                  <a:pt x="27115" y="37308"/>
                </a:lnTo>
                <a:lnTo>
                  <a:pt x="27115" y="37692"/>
                </a:lnTo>
                <a:lnTo>
                  <a:pt x="27115" y="38077"/>
                </a:lnTo>
                <a:lnTo>
                  <a:pt x="25962" y="40000"/>
                </a:lnTo>
                <a:lnTo>
                  <a:pt x="25962" y="43846"/>
                </a:lnTo>
                <a:lnTo>
                  <a:pt x="26154" y="44038"/>
                </a:lnTo>
                <a:lnTo>
                  <a:pt x="26346" y="44231"/>
                </a:lnTo>
                <a:lnTo>
                  <a:pt x="26538" y="45192"/>
                </a:lnTo>
                <a:lnTo>
                  <a:pt x="27692" y="45192"/>
                </a:lnTo>
                <a:lnTo>
                  <a:pt x="27885" y="45000"/>
                </a:lnTo>
                <a:lnTo>
                  <a:pt x="28077" y="44808"/>
                </a:lnTo>
                <a:lnTo>
                  <a:pt x="30000" y="44423"/>
                </a:lnTo>
                <a:lnTo>
                  <a:pt x="30385" y="44423"/>
                </a:lnTo>
                <a:lnTo>
                  <a:pt x="30769" y="44423"/>
                </a:lnTo>
                <a:lnTo>
                  <a:pt x="32115" y="43462"/>
                </a:lnTo>
                <a:lnTo>
                  <a:pt x="32115" y="41538"/>
                </a:lnTo>
                <a:lnTo>
                  <a:pt x="30577" y="39615"/>
                </a:lnTo>
                <a:lnTo>
                  <a:pt x="30192" y="38846"/>
                </a:lnTo>
                <a:lnTo>
                  <a:pt x="30192" y="38462"/>
                </a:lnTo>
                <a:lnTo>
                  <a:pt x="30192" y="38077"/>
                </a:lnTo>
                <a:lnTo>
                  <a:pt x="28654" y="36538"/>
                </a:lnTo>
                <a:lnTo>
                  <a:pt x="28654" y="36154"/>
                </a:lnTo>
                <a:lnTo>
                  <a:pt x="28846" y="35962"/>
                </a:lnTo>
                <a:lnTo>
                  <a:pt x="29231" y="35962"/>
                </a:lnTo>
                <a:lnTo>
                  <a:pt x="29423" y="35769"/>
                </a:lnTo>
                <a:lnTo>
                  <a:pt x="29423" y="35385"/>
                </a:lnTo>
                <a:lnTo>
                  <a:pt x="28077" y="34808"/>
                </a:lnTo>
                <a:close/>
                <a:moveTo>
                  <a:pt x="44615" y="34808"/>
                </a:moveTo>
                <a:lnTo>
                  <a:pt x="44423" y="36154"/>
                </a:lnTo>
                <a:lnTo>
                  <a:pt x="42885" y="37308"/>
                </a:lnTo>
                <a:lnTo>
                  <a:pt x="41731" y="40000"/>
                </a:lnTo>
                <a:lnTo>
                  <a:pt x="40577" y="41154"/>
                </a:lnTo>
                <a:lnTo>
                  <a:pt x="40577" y="43462"/>
                </a:lnTo>
                <a:lnTo>
                  <a:pt x="41538" y="44423"/>
                </a:lnTo>
                <a:lnTo>
                  <a:pt x="41923" y="44423"/>
                </a:lnTo>
                <a:lnTo>
                  <a:pt x="42500" y="43846"/>
                </a:lnTo>
                <a:lnTo>
                  <a:pt x="42500" y="43462"/>
                </a:lnTo>
                <a:lnTo>
                  <a:pt x="42500" y="43077"/>
                </a:lnTo>
                <a:lnTo>
                  <a:pt x="45962" y="39615"/>
                </a:lnTo>
                <a:lnTo>
                  <a:pt x="45962" y="37692"/>
                </a:lnTo>
                <a:lnTo>
                  <a:pt x="45769" y="37500"/>
                </a:lnTo>
                <a:lnTo>
                  <a:pt x="45577" y="37308"/>
                </a:lnTo>
                <a:lnTo>
                  <a:pt x="45577" y="35385"/>
                </a:lnTo>
                <a:lnTo>
                  <a:pt x="45000" y="34808"/>
                </a:lnTo>
                <a:lnTo>
                  <a:pt x="44615" y="34808"/>
                </a:lnTo>
                <a:close/>
                <a:moveTo>
                  <a:pt x="48077" y="39808"/>
                </a:moveTo>
                <a:lnTo>
                  <a:pt x="46538" y="40577"/>
                </a:lnTo>
                <a:lnTo>
                  <a:pt x="45769" y="41346"/>
                </a:lnTo>
                <a:lnTo>
                  <a:pt x="45385" y="41346"/>
                </a:lnTo>
                <a:lnTo>
                  <a:pt x="44038" y="42692"/>
                </a:lnTo>
                <a:lnTo>
                  <a:pt x="42885" y="45000"/>
                </a:lnTo>
                <a:lnTo>
                  <a:pt x="42885" y="46923"/>
                </a:lnTo>
                <a:lnTo>
                  <a:pt x="42692" y="47115"/>
                </a:lnTo>
                <a:lnTo>
                  <a:pt x="42500" y="47308"/>
                </a:lnTo>
                <a:lnTo>
                  <a:pt x="42500" y="47692"/>
                </a:lnTo>
                <a:lnTo>
                  <a:pt x="42500" y="48077"/>
                </a:lnTo>
                <a:lnTo>
                  <a:pt x="43077" y="48654"/>
                </a:lnTo>
                <a:lnTo>
                  <a:pt x="43269" y="48462"/>
                </a:lnTo>
                <a:lnTo>
                  <a:pt x="43462" y="48269"/>
                </a:lnTo>
                <a:lnTo>
                  <a:pt x="43846" y="48269"/>
                </a:lnTo>
                <a:lnTo>
                  <a:pt x="44231" y="48269"/>
                </a:lnTo>
                <a:lnTo>
                  <a:pt x="45769" y="47500"/>
                </a:lnTo>
                <a:lnTo>
                  <a:pt x="46538" y="46731"/>
                </a:lnTo>
                <a:lnTo>
                  <a:pt x="46923" y="46731"/>
                </a:lnTo>
                <a:lnTo>
                  <a:pt x="47115" y="46538"/>
                </a:lnTo>
                <a:lnTo>
                  <a:pt x="47115" y="46154"/>
                </a:lnTo>
                <a:lnTo>
                  <a:pt x="46346" y="45769"/>
                </a:lnTo>
                <a:lnTo>
                  <a:pt x="46923" y="45192"/>
                </a:lnTo>
                <a:lnTo>
                  <a:pt x="48077" y="45192"/>
                </a:lnTo>
                <a:lnTo>
                  <a:pt x="48269" y="45385"/>
                </a:lnTo>
                <a:lnTo>
                  <a:pt x="48462" y="45577"/>
                </a:lnTo>
                <a:lnTo>
                  <a:pt x="48654" y="45385"/>
                </a:lnTo>
                <a:lnTo>
                  <a:pt x="48846" y="45192"/>
                </a:lnTo>
                <a:lnTo>
                  <a:pt x="49231" y="45192"/>
                </a:lnTo>
                <a:lnTo>
                  <a:pt x="49615" y="45192"/>
                </a:lnTo>
                <a:lnTo>
                  <a:pt x="49808" y="45385"/>
                </a:lnTo>
                <a:lnTo>
                  <a:pt x="50000" y="45577"/>
                </a:lnTo>
                <a:lnTo>
                  <a:pt x="51154" y="45192"/>
                </a:lnTo>
                <a:lnTo>
                  <a:pt x="52308" y="44038"/>
                </a:lnTo>
                <a:lnTo>
                  <a:pt x="52885" y="44615"/>
                </a:lnTo>
                <a:lnTo>
                  <a:pt x="52885" y="45000"/>
                </a:lnTo>
                <a:lnTo>
                  <a:pt x="52885" y="45385"/>
                </a:lnTo>
                <a:lnTo>
                  <a:pt x="53269" y="46154"/>
                </a:lnTo>
                <a:lnTo>
                  <a:pt x="54615" y="47500"/>
                </a:lnTo>
                <a:lnTo>
                  <a:pt x="56154" y="48269"/>
                </a:lnTo>
                <a:lnTo>
                  <a:pt x="57308" y="48269"/>
                </a:lnTo>
                <a:lnTo>
                  <a:pt x="57500" y="46923"/>
                </a:lnTo>
                <a:lnTo>
                  <a:pt x="57308" y="46731"/>
                </a:lnTo>
                <a:lnTo>
                  <a:pt x="57115" y="46538"/>
                </a:lnTo>
                <a:lnTo>
                  <a:pt x="57115" y="44615"/>
                </a:lnTo>
                <a:lnTo>
                  <a:pt x="56346" y="43077"/>
                </a:lnTo>
                <a:lnTo>
                  <a:pt x="53846" y="40577"/>
                </a:lnTo>
                <a:lnTo>
                  <a:pt x="53077" y="40192"/>
                </a:lnTo>
                <a:lnTo>
                  <a:pt x="52692" y="40192"/>
                </a:lnTo>
                <a:lnTo>
                  <a:pt x="52308" y="40192"/>
                </a:lnTo>
                <a:lnTo>
                  <a:pt x="52115" y="40000"/>
                </a:lnTo>
                <a:lnTo>
                  <a:pt x="51923" y="39808"/>
                </a:lnTo>
                <a:lnTo>
                  <a:pt x="48077" y="39808"/>
                </a:lnTo>
                <a:close/>
                <a:moveTo>
                  <a:pt x="63077" y="41731"/>
                </a:moveTo>
                <a:lnTo>
                  <a:pt x="62500" y="42308"/>
                </a:lnTo>
                <a:lnTo>
                  <a:pt x="62500" y="43462"/>
                </a:lnTo>
                <a:lnTo>
                  <a:pt x="61731" y="44231"/>
                </a:lnTo>
                <a:lnTo>
                  <a:pt x="61731" y="44615"/>
                </a:lnTo>
                <a:lnTo>
                  <a:pt x="61731" y="45000"/>
                </a:lnTo>
                <a:lnTo>
                  <a:pt x="62115" y="45769"/>
                </a:lnTo>
                <a:lnTo>
                  <a:pt x="63462" y="47115"/>
                </a:lnTo>
                <a:lnTo>
                  <a:pt x="65000" y="47885"/>
                </a:lnTo>
                <a:lnTo>
                  <a:pt x="68077" y="47885"/>
                </a:lnTo>
                <a:lnTo>
                  <a:pt x="69808" y="46923"/>
                </a:lnTo>
                <a:lnTo>
                  <a:pt x="71346" y="45385"/>
                </a:lnTo>
                <a:lnTo>
                  <a:pt x="71346" y="45000"/>
                </a:lnTo>
                <a:lnTo>
                  <a:pt x="71346" y="44615"/>
                </a:lnTo>
                <a:lnTo>
                  <a:pt x="70192" y="43462"/>
                </a:lnTo>
                <a:lnTo>
                  <a:pt x="70000" y="42115"/>
                </a:lnTo>
                <a:lnTo>
                  <a:pt x="68846" y="42115"/>
                </a:lnTo>
                <a:lnTo>
                  <a:pt x="67308" y="42885"/>
                </a:lnTo>
                <a:lnTo>
                  <a:pt x="65769" y="42885"/>
                </a:lnTo>
                <a:lnTo>
                  <a:pt x="65577" y="42692"/>
                </a:lnTo>
                <a:lnTo>
                  <a:pt x="65385" y="42500"/>
                </a:lnTo>
                <a:lnTo>
                  <a:pt x="65000" y="42500"/>
                </a:lnTo>
                <a:lnTo>
                  <a:pt x="64615" y="42500"/>
                </a:lnTo>
                <a:lnTo>
                  <a:pt x="63077" y="41731"/>
                </a:lnTo>
                <a:close/>
                <a:moveTo>
                  <a:pt x="33462" y="42115"/>
                </a:moveTo>
                <a:lnTo>
                  <a:pt x="32885" y="42692"/>
                </a:lnTo>
                <a:lnTo>
                  <a:pt x="32885" y="43846"/>
                </a:lnTo>
                <a:lnTo>
                  <a:pt x="30962" y="45385"/>
                </a:lnTo>
                <a:lnTo>
                  <a:pt x="31346" y="46154"/>
                </a:lnTo>
                <a:lnTo>
                  <a:pt x="31346" y="46538"/>
                </a:lnTo>
                <a:lnTo>
                  <a:pt x="31346" y="46923"/>
                </a:lnTo>
                <a:lnTo>
                  <a:pt x="31538" y="47115"/>
                </a:lnTo>
                <a:lnTo>
                  <a:pt x="31731" y="47308"/>
                </a:lnTo>
                <a:lnTo>
                  <a:pt x="31731" y="48462"/>
                </a:lnTo>
                <a:lnTo>
                  <a:pt x="32500" y="50000"/>
                </a:lnTo>
                <a:lnTo>
                  <a:pt x="33846" y="51346"/>
                </a:lnTo>
                <a:lnTo>
                  <a:pt x="35385" y="52115"/>
                </a:lnTo>
                <a:lnTo>
                  <a:pt x="37692" y="52115"/>
                </a:lnTo>
                <a:lnTo>
                  <a:pt x="39231" y="50962"/>
                </a:lnTo>
                <a:lnTo>
                  <a:pt x="39615" y="50962"/>
                </a:lnTo>
                <a:lnTo>
                  <a:pt x="40577" y="50000"/>
                </a:lnTo>
                <a:lnTo>
                  <a:pt x="40577" y="49615"/>
                </a:lnTo>
                <a:lnTo>
                  <a:pt x="41731" y="48077"/>
                </a:lnTo>
                <a:lnTo>
                  <a:pt x="41731" y="45769"/>
                </a:lnTo>
                <a:lnTo>
                  <a:pt x="41154" y="45192"/>
                </a:lnTo>
                <a:lnTo>
                  <a:pt x="40769" y="45192"/>
                </a:lnTo>
                <a:lnTo>
                  <a:pt x="40385" y="45192"/>
                </a:lnTo>
                <a:lnTo>
                  <a:pt x="39808" y="44615"/>
                </a:lnTo>
                <a:lnTo>
                  <a:pt x="39808" y="42308"/>
                </a:lnTo>
                <a:lnTo>
                  <a:pt x="39615" y="42115"/>
                </a:lnTo>
                <a:lnTo>
                  <a:pt x="39231" y="42115"/>
                </a:lnTo>
                <a:lnTo>
                  <a:pt x="38077" y="42885"/>
                </a:lnTo>
                <a:lnTo>
                  <a:pt x="36154" y="43269"/>
                </a:lnTo>
                <a:lnTo>
                  <a:pt x="35962" y="43077"/>
                </a:lnTo>
                <a:lnTo>
                  <a:pt x="35769" y="42885"/>
                </a:lnTo>
                <a:lnTo>
                  <a:pt x="34615" y="42885"/>
                </a:lnTo>
                <a:lnTo>
                  <a:pt x="33462" y="42115"/>
                </a:lnTo>
                <a:close/>
                <a:moveTo>
                  <a:pt x="52308" y="45577"/>
                </a:moveTo>
                <a:lnTo>
                  <a:pt x="51538" y="46346"/>
                </a:lnTo>
                <a:lnTo>
                  <a:pt x="49231" y="46346"/>
                </a:lnTo>
                <a:lnTo>
                  <a:pt x="47692" y="47115"/>
                </a:lnTo>
                <a:lnTo>
                  <a:pt x="46923" y="47885"/>
                </a:lnTo>
                <a:lnTo>
                  <a:pt x="44038" y="49231"/>
                </a:lnTo>
                <a:lnTo>
                  <a:pt x="44423" y="50000"/>
                </a:lnTo>
                <a:lnTo>
                  <a:pt x="44423" y="51923"/>
                </a:lnTo>
                <a:lnTo>
                  <a:pt x="45192" y="53462"/>
                </a:lnTo>
                <a:lnTo>
                  <a:pt x="47692" y="55962"/>
                </a:lnTo>
                <a:lnTo>
                  <a:pt x="48077" y="55962"/>
                </a:lnTo>
                <a:lnTo>
                  <a:pt x="48462" y="55962"/>
                </a:lnTo>
                <a:lnTo>
                  <a:pt x="48654" y="56154"/>
                </a:lnTo>
                <a:lnTo>
                  <a:pt x="48846" y="56346"/>
                </a:lnTo>
                <a:lnTo>
                  <a:pt x="50769" y="56346"/>
                </a:lnTo>
                <a:lnTo>
                  <a:pt x="52308" y="55577"/>
                </a:lnTo>
                <a:lnTo>
                  <a:pt x="53077" y="54808"/>
                </a:lnTo>
                <a:lnTo>
                  <a:pt x="53462" y="54808"/>
                </a:lnTo>
                <a:lnTo>
                  <a:pt x="54808" y="52692"/>
                </a:lnTo>
                <a:lnTo>
                  <a:pt x="55577" y="48846"/>
                </a:lnTo>
                <a:lnTo>
                  <a:pt x="54231" y="48269"/>
                </a:lnTo>
                <a:lnTo>
                  <a:pt x="52885" y="46923"/>
                </a:lnTo>
                <a:lnTo>
                  <a:pt x="52308" y="45577"/>
                </a:lnTo>
                <a:close/>
                <a:moveTo>
                  <a:pt x="58077" y="50577"/>
                </a:moveTo>
                <a:lnTo>
                  <a:pt x="57500" y="51154"/>
                </a:lnTo>
                <a:lnTo>
                  <a:pt x="57500" y="51538"/>
                </a:lnTo>
                <a:lnTo>
                  <a:pt x="56154" y="52885"/>
                </a:lnTo>
                <a:lnTo>
                  <a:pt x="55769" y="52885"/>
                </a:lnTo>
                <a:lnTo>
                  <a:pt x="55577" y="53077"/>
                </a:lnTo>
                <a:lnTo>
                  <a:pt x="54808" y="55000"/>
                </a:lnTo>
                <a:lnTo>
                  <a:pt x="53269" y="56538"/>
                </a:lnTo>
                <a:lnTo>
                  <a:pt x="54231" y="57500"/>
                </a:lnTo>
                <a:lnTo>
                  <a:pt x="54615" y="57500"/>
                </a:lnTo>
                <a:lnTo>
                  <a:pt x="55000" y="57500"/>
                </a:lnTo>
                <a:lnTo>
                  <a:pt x="55192" y="57692"/>
                </a:lnTo>
                <a:lnTo>
                  <a:pt x="55385" y="57885"/>
                </a:lnTo>
                <a:lnTo>
                  <a:pt x="55769" y="57885"/>
                </a:lnTo>
                <a:lnTo>
                  <a:pt x="56154" y="57885"/>
                </a:lnTo>
                <a:lnTo>
                  <a:pt x="57692" y="58654"/>
                </a:lnTo>
                <a:lnTo>
                  <a:pt x="58654" y="57692"/>
                </a:lnTo>
                <a:lnTo>
                  <a:pt x="59423" y="56154"/>
                </a:lnTo>
                <a:lnTo>
                  <a:pt x="59423" y="54615"/>
                </a:lnTo>
                <a:lnTo>
                  <a:pt x="58654" y="53462"/>
                </a:lnTo>
                <a:lnTo>
                  <a:pt x="58077" y="50577"/>
                </a:lnTo>
                <a:close/>
                <a:moveTo>
                  <a:pt x="41923" y="51346"/>
                </a:moveTo>
                <a:lnTo>
                  <a:pt x="41731" y="52308"/>
                </a:lnTo>
                <a:lnTo>
                  <a:pt x="41538" y="52500"/>
                </a:lnTo>
                <a:lnTo>
                  <a:pt x="41346" y="52692"/>
                </a:lnTo>
                <a:lnTo>
                  <a:pt x="41346" y="53077"/>
                </a:lnTo>
                <a:lnTo>
                  <a:pt x="41346" y="53462"/>
                </a:lnTo>
                <a:lnTo>
                  <a:pt x="41154" y="53654"/>
                </a:lnTo>
                <a:lnTo>
                  <a:pt x="40962" y="53846"/>
                </a:lnTo>
                <a:lnTo>
                  <a:pt x="40962" y="56538"/>
                </a:lnTo>
                <a:lnTo>
                  <a:pt x="42308" y="58269"/>
                </a:lnTo>
                <a:lnTo>
                  <a:pt x="43462" y="58269"/>
                </a:lnTo>
                <a:lnTo>
                  <a:pt x="44615" y="57500"/>
                </a:lnTo>
                <a:lnTo>
                  <a:pt x="45000" y="57500"/>
                </a:lnTo>
                <a:lnTo>
                  <a:pt x="45385" y="57500"/>
                </a:lnTo>
                <a:lnTo>
                  <a:pt x="46154" y="57115"/>
                </a:lnTo>
                <a:lnTo>
                  <a:pt x="46346" y="56154"/>
                </a:lnTo>
                <a:lnTo>
                  <a:pt x="44423" y="54231"/>
                </a:lnTo>
                <a:lnTo>
                  <a:pt x="44423" y="53846"/>
                </a:lnTo>
                <a:lnTo>
                  <a:pt x="42885" y="52308"/>
                </a:lnTo>
                <a:lnTo>
                  <a:pt x="42885" y="51923"/>
                </a:lnTo>
                <a:lnTo>
                  <a:pt x="42308" y="51346"/>
                </a:lnTo>
                <a:lnTo>
                  <a:pt x="41923" y="513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848088" y="3621024"/>
            <a:ext cx="1901952" cy="19019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ECTOR_young_4"/>
          <p:cNvSpPr/>
          <p:nvPr/>
        </p:nvSpPr>
        <p:spPr>
          <a:xfrm>
            <a:off x="9848088" y="3621024"/>
            <a:ext cx="1901952" cy="19019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8654" y="16154"/>
                </a:moveTo>
                <a:lnTo>
                  <a:pt x="50385" y="15962"/>
                </a:lnTo>
                <a:lnTo>
                  <a:pt x="50577" y="16154"/>
                </a:lnTo>
                <a:lnTo>
                  <a:pt x="50769" y="16346"/>
                </a:lnTo>
                <a:lnTo>
                  <a:pt x="51154" y="16346"/>
                </a:lnTo>
                <a:lnTo>
                  <a:pt x="51538" y="16346"/>
                </a:lnTo>
                <a:lnTo>
                  <a:pt x="53077" y="17115"/>
                </a:lnTo>
                <a:lnTo>
                  <a:pt x="53846" y="17885"/>
                </a:lnTo>
                <a:lnTo>
                  <a:pt x="57308" y="17885"/>
                </a:lnTo>
                <a:lnTo>
                  <a:pt x="58846" y="18654"/>
                </a:lnTo>
                <a:lnTo>
                  <a:pt x="60192" y="20385"/>
                </a:lnTo>
                <a:lnTo>
                  <a:pt x="60192" y="21538"/>
                </a:lnTo>
                <a:lnTo>
                  <a:pt x="61154" y="22115"/>
                </a:lnTo>
                <a:lnTo>
                  <a:pt x="61538" y="22115"/>
                </a:lnTo>
                <a:lnTo>
                  <a:pt x="61923" y="22115"/>
                </a:lnTo>
                <a:lnTo>
                  <a:pt x="63654" y="23846"/>
                </a:lnTo>
                <a:lnTo>
                  <a:pt x="64038" y="24615"/>
                </a:lnTo>
                <a:lnTo>
                  <a:pt x="64038" y="27308"/>
                </a:lnTo>
                <a:lnTo>
                  <a:pt x="63269" y="28462"/>
                </a:lnTo>
                <a:lnTo>
                  <a:pt x="63269" y="28846"/>
                </a:lnTo>
                <a:lnTo>
                  <a:pt x="63269" y="29231"/>
                </a:lnTo>
                <a:lnTo>
                  <a:pt x="63462" y="29423"/>
                </a:lnTo>
                <a:lnTo>
                  <a:pt x="63654" y="29615"/>
                </a:lnTo>
                <a:lnTo>
                  <a:pt x="63654" y="32692"/>
                </a:lnTo>
                <a:lnTo>
                  <a:pt x="62500" y="33846"/>
                </a:lnTo>
                <a:lnTo>
                  <a:pt x="62500" y="34231"/>
                </a:lnTo>
                <a:lnTo>
                  <a:pt x="62500" y="34615"/>
                </a:lnTo>
                <a:lnTo>
                  <a:pt x="63269" y="35769"/>
                </a:lnTo>
                <a:lnTo>
                  <a:pt x="63269" y="36923"/>
                </a:lnTo>
                <a:lnTo>
                  <a:pt x="63462" y="37115"/>
                </a:lnTo>
                <a:lnTo>
                  <a:pt x="63654" y="37308"/>
                </a:lnTo>
                <a:lnTo>
                  <a:pt x="63462" y="37500"/>
                </a:lnTo>
                <a:lnTo>
                  <a:pt x="63269" y="37692"/>
                </a:lnTo>
                <a:lnTo>
                  <a:pt x="63269" y="38846"/>
                </a:lnTo>
                <a:lnTo>
                  <a:pt x="62885" y="39615"/>
                </a:lnTo>
                <a:lnTo>
                  <a:pt x="61154" y="41346"/>
                </a:lnTo>
                <a:lnTo>
                  <a:pt x="60000" y="41346"/>
                </a:lnTo>
                <a:lnTo>
                  <a:pt x="59423" y="41923"/>
                </a:lnTo>
                <a:lnTo>
                  <a:pt x="59423" y="42308"/>
                </a:lnTo>
                <a:lnTo>
                  <a:pt x="59423" y="42692"/>
                </a:lnTo>
                <a:lnTo>
                  <a:pt x="58654" y="43846"/>
                </a:lnTo>
                <a:lnTo>
                  <a:pt x="58654" y="44231"/>
                </a:lnTo>
                <a:lnTo>
                  <a:pt x="58654" y="44615"/>
                </a:lnTo>
                <a:lnTo>
                  <a:pt x="58269" y="45385"/>
                </a:lnTo>
                <a:lnTo>
                  <a:pt x="57115" y="46538"/>
                </a:lnTo>
                <a:lnTo>
                  <a:pt x="57115" y="46923"/>
                </a:lnTo>
                <a:lnTo>
                  <a:pt x="57692" y="47500"/>
                </a:lnTo>
                <a:lnTo>
                  <a:pt x="59231" y="47500"/>
                </a:lnTo>
                <a:lnTo>
                  <a:pt x="59423" y="47692"/>
                </a:lnTo>
                <a:lnTo>
                  <a:pt x="59615" y="47885"/>
                </a:lnTo>
                <a:lnTo>
                  <a:pt x="60000" y="47885"/>
                </a:lnTo>
                <a:lnTo>
                  <a:pt x="60385" y="47885"/>
                </a:lnTo>
                <a:lnTo>
                  <a:pt x="61923" y="49038"/>
                </a:lnTo>
                <a:lnTo>
                  <a:pt x="62308" y="49038"/>
                </a:lnTo>
                <a:lnTo>
                  <a:pt x="64038" y="50769"/>
                </a:lnTo>
                <a:lnTo>
                  <a:pt x="64808" y="52308"/>
                </a:lnTo>
                <a:lnTo>
                  <a:pt x="64808" y="52692"/>
                </a:lnTo>
                <a:lnTo>
                  <a:pt x="64808" y="53077"/>
                </a:lnTo>
                <a:lnTo>
                  <a:pt x="65000" y="53269"/>
                </a:lnTo>
                <a:lnTo>
                  <a:pt x="65192" y="53462"/>
                </a:lnTo>
                <a:lnTo>
                  <a:pt x="65385" y="54423"/>
                </a:lnTo>
                <a:lnTo>
                  <a:pt x="66154" y="54808"/>
                </a:lnTo>
                <a:lnTo>
                  <a:pt x="66538" y="54808"/>
                </a:lnTo>
                <a:lnTo>
                  <a:pt x="66923" y="54808"/>
                </a:lnTo>
                <a:lnTo>
                  <a:pt x="70000" y="56346"/>
                </a:lnTo>
                <a:lnTo>
                  <a:pt x="70769" y="57115"/>
                </a:lnTo>
                <a:lnTo>
                  <a:pt x="71154" y="57115"/>
                </a:lnTo>
                <a:lnTo>
                  <a:pt x="72885" y="58846"/>
                </a:lnTo>
                <a:lnTo>
                  <a:pt x="72885" y="59231"/>
                </a:lnTo>
                <a:lnTo>
                  <a:pt x="74038" y="60769"/>
                </a:lnTo>
                <a:lnTo>
                  <a:pt x="74038" y="61154"/>
                </a:lnTo>
                <a:lnTo>
                  <a:pt x="74038" y="61538"/>
                </a:lnTo>
                <a:lnTo>
                  <a:pt x="75192" y="63846"/>
                </a:lnTo>
                <a:lnTo>
                  <a:pt x="75192" y="65000"/>
                </a:lnTo>
                <a:lnTo>
                  <a:pt x="75385" y="65192"/>
                </a:lnTo>
                <a:lnTo>
                  <a:pt x="75577" y="65385"/>
                </a:lnTo>
                <a:lnTo>
                  <a:pt x="75577" y="66538"/>
                </a:lnTo>
                <a:lnTo>
                  <a:pt x="75769" y="66731"/>
                </a:lnTo>
                <a:lnTo>
                  <a:pt x="75962" y="66923"/>
                </a:lnTo>
                <a:lnTo>
                  <a:pt x="75962" y="68462"/>
                </a:lnTo>
                <a:lnTo>
                  <a:pt x="76154" y="68654"/>
                </a:lnTo>
                <a:lnTo>
                  <a:pt x="76346" y="68846"/>
                </a:lnTo>
                <a:lnTo>
                  <a:pt x="76346" y="71154"/>
                </a:lnTo>
                <a:lnTo>
                  <a:pt x="76538" y="71346"/>
                </a:lnTo>
                <a:lnTo>
                  <a:pt x="76731" y="71538"/>
                </a:lnTo>
                <a:lnTo>
                  <a:pt x="76731" y="71923"/>
                </a:lnTo>
                <a:lnTo>
                  <a:pt x="76731" y="72308"/>
                </a:lnTo>
                <a:lnTo>
                  <a:pt x="76154" y="72885"/>
                </a:lnTo>
                <a:lnTo>
                  <a:pt x="75577" y="72308"/>
                </a:lnTo>
                <a:lnTo>
                  <a:pt x="75577" y="70769"/>
                </a:lnTo>
                <a:lnTo>
                  <a:pt x="75385" y="70577"/>
                </a:lnTo>
                <a:lnTo>
                  <a:pt x="75192" y="70385"/>
                </a:lnTo>
                <a:lnTo>
                  <a:pt x="75192" y="68462"/>
                </a:lnTo>
                <a:lnTo>
                  <a:pt x="75000" y="68269"/>
                </a:lnTo>
                <a:lnTo>
                  <a:pt x="74808" y="68077"/>
                </a:lnTo>
                <a:lnTo>
                  <a:pt x="74808" y="66538"/>
                </a:lnTo>
                <a:lnTo>
                  <a:pt x="74615" y="66346"/>
                </a:lnTo>
                <a:lnTo>
                  <a:pt x="74423" y="66154"/>
                </a:lnTo>
                <a:lnTo>
                  <a:pt x="74423" y="65000"/>
                </a:lnTo>
                <a:lnTo>
                  <a:pt x="73269" y="62692"/>
                </a:lnTo>
                <a:lnTo>
                  <a:pt x="73269" y="62308"/>
                </a:lnTo>
                <a:lnTo>
                  <a:pt x="73269" y="61923"/>
                </a:lnTo>
                <a:lnTo>
                  <a:pt x="72500" y="60385"/>
                </a:lnTo>
                <a:lnTo>
                  <a:pt x="71346" y="59231"/>
                </a:lnTo>
                <a:lnTo>
                  <a:pt x="71346" y="58846"/>
                </a:lnTo>
                <a:lnTo>
                  <a:pt x="71154" y="58654"/>
                </a:lnTo>
                <a:lnTo>
                  <a:pt x="70769" y="58654"/>
                </a:lnTo>
                <a:lnTo>
                  <a:pt x="69231" y="57115"/>
                </a:lnTo>
                <a:lnTo>
                  <a:pt x="67692" y="56346"/>
                </a:lnTo>
                <a:lnTo>
                  <a:pt x="67308" y="56346"/>
                </a:lnTo>
                <a:lnTo>
                  <a:pt x="66923" y="56346"/>
                </a:lnTo>
                <a:lnTo>
                  <a:pt x="65769" y="55577"/>
                </a:lnTo>
                <a:lnTo>
                  <a:pt x="65385" y="55577"/>
                </a:lnTo>
                <a:lnTo>
                  <a:pt x="65000" y="55577"/>
                </a:lnTo>
                <a:lnTo>
                  <a:pt x="64231" y="55192"/>
                </a:lnTo>
                <a:lnTo>
                  <a:pt x="64038" y="55000"/>
                </a:lnTo>
                <a:lnTo>
                  <a:pt x="64038" y="53077"/>
                </a:lnTo>
                <a:lnTo>
                  <a:pt x="63269" y="51538"/>
                </a:lnTo>
                <a:lnTo>
                  <a:pt x="61154" y="49423"/>
                </a:lnTo>
                <a:lnTo>
                  <a:pt x="60385" y="49038"/>
                </a:lnTo>
                <a:lnTo>
                  <a:pt x="60192" y="49231"/>
                </a:lnTo>
                <a:lnTo>
                  <a:pt x="60000" y="49423"/>
                </a:lnTo>
                <a:lnTo>
                  <a:pt x="59231" y="48269"/>
                </a:lnTo>
                <a:lnTo>
                  <a:pt x="57692" y="48269"/>
                </a:lnTo>
                <a:lnTo>
                  <a:pt x="57500" y="48077"/>
                </a:lnTo>
                <a:lnTo>
                  <a:pt x="57308" y="47885"/>
                </a:lnTo>
                <a:lnTo>
                  <a:pt x="56346" y="48077"/>
                </a:lnTo>
                <a:lnTo>
                  <a:pt x="56346" y="51923"/>
                </a:lnTo>
                <a:lnTo>
                  <a:pt x="56538" y="52115"/>
                </a:lnTo>
                <a:lnTo>
                  <a:pt x="56923" y="52115"/>
                </a:lnTo>
                <a:lnTo>
                  <a:pt x="59615" y="49423"/>
                </a:lnTo>
                <a:lnTo>
                  <a:pt x="59808" y="50769"/>
                </a:lnTo>
                <a:lnTo>
                  <a:pt x="50769" y="59038"/>
                </a:lnTo>
                <a:lnTo>
                  <a:pt x="50000" y="59808"/>
                </a:lnTo>
                <a:lnTo>
                  <a:pt x="49615" y="59808"/>
                </a:lnTo>
                <a:lnTo>
                  <a:pt x="49231" y="59808"/>
                </a:lnTo>
                <a:lnTo>
                  <a:pt x="47308" y="57500"/>
                </a:lnTo>
                <a:lnTo>
                  <a:pt x="46923" y="57500"/>
                </a:lnTo>
                <a:lnTo>
                  <a:pt x="44231" y="54808"/>
                </a:lnTo>
                <a:lnTo>
                  <a:pt x="43846" y="54808"/>
                </a:lnTo>
                <a:lnTo>
                  <a:pt x="41923" y="52885"/>
                </a:lnTo>
                <a:lnTo>
                  <a:pt x="41538" y="52885"/>
                </a:lnTo>
                <a:lnTo>
                  <a:pt x="39423" y="50769"/>
                </a:lnTo>
                <a:lnTo>
                  <a:pt x="40000" y="50192"/>
                </a:lnTo>
                <a:lnTo>
                  <a:pt x="40385" y="50192"/>
                </a:lnTo>
                <a:lnTo>
                  <a:pt x="42692" y="52500"/>
                </a:lnTo>
                <a:lnTo>
                  <a:pt x="42885" y="51538"/>
                </a:lnTo>
                <a:lnTo>
                  <a:pt x="43077" y="51346"/>
                </a:lnTo>
                <a:lnTo>
                  <a:pt x="43269" y="51154"/>
                </a:lnTo>
                <a:lnTo>
                  <a:pt x="43269" y="48462"/>
                </a:lnTo>
                <a:lnTo>
                  <a:pt x="43077" y="48269"/>
                </a:lnTo>
                <a:lnTo>
                  <a:pt x="40385" y="48269"/>
                </a:lnTo>
                <a:lnTo>
                  <a:pt x="40192" y="48462"/>
                </a:lnTo>
                <a:lnTo>
                  <a:pt x="40000" y="48654"/>
                </a:lnTo>
                <a:lnTo>
                  <a:pt x="39615" y="48654"/>
                </a:lnTo>
                <a:lnTo>
                  <a:pt x="39231" y="48654"/>
                </a:lnTo>
                <a:lnTo>
                  <a:pt x="38462" y="49423"/>
                </a:lnTo>
                <a:lnTo>
                  <a:pt x="38077" y="49423"/>
                </a:lnTo>
                <a:lnTo>
                  <a:pt x="36346" y="51538"/>
                </a:lnTo>
                <a:lnTo>
                  <a:pt x="35577" y="53077"/>
                </a:lnTo>
                <a:lnTo>
                  <a:pt x="35577" y="55000"/>
                </a:lnTo>
                <a:lnTo>
                  <a:pt x="35385" y="55192"/>
                </a:lnTo>
                <a:lnTo>
                  <a:pt x="35000" y="55192"/>
                </a:lnTo>
                <a:lnTo>
                  <a:pt x="34615" y="55192"/>
                </a:lnTo>
                <a:lnTo>
                  <a:pt x="33462" y="55962"/>
                </a:lnTo>
                <a:lnTo>
                  <a:pt x="33077" y="55962"/>
                </a:lnTo>
                <a:lnTo>
                  <a:pt x="32692" y="55962"/>
                </a:lnTo>
                <a:lnTo>
                  <a:pt x="31923" y="56346"/>
                </a:lnTo>
                <a:lnTo>
                  <a:pt x="31154" y="57115"/>
                </a:lnTo>
                <a:lnTo>
                  <a:pt x="29615" y="57885"/>
                </a:lnTo>
                <a:lnTo>
                  <a:pt x="28269" y="59231"/>
                </a:lnTo>
                <a:lnTo>
                  <a:pt x="28269" y="59615"/>
                </a:lnTo>
                <a:lnTo>
                  <a:pt x="26731" y="61538"/>
                </a:lnTo>
                <a:lnTo>
                  <a:pt x="25962" y="63077"/>
                </a:lnTo>
                <a:lnTo>
                  <a:pt x="25577" y="65000"/>
                </a:lnTo>
                <a:lnTo>
                  <a:pt x="25385" y="65192"/>
                </a:lnTo>
                <a:lnTo>
                  <a:pt x="25192" y="65385"/>
                </a:lnTo>
                <a:lnTo>
                  <a:pt x="25192" y="66538"/>
                </a:lnTo>
                <a:lnTo>
                  <a:pt x="25000" y="66731"/>
                </a:lnTo>
                <a:lnTo>
                  <a:pt x="24808" y="66923"/>
                </a:lnTo>
                <a:lnTo>
                  <a:pt x="24808" y="68462"/>
                </a:lnTo>
                <a:lnTo>
                  <a:pt x="24615" y="68654"/>
                </a:lnTo>
                <a:lnTo>
                  <a:pt x="24423" y="68846"/>
                </a:lnTo>
                <a:lnTo>
                  <a:pt x="24423" y="70769"/>
                </a:lnTo>
                <a:lnTo>
                  <a:pt x="24231" y="70962"/>
                </a:lnTo>
                <a:lnTo>
                  <a:pt x="24038" y="71154"/>
                </a:lnTo>
                <a:lnTo>
                  <a:pt x="24038" y="72308"/>
                </a:lnTo>
                <a:lnTo>
                  <a:pt x="23846" y="72500"/>
                </a:lnTo>
                <a:lnTo>
                  <a:pt x="23462" y="72500"/>
                </a:lnTo>
                <a:lnTo>
                  <a:pt x="22885" y="71923"/>
                </a:lnTo>
                <a:lnTo>
                  <a:pt x="23269" y="71154"/>
                </a:lnTo>
                <a:lnTo>
                  <a:pt x="23269" y="68846"/>
                </a:lnTo>
                <a:lnTo>
                  <a:pt x="23462" y="68654"/>
                </a:lnTo>
                <a:lnTo>
                  <a:pt x="23654" y="68462"/>
                </a:lnTo>
                <a:lnTo>
                  <a:pt x="23654" y="67308"/>
                </a:lnTo>
                <a:lnTo>
                  <a:pt x="23846" y="67115"/>
                </a:lnTo>
                <a:lnTo>
                  <a:pt x="24038" y="66923"/>
                </a:lnTo>
                <a:lnTo>
                  <a:pt x="24423" y="64231"/>
                </a:lnTo>
                <a:lnTo>
                  <a:pt x="24615" y="64038"/>
                </a:lnTo>
                <a:lnTo>
                  <a:pt x="24808" y="63846"/>
                </a:lnTo>
                <a:lnTo>
                  <a:pt x="25192" y="61923"/>
                </a:lnTo>
                <a:lnTo>
                  <a:pt x="26346" y="60385"/>
                </a:lnTo>
                <a:lnTo>
                  <a:pt x="26731" y="59231"/>
                </a:lnTo>
                <a:lnTo>
                  <a:pt x="29231" y="56731"/>
                </a:lnTo>
                <a:lnTo>
                  <a:pt x="29615" y="56731"/>
                </a:lnTo>
                <a:lnTo>
                  <a:pt x="30385" y="55962"/>
                </a:lnTo>
                <a:lnTo>
                  <a:pt x="32692" y="54808"/>
                </a:lnTo>
                <a:lnTo>
                  <a:pt x="33077" y="54808"/>
                </a:lnTo>
                <a:lnTo>
                  <a:pt x="33462" y="54808"/>
                </a:lnTo>
                <a:lnTo>
                  <a:pt x="34231" y="54423"/>
                </a:lnTo>
                <a:lnTo>
                  <a:pt x="34423" y="52692"/>
                </a:lnTo>
                <a:lnTo>
                  <a:pt x="35192" y="51154"/>
                </a:lnTo>
                <a:lnTo>
                  <a:pt x="35962" y="50385"/>
                </a:lnTo>
                <a:lnTo>
                  <a:pt x="35962" y="50000"/>
                </a:lnTo>
                <a:lnTo>
                  <a:pt x="36923" y="49038"/>
                </a:lnTo>
                <a:lnTo>
                  <a:pt x="37308" y="49038"/>
                </a:lnTo>
                <a:lnTo>
                  <a:pt x="38846" y="47885"/>
                </a:lnTo>
                <a:lnTo>
                  <a:pt x="39231" y="47885"/>
                </a:lnTo>
                <a:lnTo>
                  <a:pt x="39615" y="47885"/>
                </a:lnTo>
                <a:lnTo>
                  <a:pt x="39808" y="47692"/>
                </a:lnTo>
                <a:lnTo>
                  <a:pt x="40000" y="47500"/>
                </a:lnTo>
                <a:lnTo>
                  <a:pt x="41154" y="47500"/>
                </a:lnTo>
                <a:lnTo>
                  <a:pt x="42115" y="46923"/>
                </a:lnTo>
                <a:lnTo>
                  <a:pt x="40577" y="45000"/>
                </a:lnTo>
                <a:lnTo>
                  <a:pt x="39808" y="43462"/>
                </a:lnTo>
                <a:lnTo>
                  <a:pt x="39808" y="43077"/>
                </a:lnTo>
                <a:lnTo>
                  <a:pt x="39808" y="42692"/>
                </a:lnTo>
                <a:lnTo>
                  <a:pt x="39423" y="41923"/>
                </a:lnTo>
                <a:lnTo>
                  <a:pt x="38846" y="41346"/>
                </a:lnTo>
                <a:lnTo>
                  <a:pt x="38462" y="41346"/>
                </a:lnTo>
                <a:lnTo>
                  <a:pt x="38077" y="41346"/>
                </a:lnTo>
                <a:lnTo>
                  <a:pt x="37308" y="40962"/>
                </a:lnTo>
                <a:lnTo>
                  <a:pt x="35962" y="39615"/>
                </a:lnTo>
                <a:lnTo>
                  <a:pt x="35577" y="38846"/>
                </a:lnTo>
                <a:lnTo>
                  <a:pt x="35577" y="35385"/>
                </a:lnTo>
                <a:lnTo>
                  <a:pt x="36346" y="33846"/>
                </a:lnTo>
                <a:lnTo>
                  <a:pt x="35192" y="32308"/>
                </a:lnTo>
                <a:lnTo>
                  <a:pt x="35192" y="30000"/>
                </a:lnTo>
                <a:lnTo>
                  <a:pt x="35962" y="28846"/>
                </a:lnTo>
                <a:lnTo>
                  <a:pt x="35192" y="27308"/>
                </a:lnTo>
                <a:lnTo>
                  <a:pt x="35192" y="26154"/>
                </a:lnTo>
                <a:lnTo>
                  <a:pt x="35000" y="25962"/>
                </a:lnTo>
                <a:lnTo>
                  <a:pt x="34808" y="25769"/>
                </a:lnTo>
                <a:lnTo>
                  <a:pt x="35000" y="25577"/>
                </a:lnTo>
                <a:lnTo>
                  <a:pt x="35192" y="25385"/>
                </a:lnTo>
                <a:lnTo>
                  <a:pt x="35192" y="24231"/>
                </a:lnTo>
                <a:lnTo>
                  <a:pt x="35962" y="23462"/>
                </a:lnTo>
                <a:lnTo>
                  <a:pt x="35962" y="23077"/>
                </a:lnTo>
                <a:lnTo>
                  <a:pt x="36154" y="22885"/>
                </a:lnTo>
                <a:lnTo>
                  <a:pt x="36538" y="22885"/>
                </a:lnTo>
                <a:lnTo>
                  <a:pt x="37308" y="22115"/>
                </a:lnTo>
                <a:lnTo>
                  <a:pt x="37692" y="22115"/>
                </a:lnTo>
                <a:lnTo>
                  <a:pt x="38077" y="22115"/>
                </a:lnTo>
                <a:lnTo>
                  <a:pt x="39038" y="21538"/>
                </a:lnTo>
                <a:lnTo>
                  <a:pt x="39038" y="20385"/>
                </a:lnTo>
                <a:lnTo>
                  <a:pt x="39423" y="19615"/>
                </a:lnTo>
                <a:lnTo>
                  <a:pt x="40769" y="18269"/>
                </a:lnTo>
                <a:lnTo>
                  <a:pt x="41538" y="17885"/>
                </a:lnTo>
                <a:lnTo>
                  <a:pt x="44615" y="17885"/>
                </a:lnTo>
                <a:lnTo>
                  <a:pt x="44808" y="18077"/>
                </a:lnTo>
                <a:lnTo>
                  <a:pt x="45000" y="18269"/>
                </a:lnTo>
                <a:lnTo>
                  <a:pt x="46154" y="17115"/>
                </a:lnTo>
                <a:lnTo>
                  <a:pt x="48654" y="16154"/>
                </a:lnTo>
                <a:close/>
                <a:moveTo>
                  <a:pt x="48077" y="17115"/>
                </a:moveTo>
                <a:lnTo>
                  <a:pt x="47308" y="17500"/>
                </a:lnTo>
                <a:lnTo>
                  <a:pt x="45385" y="19423"/>
                </a:lnTo>
                <a:lnTo>
                  <a:pt x="44615" y="18654"/>
                </a:lnTo>
                <a:lnTo>
                  <a:pt x="42308" y="18654"/>
                </a:lnTo>
                <a:lnTo>
                  <a:pt x="41538" y="19038"/>
                </a:lnTo>
                <a:lnTo>
                  <a:pt x="40192" y="20769"/>
                </a:lnTo>
                <a:lnTo>
                  <a:pt x="40192" y="22308"/>
                </a:lnTo>
                <a:lnTo>
                  <a:pt x="39615" y="22885"/>
                </a:lnTo>
                <a:lnTo>
                  <a:pt x="38077" y="22885"/>
                </a:lnTo>
                <a:lnTo>
                  <a:pt x="36731" y="23846"/>
                </a:lnTo>
                <a:lnTo>
                  <a:pt x="36346" y="24615"/>
                </a:lnTo>
                <a:lnTo>
                  <a:pt x="36346" y="27308"/>
                </a:lnTo>
                <a:lnTo>
                  <a:pt x="37115" y="28846"/>
                </a:lnTo>
                <a:lnTo>
                  <a:pt x="36346" y="30000"/>
                </a:lnTo>
                <a:lnTo>
                  <a:pt x="36346" y="31923"/>
                </a:lnTo>
                <a:lnTo>
                  <a:pt x="37692" y="33654"/>
                </a:lnTo>
                <a:lnTo>
                  <a:pt x="39231" y="33654"/>
                </a:lnTo>
                <a:lnTo>
                  <a:pt x="40192" y="33077"/>
                </a:lnTo>
                <a:lnTo>
                  <a:pt x="40962" y="31538"/>
                </a:lnTo>
                <a:lnTo>
                  <a:pt x="40962" y="29231"/>
                </a:lnTo>
                <a:lnTo>
                  <a:pt x="41154" y="29038"/>
                </a:lnTo>
                <a:lnTo>
                  <a:pt x="41923" y="29423"/>
                </a:lnTo>
                <a:lnTo>
                  <a:pt x="44615" y="29423"/>
                </a:lnTo>
                <a:lnTo>
                  <a:pt x="45385" y="28654"/>
                </a:lnTo>
                <a:lnTo>
                  <a:pt x="45769" y="28654"/>
                </a:lnTo>
                <a:lnTo>
                  <a:pt x="45962" y="28846"/>
                </a:lnTo>
                <a:lnTo>
                  <a:pt x="44231" y="30192"/>
                </a:lnTo>
                <a:lnTo>
                  <a:pt x="43846" y="30192"/>
                </a:lnTo>
                <a:lnTo>
                  <a:pt x="43462" y="30192"/>
                </a:lnTo>
                <a:lnTo>
                  <a:pt x="43269" y="30385"/>
                </a:lnTo>
                <a:lnTo>
                  <a:pt x="43077" y="30577"/>
                </a:lnTo>
                <a:lnTo>
                  <a:pt x="42308" y="30192"/>
                </a:lnTo>
                <a:lnTo>
                  <a:pt x="41731" y="30769"/>
                </a:lnTo>
                <a:lnTo>
                  <a:pt x="41731" y="32308"/>
                </a:lnTo>
                <a:lnTo>
                  <a:pt x="40385" y="34038"/>
                </a:lnTo>
                <a:lnTo>
                  <a:pt x="38846" y="34808"/>
                </a:lnTo>
                <a:lnTo>
                  <a:pt x="37692" y="34423"/>
                </a:lnTo>
                <a:lnTo>
                  <a:pt x="37115" y="35000"/>
                </a:lnTo>
                <a:lnTo>
                  <a:pt x="36731" y="35769"/>
                </a:lnTo>
                <a:lnTo>
                  <a:pt x="36731" y="38462"/>
                </a:lnTo>
                <a:lnTo>
                  <a:pt x="38077" y="40192"/>
                </a:lnTo>
                <a:lnTo>
                  <a:pt x="40192" y="40769"/>
                </a:lnTo>
                <a:lnTo>
                  <a:pt x="40192" y="41154"/>
                </a:lnTo>
                <a:lnTo>
                  <a:pt x="40192" y="41538"/>
                </a:lnTo>
                <a:lnTo>
                  <a:pt x="40385" y="41731"/>
                </a:lnTo>
                <a:lnTo>
                  <a:pt x="40577" y="41923"/>
                </a:lnTo>
                <a:lnTo>
                  <a:pt x="40577" y="42308"/>
                </a:lnTo>
                <a:lnTo>
                  <a:pt x="40577" y="42692"/>
                </a:lnTo>
                <a:lnTo>
                  <a:pt x="41346" y="44231"/>
                </a:lnTo>
                <a:lnTo>
                  <a:pt x="42500" y="45385"/>
                </a:lnTo>
                <a:lnTo>
                  <a:pt x="42500" y="45769"/>
                </a:lnTo>
                <a:lnTo>
                  <a:pt x="45000" y="48269"/>
                </a:lnTo>
                <a:lnTo>
                  <a:pt x="47308" y="49423"/>
                </a:lnTo>
                <a:lnTo>
                  <a:pt x="47692" y="49423"/>
                </a:lnTo>
                <a:lnTo>
                  <a:pt x="48077" y="49423"/>
                </a:lnTo>
                <a:lnTo>
                  <a:pt x="48269" y="49615"/>
                </a:lnTo>
                <a:lnTo>
                  <a:pt x="48462" y="49808"/>
                </a:lnTo>
                <a:lnTo>
                  <a:pt x="50385" y="49808"/>
                </a:lnTo>
                <a:lnTo>
                  <a:pt x="50577" y="49615"/>
                </a:lnTo>
                <a:lnTo>
                  <a:pt x="50769" y="49423"/>
                </a:lnTo>
                <a:lnTo>
                  <a:pt x="51923" y="49423"/>
                </a:lnTo>
                <a:lnTo>
                  <a:pt x="53462" y="48654"/>
                </a:lnTo>
                <a:lnTo>
                  <a:pt x="55577" y="46923"/>
                </a:lnTo>
                <a:lnTo>
                  <a:pt x="55577" y="46538"/>
                </a:lnTo>
                <a:lnTo>
                  <a:pt x="57115" y="45000"/>
                </a:lnTo>
                <a:lnTo>
                  <a:pt x="57500" y="44231"/>
                </a:lnTo>
                <a:lnTo>
                  <a:pt x="58269" y="43077"/>
                </a:lnTo>
                <a:lnTo>
                  <a:pt x="58654" y="41154"/>
                </a:lnTo>
                <a:lnTo>
                  <a:pt x="59231" y="40577"/>
                </a:lnTo>
                <a:lnTo>
                  <a:pt x="60769" y="40577"/>
                </a:lnTo>
                <a:lnTo>
                  <a:pt x="61731" y="39615"/>
                </a:lnTo>
                <a:lnTo>
                  <a:pt x="62500" y="38077"/>
                </a:lnTo>
                <a:lnTo>
                  <a:pt x="62500" y="35769"/>
                </a:lnTo>
                <a:lnTo>
                  <a:pt x="62115" y="35000"/>
                </a:lnTo>
                <a:lnTo>
                  <a:pt x="61538" y="34423"/>
                </a:lnTo>
                <a:lnTo>
                  <a:pt x="59231" y="34423"/>
                </a:lnTo>
                <a:lnTo>
                  <a:pt x="58462" y="34038"/>
                </a:lnTo>
                <a:lnTo>
                  <a:pt x="57885" y="33462"/>
                </a:lnTo>
                <a:lnTo>
                  <a:pt x="57115" y="31923"/>
                </a:lnTo>
                <a:lnTo>
                  <a:pt x="57115" y="30000"/>
                </a:lnTo>
                <a:lnTo>
                  <a:pt x="56923" y="29808"/>
                </a:lnTo>
                <a:lnTo>
                  <a:pt x="56154" y="30192"/>
                </a:lnTo>
                <a:lnTo>
                  <a:pt x="55000" y="30192"/>
                </a:lnTo>
                <a:lnTo>
                  <a:pt x="53077" y="29038"/>
                </a:lnTo>
                <a:lnTo>
                  <a:pt x="51154" y="30192"/>
                </a:lnTo>
                <a:lnTo>
                  <a:pt x="48077" y="30192"/>
                </a:lnTo>
                <a:lnTo>
                  <a:pt x="47308" y="29808"/>
                </a:lnTo>
                <a:lnTo>
                  <a:pt x="45962" y="28462"/>
                </a:lnTo>
                <a:lnTo>
                  <a:pt x="45962" y="28077"/>
                </a:lnTo>
                <a:lnTo>
                  <a:pt x="45962" y="27692"/>
                </a:lnTo>
                <a:lnTo>
                  <a:pt x="46154" y="27500"/>
                </a:lnTo>
                <a:lnTo>
                  <a:pt x="46538" y="27500"/>
                </a:lnTo>
                <a:lnTo>
                  <a:pt x="47308" y="28654"/>
                </a:lnTo>
                <a:lnTo>
                  <a:pt x="48846" y="29423"/>
                </a:lnTo>
                <a:lnTo>
                  <a:pt x="50385" y="29423"/>
                </a:lnTo>
                <a:lnTo>
                  <a:pt x="50577" y="29231"/>
                </a:lnTo>
                <a:lnTo>
                  <a:pt x="50769" y="29038"/>
                </a:lnTo>
                <a:lnTo>
                  <a:pt x="51154" y="29038"/>
                </a:lnTo>
                <a:lnTo>
                  <a:pt x="51538" y="29038"/>
                </a:lnTo>
                <a:lnTo>
                  <a:pt x="53077" y="27500"/>
                </a:lnTo>
                <a:lnTo>
                  <a:pt x="53654" y="28077"/>
                </a:lnTo>
                <a:lnTo>
                  <a:pt x="53654" y="28462"/>
                </a:lnTo>
                <a:lnTo>
                  <a:pt x="53846" y="28654"/>
                </a:lnTo>
                <a:lnTo>
                  <a:pt x="54231" y="28654"/>
                </a:lnTo>
                <a:lnTo>
                  <a:pt x="55000" y="29423"/>
                </a:lnTo>
                <a:lnTo>
                  <a:pt x="56538" y="29423"/>
                </a:lnTo>
                <a:lnTo>
                  <a:pt x="57692" y="28654"/>
                </a:lnTo>
                <a:lnTo>
                  <a:pt x="57885" y="28846"/>
                </a:lnTo>
                <a:lnTo>
                  <a:pt x="57885" y="31154"/>
                </a:lnTo>
                <a:lnTo>
                  <a:pt x="58077" y="31346"/>
                </a:lnTo>
                <a:lnTo>
                  <a:pt x="58269" y="31538"/>
                </a:lnTo>
                <a:lnTo>
                  <a:pt x="58269" y="31923"/>
                </a:lnTo>
                <a:lnTo>
                  <a:pt x="58269" y="32308"/>
                </a:lnTo>
                <a:lnTo>
                  <a:pt x="59615" y="33654"/>
                </a:lnTo>
                <a:lnTo>
                  <a:pt x="61154" y="33654"/>
                </a:lnTo>
                <a:lnTo>
                  <a:pt x="62500" y="32308"/>
                </a:lnTo>
                <a:lnTo>
                  <a:pt x="62885" y="31538"/>
                </a:lnTo>
                <a:lnTo>
                  <a:pt x="62885" y="30385"/>
                </a:lnTo>
                <a:lnTo>
                  <a:pt x="61731" y="28462"/>
                </a:lnTo>
                <a:lnTo>
                  <a:pt x="62885" y="27308"/>
                </a:lnTo>
                <a:lnTo>
                  <a:pt x="62885" y="24615"/>
                </a:lnTo>
                <a:lnTo>
                  <a:pt x="61538" y="23269"/>
                </a:lnTo>
                <a:lnTo>
                  <a:pt x="60769" y="22885"/>
                </a:lnTo>
                <a:lnTo>
                  <a:pt x="59231" y="22885"/>
                </a:lnTo>
                <a:lnTo>
                  <a:pt x="59038" y="22692"/>
                </a:lnTo>
                <a:lnTo>
                  <a:pt x="59038" y="20769"/>
                </a:lnTo>
                <a:lnTo>
                  <a:pt x="57308" y="19038"/>
                </a:lnTo>
                <a:lnTo>
                  <a:pt x="56538" y="18654"/>
                </a:lnTo>
                <a:lnTo>
                  <a:pt x="54615" y="18654"/>
                </a:lnTo>
                <a:lnTo>
                  <a:pt x="53462" y="19423"/>
                </a:lnTo>
                <a:lnTo>
                  <a:pt x="53269" y="19231"/>
                </a:lnTo>
                <a:lnTo>
                  <a:pt x="53269" y="18846"/>
                </a:lnTo>
                <a:lnTo>
                  <a:pt x="52308" y="17885"/>
                </a:lnTo>
                <a:lnTo>
                  <a:pt x="50769" y="17115"/>
                </a:lnTo>
                <a:lnTo>
                  <a:pt x="48077" y="17115"/>
                </a:lnTo>
                <a:close/>
                <a:moveTo>
                  <a:pt x="49038" y="21154"/>
                </a:moveTo>
                <a:lnTo>
                  <a:pt x="50385" y="20962"/>
                </a:lnTo>
                <a:lnTo>
                  <a:pt x="50577" y="21154"/>
                </a:lnTo>
                <a:lnTo>
                  <a:pt x="50577" y="21538"/>
                </a:lnTo>
                <a:lnTo>
                  <a:pt x="50385" y="21731"/>
                </a:lnTo>
                <a:lnTo>
                  <a:pt x="50000" y="21731"/>
                </a:lnTo>
                <a:lnTo>
                  <a:pt x="49038" y="21154"/>
                </a:lnTo>
                <a:close/>
                <a:moveTo>
                  <a:pt x="48269" y="21923"/>
                </a:moveTo>
                <a:lnTo>
                  <a:pt x="48462" y="21731"/>
                </a:lnTo>
                <a:lnTo>
                  <a:pt x="48654" y="21923"/>
                </a:lnTo>
                <a:lnTo>
                  <a:pt x="48654" y="22308"/>
                </a:lnTo>
                <a:lnTo>
                  <a:pt x="48462" y="22500"/>
                </a:lnTo>
                <a:lnTo>
                  <a:pt x="48077" y="22500"/>
                </a:lnTo>
                <a:lnTo>
                  <a:pt x="47885" y="22308"/>
                </a:lnTo>
                <a:lnTo>
                  <a:pt x="48077" y="22115"/>
                </a:lnTo>
                <a:lnTo>
                  <a:pt x="48269" y="21923"/>
                </a:lnTo>
                <a:close/>
                <a:moveTo>
                  <a:pt x="42885" y="23846"/>
                </a:moveTo>
                <a:lnTo>
                  <a:pt x="44231" y="23654"/>
                </a:lnTo>
                <a:lnTo>
                  <a:pt x="45192" y="24615"/>
                </a:lnTo>
                <a:lnTo>
                  <a:pt x="45000" y="24808"/>
                </a:lnTo>
                <a:lnTo>
                  <a:pt x="44615" y="24808"/>
                </a:lnTo>
                <a:lnTo>
                  <a:pt x="44423" y="24615"/>
                </a:lnTo>
                <a:lnTo>
                  <a:pt x="44231" y="24423"/>
                </a:lnTo>
                <a:lnTo>
                  <a:pt x="43077" y="24423"/>
                </a:lnTo>
                <a:lnTo>
                  <a:pt x="42308" y="25192"/>
                </a:lnTo>
                <a:lnTo>
                  <a:pt x="42115" y="25000"/>
                </a:lnTo>
                <a:lnTo>
                  <a:pt x="42115" y="24615"/>
                </a:lnTo>
                <a:lnTo>
                  <a:pt x="42885" y="23846"/>
                </a:lnTo>
                <a:close/>
                <a:moveTo>
                  <a:pt x="54038" y="23846"/>
                </a:moveTo>
                <a:lnTo>
                  <a:pt x="54231" y="23654"/>
                </a:lnTo>
                <a:lnTo>
                  <a:pt x="54615" y="23654"/>
                </a:lnTo>
                <a:lnTo>
                  <a:pt x="54808" y="23846"/>
                </a:lnTo>
                <a:lnTo>
                  <a:pt x="55000" y="24038"/>
                </a:lnTo>
                <a:lnTo>
                  <a:pt x="56154" y="24038"/>
                </a:lnTo>
                <a:lnTo>
                  <a:pt x="56346" y="24231"/>
                </a:lnTo>
                <a:lnTo>
                  <a:pt x="56346" y="24615"/>
                </a:lnTo>
                <a:lnTo>
                  <a:pt x="56154" y="24808"/>
                </a:lnTo>
                <a:lnTo>
                  <a:pt x="55769" y="24808"/>
                </a:lnTo>
                <a:lnTo>
                  <a:pt x="55577" y="24615"/>
                </a:lnTo>
                <a:lnTo>
                  <a:pt x="55385" y="24423"/>
                </a:lnTo>
                <a:lnTo>
                  <a:pt x="54231" y="24423"/>
                </a:lnTo>
                <a:lnTo>
                  <a:pt x="54038" y="24231"/>
                </a:lnTo>
                <a:lnTo>
                  <a:pt x="54038" y="23846"/>
                </a:lnTo>
                <a:close/>
                <a:moveTo>
                  <a:pt x="41731" y="25385"/>
                </a:moveTo>
                <a:lnTo>
                  <a:pt x="41923" y="25192"/>
                </a:lnTo>
                <a:lnTo>
                  <a:pt x="42115" y="25385"/>
                </a:lnTo>
                <a:lnTo>
                  <a:pt x="42115" y="25769"/>
                </a:lnTo>
                <a:lnTo>
                  <a:pt x="42115" y="26154"/>
                </a:lnTo>
                <a:lnTo>
                  <a:pt x="40769" y="26346"/>
                </a:lnTo>
                <a:lnTo>
                  <a:pt x="40000" y="27115"/>
                </a:lnTo>
                <a:lnTo>
                  <a:pt x="39423" y="26538"/>
                </a:lnTo>
                <a:lnTo>
                  <a:pt x="39423" y="26154"/>
                </a:lnTo>
                <a:lnTo>
                  <a:pt x="41154" y="25962"/>
                </a:lnTo>
                <a:lnTo>
                  <a:pt x="41731" y="25385"/>
                </a:lnTo>
                <a:close/>
                <a:moveTo>
                  <a:pt x="59038" y="26154"/>
                </a:moveTo>
                <a:lnTo>
                  <a:pt x="59231" y="25962"/>
                </a:lnTo>
                <a:lnTo>
                  <a:pt x="59808" y="26538"/>
                </a:lnTo>
                <a:lnTo>
                  <a:pt x="59808" y="26923"/>
                </a:lnTo>
                <a:lnTo>
                  <a:pt x="59038" y="27692"/>
                </a:lnTo>
                <a:lnTo>
                  <a:pt x="58846" y="27885"/>
                </a:lnTo>
                <a:lnTo>
                  <a:pt x="58269" y="26923"/>
                </a:lnTo>
                <a:lnTo>
                  <a:pt x="59038" y="26154"/>
                </a:lnTo>
                <a:close/>
                <a:moveTo>
                  <a:pt x="43269" y="34231"/>
                </a:moveTo>
                <a:lnTo>
                  <a:pt x="43462" y="34038"/>
                </a:lnTo>
                <a:lnTo>
                  <a:pt x="46538" y="34038"/>
                </a:lnTo>
                <a:lnTo>
                  <a:pt x="47115" y="34615"/>
                </a:lnTo>
                <a:lnTo>
                  <a:pt x="47115" y="35000"/>
                </a:lnTo>
                <a:lnTo>
                  <a:pt x="47115" y="35385"/>
                </a:lnTo>
                <a:lnTo>
                  <a:pt x="46923" y="35577"/>
                </a:lnTo>
                <a:lnTo>
                  <a:pt x="46731" y="35385"/>
                </a:lnTo>
                <a:lnTo>
                  <a:pt x="46538" y="35192"/>
                </a:lnTo>
                <a:lnTo>
                  <a:pt x="45769" y="34808"/>
                </a:lnTo>
                <a:lnTo>
                  <a:pt x="44231" y="34808"/>
                </a:lnTo>
                <a:lnTo>
                  <a:pt x="43462" y="35577"/>
                </a:lnTo>
                <a:lnTo>
                  <a:pt x="43077" y="35577"/>
                </a:lnTo>
                <a:lnTo>
                  <a:pt x="42885" y="34615"/>
                </a:lnTo>
                <a:lnTo>
                  <a:pt x="43077" y="34423"/>
                </a:lnTo>
                <a:lnTo>
                  <a:pt x="43269" y="34231"/>
                </a:lnTo>
                <a:close/>
                <a:moveTo>
                  <a:pt x="52885" y="34231"/>
                </a:moveTo>
                <a:lnTo>
                  <a:pt x="53077" y="34038"/>
                </a:lnTo>
                <a:lnTo>
                  <a:pt x="55385" y="34038"/>
                </a:lnTo>
                <a:lnTo>
                  <a:pt x="56346" y="35000"/>
                </a:lnTo>
                <a:lnTo>
                  <a:pt x="56346" y="35385"/>
                </a:lnTo>
                <a:lnTo>
                  <a:pt x="56154" y="35577"/>
                </a:lnTo>
                <a:lnTo>
                  <a:pt x="55192" y="35385"/>
                </a:lnTo>
                <a:lnTo>
                  <a:pt x="54615" y="34808"/>
                </a:lnTo>
                <a:lnTo>
                  <a:pt x="54231" y="34808"/>
                </a:lnTo>
                <a:lnTo>
                  <a:pt x="53846" y="34808"/>
                </a:lnTo>
                <a:lnTo>
                  <a:pt x="52308" y="35577"/>
                </a:lnTo>
                <a:lnTo>
                  <a:pt x="52115" y="35385"/>
                </a:lnTo>
                <a:lnTo>
                  <a:pt x="52115" y="35000"/>
                </a:lnTo>
                <a:lnTo>
                  <a:pt x="52885" y="34231"/>
                </a:lnTo>
                <a:close/>
                <a:moveTo>
                  <a:pt x="44423" y="36154"/>
                </a:moveTo>
                <a:lnTo>
                  <a:pt x="45385" y="35962"/>
                </a:lnTo>
                <a:lnTo>
                  <a:pt x="45962" y="36538"/>
                </a:lnTo>
                <a:lnTo>
                  <a:pt x="45962" y="36923"/>
                </a:lnTo>
                <a:lnTo>
                  <a:pt x="45962" y="37308"/>
                </a:lnTo>
                <a:lnTo>
                  <a:pt x="45769" y="37500"/>
                </a:lnTo>
                <a:lnTo>
                  <a:pt x="45577" y="37692"/>
                </a:lnTo>
                <a:lnTo>
                  <a:pt x="45385" y="37885"/>
                </a:lnTo>
                <a:lnTo>
                  <a:pt x="45000" y="37885"/>
                </a:lnTo>
                <a:lnTo>
                  <a:pt x="44038" y="36923"/>
                </a:lnTo>
                <a:lnTo>
                  <a:pt x="44423" y="36154"/>
                </a:lnTo>
                <a:close/>
                <a:moveTo>
                  <a:pt x="53654" y="36154"/>
                </a:moveTo>
                <a:lnTo>
                  <a:pt x="53846" y="35962"/>
                </a:lnTo>
                <a:lnTo>
                  <a:pt x="54808" y="36154"/>
                </a:lnTo>
                <a:lnTo>
                  <a:pt x="55192" y="36923"/>
                </a:lnTo>
                <a:lnTo>
                  <a:pt x="54615" y="37500"/>
                </a:lnTo>
                <a:lnTo>
                  <a:pt x="54423" y="37692"/>
                </a:lnTo>
                <a:lnTo>
                  <a:pt x="54231" y="37885"/>
                </a:lnTo>
                <a:lnTo>
                  <a:pt x="53269" y="36923"/>
                </a:lnTo>
                <a:lnTo>
                  <a:pt x="53654" y="36154"/>
                </a:lnTo>
                <a:close/>
                <a:moveTo>
                  <a:pt x="47500" y="44615"/>
                </a:moveTo>
                <a:lnTo>
                  <a:pt x="48846" y="44423"/>
                </a:lnTo>
                <a:lnTo>
                  <a:pt x="49038" y="44615"/>
                </a:lnTo>
                <a:lnTo>
                  <a:pt x="49231" y="44808"/>
                </a:lnTo>
                <a:lnTo>
                  <a:pt x="50385" y="44808"/>
                </a:lnTo>
                <a:lnTo>
                  <a:pt x="51154" y="44423"/>
                </a:lnTo>
                <a:lnTo>
                  <a:pt x="51346" y="44615"/>
                </a:lnTo>
                <a:lnTo>
                  <a:pt x="51346" y="45000"/>
                </a:lnTo>
                <a:lnTo>
                  <a:pt x="51154" y="45192"/>
                </a:lnTo>
                <a:lnTo>
                  <a:pt x="50000" y="45962"/>
                </a:lnTo>
                <a:lnTo>
                  <a:pt x="48846" y="45962"/>
                </a:lnTo>
                <a:lnTo>
                  <a:pt x="48077" y="45577"/>
                </a:lnTo>
                <a:lnTo>
                  <a:pt x="47500" y="45000"/>
                </a:lnTo>
                <a:lnTo>
                  <a:pt x="47500" y="44615"/>
                </a:lnTo>
                <a:close/>
                <a:moveTo>
                  <a:pt x="44231" y="48654"/>
                </a:moveTo>
                <a:lnTo>
                  <a:pt x="44038" y="48846"/>
                </a:lnTo>
                <a:lnTo>
                  <a:pt x="44038" y="53077"/>
                </a:lnTo>
                <a:lnTo>
                  <a:pt x="47692" y="56731"/>
                </a:lnTo>
                <a:lnTo>
                  <a:pt x="48077" y="56731"/>
                </a:lnTo>
                <a:lnTo>
                  <a:pt x="49038" y="57692"/>
                </a:lnTo>
                <a:lnTo>
                  <a:pt x="49038" y="58077"/>
                </a:lnTo>
                <a:lnTo>
                  <a:pt x="49231" y="58269"/>
                </a:lnTo>
                <a:lnTo>
                  <a:pt x="49615" y="58269"/>
                </a:lnTo>
                <a:lnTo>
                  <a:pt x="50000" y="58269"/>
                </a:lnTo>
                <a:lnTo>
                  <a:pt x="53846" y="54808"/>
                </a:lnTo>
                <a:lnTo>
                  <a:pt x="55577" y="53462"/>
                </a:lnTo>
                <a:lnTo>
                  <a:pt x="55577" y="48846"/>
                </a:lnTo>
                <a:lnTo>
                  <a:pt x="55385" y="48654"/>
                </a:lnTo>
                <a:lnTo>
                  <a:pt x="51538" y="50577"/>
                </a:lnTo>
                <a:lnTo>
                  <a:pt x="47692" y="50577"/>
                </a:lnTo>
                <a:lnTo>
                  <a:pt x="47500" y="50385"/>
                </a:lnTo>
                <a:lnTo>
                  <a:pt x="47308" y="50192"/>
                </a:lnTo>
                <a:lnTo>
                  <a:pt x="46923" y="50192"/>
                </a:lnTo>
                <a:lnTo>
                  <a:pt x="46538" y="50192"/>
                </a:lnTo>
                <a:lnTo>
                  <a:pt x="45000" y="49423"/>
                </a:lnTo>
                <a:lnTo>
                  <a:pt x="44231" y="48654"/>
                </a:lnTo>
                <a:close/>
                <a:moveTo>
                  <a:pt x="44808" y="58462"/>
                </a:moveTo>
                <a:lnTo>
                  <a:pt x="45000" y="58269"/>
                </a:lnTo>
                <a:lnTo>
                  <a:pt x="45385" y="58269"/>
                </a:lnTo>
                <a:lnTo>
                  <a:pt x="45962" y="58846"/>
                </a:lnTo>
                <a:lnTo>
                  <a:pt x="45962" y="68462"/>
                </a:lnTo>
                <a:lnTo>
                  <a:pt x="45769" y="68654"/>
                </a:lnTo>
                <a:lnTo>
                  <a:pt x="45577" y="68846"/>
                </a:lnTo>
                <a:lnTo>
                  <a:pt x="45385" y="69038"/>
                </a:lnTo>
                <a:lnTo>
                  <a:pt x="44808" y="68462"/>
                </a:lnTo>
                <a:lnTo>
                  <a:pt x="44808" y="58462"/>
                </a:lnTo>
                <a:close/>
                <a:moveTo>
                  <a:pt x="53654" y="58462"/>
                </a:moveTo>
                <a:lnTo>
                  <a:pt x="53846" y="58269"/>
                </a:lnTo>
                <a:lnTo>
                  <a:pt x="54808" y="58462"/>
                </a:lnTo>
                <a:lnTo>
                  <a:pt x="54808" y="68462"/>
                </a:lnTo>
                <a:lnTo>
                  <a:pt x="54615" y="68654"/>
                </a:lnTo>
                <a:lnTo>
                  <a:pt x="53654" y="68462"/>
                </a:lnTo>
                <a:lnTo>
                  <a:pt x="53654" y="58462"/>
                </a:lnTo>
                <a:close/>
                <a:moveTo>
                  <a:pt x="70192" y="60000"/>
                </a:moveTo>
                <a:lnTo>
                  <a:pt x="70385" y="59808"/>
                </a:lnTo>
                <a:lnTo>
                  <a:pt x="70577" y="60000"/>
                </a:lnTo>
                <a:lnTo>
                  <a:pt x="70577" y="61154"/>
                </a:lnTo>
                <a:lnTo>
                  <a:pt x="69808" y="62308"/>
                </a:lnTo>
                <a:lnTo>
                  <a:pt x="69808" y="62692"/>
                </a:lnTo>
                <a:lnTo>
                  <a:pt x="69808" y="63077"/>
                </a:lnTo>
                <a:lnTo>
                  <a:pt x="69615" y="63269"/>
                </a:lnTo>
                <a:lnTo>
                  <a:pt x="69423" y="63462"/>
                </a:lnTo>
                <a:lnTo>
                  <a:pt x="69423" y="64615"/>
                </a:lnTo>
                <a:lnTo>
                  <a:pt x="69231" y="64808"/>
                </a:lnTo>
                <a:lnTo>
                  <a:pt x="69038" y="65000"/>
                </a:lnTo>
                <a:lnTo>
                  <a:pt x="69038" y="66538"/>
                </a:lnTo>
                <a:lnTo>
                  <a:pt x="68846" y="66731"/>
                </a:lnTo>
                <a:lnTo>
                  <a:pt x="68654" y="66923"/>
                </a:lnTo>
                <a:lnTo>
                  <a:pt x="68654" y="70000"/>
                </a:lnTo>
                <a:lnTo>
                  <a:pt x="68462" y="70192"/>
                </a:lnTo>
                <a:lnTo>
                  <a:pt x="68269" y="70385"/>
                </a:lnTo>
                <a:lnTo>
                  <a:pt x="68269" y="72308"/>
                </a:lnTo>
                <a:lnTo>
                  <a:pt x="68077" y="72500"/>
                </a:lnTo>
                <a:lnTo>
                  <a:pt x="67692" y="72500"/>
                </a:lnTo>
                <a:lnTo>
                  <a:pt x="67500" y="72308"/>
                </a:lnTo>
                <a:lnTo>
                  <a:pt x="67500" y="69231"/>
                </a:lnTo>
                <a:lnTo>
                  <a:pt x="67692" y="69038"/>
                </a:lnTo>
                <a:lnTo>
                  <a:pt x="67885" y="68846"/>
                </a:lnTo>
                <a:lnTo>
                  <a:pt x="67885" y="66154"/>
                </a:lnTo>
                <a:lnTo>
                  <a:pt x="68077" y="65962"/>
                </a:lnTo>
                <a:lnTo>
                  <a:pt x="68269" y="65769"/>
                </a:lnTo>
                <a:lnTo>
                  <a:pt x="68269" y="64615"/>
                </a:lnTo>
                <a:lnTo>
                  <a:pt x="68462" y="64423"/>
                </a:lnTo>
                <a:lnTo>
                  <a:pt x="68654" y="64231"/>
                </a:lnTo>
                <a:lnTo>
                  <a:pt x="68654" y="63077"/>
                </a:lnTo>
                <a:lnTo>
                  <a:pt x="68846" y="62885"/>
                </a:lnTo>
                <a:lnTo>
                  <a:pt x="69038" y="62692"/>
                </a:lnTo>
                <a:lnTo>
                  <a:pt x="69038" y="62308"/>
                </a:lnTo>
                <a:lnTo>
                  <a:pt x="69038" y="61923"/>
                </a:lnTo>
                <a:lnTo>
                  <a:pt x="70192" y="6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125712" y="2907792"/>
            <a:ext cx="914400" cy="91440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25712" y="2907792"/>
            <a:ext cx="914400" cy="914400"/>
          </a:xfrm>
          <a:prstGeom prst="ellipse">
            <a:avLst/>
          </a:prstGeom>
          <a:solidFill>
            <a:srgbClr val="FFFFFF">
              <a:alpha val="0"/>
            </a:srgbClr>
          </a:solidFill>
          <a:ln w="165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VECTOR_chart_center_5"/>
          <p:cNvSpPr/>
          <p:nvPr/>
        </p:nvSpPr>
        <p:spPr>
          <a:xfrm>
            <a:off x="9125712" y="2907792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71484" y="17969"/>
                </a:moveTo>
                <a:lnTo>
                  <a:pt x="71875" y="17578"/>
                </a:lnTo>
                <a:lnTo>
                  <a:pt x="73047" y="18750"/>
                </a:lnTo>
                <a:lnTo>
                  <a:pt x="73047" y="75000"/>
                </a:lnTo>
                <a:lnTo>
                  <a:pt x="73438" y="75391"/>
                </a:lnTo>
                <a:lnTo>
                  <a:pt x="73828" y="75781"/>
                </a:lnTo>
                <a:lnTo>
                  <a:pt x="72656" y="76953"/>
                </a:lnTo>
                <a:lnTo>
                  <a:pt x="64062" y="76953"/>
                </a:lnTo>
                <a:lnTo>
                  <a:pt x="63281" y="76953"/>
                </a:lnTo>
                <a:lnTo>
                  <a:pt x="62500" y="76953"/>
                </a:lnTo>
                <a:lnTo>
                  <a:pt x="61328" y="75781"/>
                </a:lnTo>
                <a:lnTo>
                  <a:pt x="61328" y="18750"/>
                </a:lnTo>
                <a:lnTo>
                  <a:pt x="61719" y="18359"/>
                </a:lnTo>
                <a:lnTo>
                  <a:pt x="71094" y="18359"/>
                </a:lnTo>
                <a:lnTo>
                  <a:pt x="71484" y="17969"/>
                </a:lnTo>
                <a:close/>
                <a:moveTo>
                  <a:pt x="63281" y="19922"/>
                </a:moveTo>
                <a:lnTo>
                  <a:pt x="62891" y="20312"/>
                </a:lnTo>
                <a:lnTo>
                  <a:pt x="62891" y="74219"/>
                </a:lnTo>
                <a:lnTo>
                  <a:pt x="64062" y="75391"/>
                </a:lnTo>
                <a:lnTo>
                  <a:pt x="71094" y="75391"/>
                </a:lnTo>
                <a:lnTo>
                  <a:pt x="71484" y="75000"/>
                </a:lnTo>
                <a:lnTo>
                  <a:pt x="71484" y="20312"/>
                </a:lnTo>
                <a:lnTo>
                  <a:pt x="71094" y="19922"/>
                </a:lnTo>
                <a:lnTo>
                  <a:pt x="63281" y="19922"/>
                </a:lnTo>
                <a:close/>
                <a:moveTo>
                  <a:pt x="46484" y="32812"/>
                </a:moveTo>
                <a:lnTo>
                  <a:pt x="46875" y="32422"/>
                </a:lnTo>
                <a:lnTo>
                  <a:pt x="56250" y="32422"/>
                </a:lnTo>
                <a:lnTo>
                  <a:pt x="57422" y="33594"/>
                </a:lnTo>
                <a:lnTo>
                  <a:pt x="57422" y="75781"/>
                </a:lnTo>
                <a:lnTo>
                  <a:pt x="56250" y="76953"/>
                </a:lnTo>
                <a:lnTo>
                  <a:pt x="46094" y="76953"/>
                </a:lnTo>
                <a:lnTo>
                  <a:pt x="44922" y="75781"/>
                </a:lnTo>
                <a:lnTo>
                  <a:pt x="44922" y="34375"/>
                </a:lnTo>
                <a:lnTo>
                  <a:pt x="46484" y="32812"/>
                </a:lnTo>
                <a:close/>
                <a:moveTo>
                  <a:pt x="47656" y="34766"/>
                </a:moveTo>
                <a:lnTo>
                  <a:pt x="47266" y="35156"/>
                </a:lnTo>
                <a:lnTo>
                  <a:pt x="47266" y="75000"/>
                </a:lnTo>
                <a:lnTo>
                  <a:pt x="47656" y="75391"/>
                </a:lnTo>
                <a:lnTo>
                  <a:pt x="54688" y="75391"/>
                </a:lnTo>
                <a:lnTo>
                  <a:pt x="55859" y="74219"/>
                </a:lnTo>
                <a:lnTo>
                  <a:pt x="55859" y="71875"/>
                </a:lnTo>
                <a:lnTo>
                  <a:pt x="55469" y="71484"/>
                </a:lnTo>
                <a:lnTo>
                  <a:pt x="55078" y="71094"/>
                </a:lnTo>
                <a:lnTo>
                  <a:pt x="55078" y="65625"/>
                </a:lnTo>
                <a:lnTo>
                  <a:pt x="55469" y="65234"/>
                </a:lnTo>
                <a:lnTo>
                  <a:pt x="55859" y="64844"/>
                </a:lnTo>
                <a:lnTo>
                  <a:pt x="55859" y="54688"/>
                </a:lnTo>
                <a:lnTo>
                  <a:pt x="55469" y="54297"/>
                </a:lnTo>
                <a:lnTo>
                  <a:pt x="55078" y="53906"/>
                </a:lnTo>
                <a:lnTo>
                  <a:pt x="55078" y="46875"/>
                </a:lnTo>
                <a:lnTo>
                  <a:pt x="55469" y="46484"/>
                </a:lnTo>
                <a:lnTo>
                  <a:pt x="55859" y="46094"/>
                </a:lnTo>
                <a:lnTo>
                  <a:pt x="55859" y="35938"/>
                </a:lnTo>
                <a:lnTo>
                  <a:pt x="54688" y="34766"/>
                </a:lnTo>
                <a:lnTo>
                  <a:pt x="47656" y="34766"/>
                </a:lnTo>
                <a:close/>
                <a:moveTo>
                  <a:pt x="29297" y="47656"/>
                </a:moveTo>
                <a:lnTo>
                  <a:pt x="29688" y="47266"/>
                </a:lnTo>
                <a:lnTo>
                  <a:pt x="40625" y="47266"/>
                </a:lnTo>
                <a:lnTo>
                  <a:pt x="41016" y="47656"/>
                </a:lnTo>
                <a:lnTo>
                  <a:pt x="41016" y="76562"/>
                </a:lnTo>
                <a:lnTo>
                  <a:pt x="40625" y="76953"/>
                </a:lnTo>
                <a:lnTo>
                  <a:pt x="39844" y="76953"/>
                </a:lnTo>
                <a:lnTo>
                  <a:pt x="29688" y="76953"/>
                </a:lnTo>
                <a:lnTo>
                  <a:pt x="29297" y="76562"/>
                </a:lnTo>
                <a:lnTo>
                  <a:pt x="29297" y="61719"/>
                </a:lnTo>
                <a:lnTo>
                  <a:pt x="28906" y="61328"/>
                </a:lnTo>
                <a:lnTo>
                  <a:pt x="28516" y="60938"/>
                </a:lnTo>
                <a:lnTo>
                  <a:pt x="28516" y="57812"/>
                </a:lnTo>
                <a:lnTo>
                  <a:pt x="28906" y="57422"/>
                </a:lnTo>
                <a:lnTo>
                  <a:pt x="29297" y="57031"/>
                </a:lnTo>
                <a:lnTo>
                  <a:pt x="29297" y="49219"/>
                </a:lnTo>
                <a:lnTo>
                  <a:pt x="28906" y="48828"/>
                </a:lnTo>
                <a:lnTo>
                  <a:pt x="28516" y="48438"/>
                </a:lnTo>
                <a:lnTo>
                  <a:pt x="28906" y="48047"/>
                </a:lnTo>
                <a:lnTo>
                  <a:pt x="29297" y="47656"/>
                </a:lnTo>
                <a:close/>
                <a:moveTo>
                  <a:pt x="31250" y="48828"/>
                </a:moveTo>
                <a:lnTo>
                  <a:pt x="30859" y="49219"/>
                </a:lnTo>
                <a:lnTo>
                  <a:pt x="30859" y="75000"/>
                </a:lnTo>
                <a:lnTo>
                  <a:pt x="31250" y="75391"/>
                </a:lnTo>
                <a:lnTo>
                  <a:pt x="38281" y="75391"/>
                </a:lnTo>
                <a:lnTo>
                  <a:pt x="38672" y="75000"/>
                </a:lnTo>
                <a:lnTo>
                  <a:pt x="39062" y="74609"/>
                </a:lnTo>
                <a:lnTo>
                  <a:pt x="39453" y="74219"/>
                </a:lnTo>
                <a:lnTo>
                  <a:pt x="39453" y="49219"/>
                </a:lnTo>
                <a:lnTo>
                  <a:pt x="39062" y="48828"/>
                </a:lnTo>
                <a:lnTo>
                  <a:pt x="31250" y="488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57784" y="5971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groupe, repris et enrichi par Abdoulaye KONE</a:t>
            </a:r>
            <a:endParaRPr lang="en-US" sz="1300" dirty="0"/>
          </a:p>
          <a:p>
            <a:pPr marL="0" indent="0">
              <a:buNone/>
            </a:pPr>
            <a:r>
              <a:rPr lang="fr-FR" sz="130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ENSEA Abidjan, cours de Data Mining, 2025 · reprise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02. SOMMAIRE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La méthode, les quatre segments et les hypothèses structurent le rapport.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ENSEA Abidjan · Data Mining ·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7824" y="1719072"/>
            <a:ext cx="0" cy="4425696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03504" y="1837944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21792" y="197510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17320" y="1709928"/>
            <a:ext cx="786384" cy="7863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VECTOR_target_6"/>
          <p:cNvSpPr/>
          <p:nvPr/>
        </p:nvSpPr>
        <p:spPr>
          <a:xfrm>
            <a:off x="1417320" y="1709928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71875" y="19643"/>
                </a:moveTo>
                <a:lnTo>
                  <a:pt x="72321" y="19196"/>
                </a:lnTo>
                <a:lnTo>
                  <a:pt x="72768" y="19643"/>
                </a:lnTo>
                <a:lnTo>
                  <a:pt x="72768" y="24107"/>
                </a:lnTo>
                <a:lnTo>
                  <a:pt x="73214" y="24554"/>
                </a:lnTo>
                <a:lnTo>
                  <a:pt x="73661" y="25000"/>
                </a:lnTo>
                <a:lnTo>
                  <a:pt x="73661" y="25893"/>
                </a:lnTo>
                <a:lnTo>
                  <a:pt x="73661" y="26786"/>
                </a:lnTo>
                <a:lnTo>
                  <a:pt x="75000" y="28125"/>
                </a:lnTo>
                <a:lnTo>
                  <a:pt x="80357" y="28125"/>
                </a:lnTo>
                <a:lnTo>
                  <a:pt x="80804" y="28571"/>
                </a:lnTo>
                <a:lnTo>
                  <a:pt x="72321" y="37054"/>
                </a:lnTo>
                <a:lnTo>
                  <a:pt x="71875" y="36607"/>
                </a:lnTo>
                <a:lnTo>
                  <a:pt x="71429" y="36161"/>
                </a:lnTo>
                <a:lnTo>
                  <a:pt x="68750" y="36161"/>
                </a:lnTo>
                <a:lnTo>
                  <a:pt x="66964" y="35268"/>
                </a:lnTo>
                <a:lnTo>
                  <a:pt x="57589" y="44643"/>
                </a:lnTo>
                <a:lnTo>
                  <a:pt x="54464" y="48661"/>
                </a:lnTo>
                <a:lnTo>
                  <a:pt x="52679" y="49554"/>
                </a:lnTo>
                <a:lnTo>
                  <a:pt x="51339" y="48214"/>
                </a:lnTo>
                <a:lnTo>
                  <a:pt x="64732" y="34821"/>
                </a:lnTo>
                <a:lnTo>
                  <a:pt x="64732" y="26786"/>
                </a:lnTo>
                <a:lnTo>
                  <a:pt x="71875" y="19643"/>
                </a:lnTo>
                <a:close/>
                <a:moveTo>
                  <a:pt x="70536" y="23661"/>
                </a:moveTo>
                <a:lnTo>
                  <a:pt x="66518" y="27679"/>
                </a:lnTo>
                <a:lnTo>
                  <a:pt x="66518" y="33036"/>
                </a:lnTo>
                <a:lnTo>
                  <a:pt x="67857" y="34375"/>
                </a:lnTo>
                <a:lnTo>
                  <a:pt x="72321" y="34375"/>
                </a:lnTo>
                <a:lnTo>
                  <a:pt x="75000" y="31696"/>
                </a:lnTo>
                <a:lnTo>
                  <a:pt x="75893" y="31696"/>
                </a:lnTo>
                <a:lnTo>
                  <a:pt x="76339" y="31250"/>
                </a:lnTo>
                <a:lnTo>
                  <a:pt x="76339" y="30357"/>
                </a:lnTo>
                <a:lnTo>
                  <a:pt x="76339" y="29464"/>
                </a:lnTo>
                <a:lnTo>
                  <a:pt x="72321" y="29018"/>
                </a:lnTo>
                <a:lnTo>
                  <a:pt x="71875" y="28571"/>
                </a:lnTo>
                <a:lnTo>
                  <a:pt x="71875" y="24107"/>
                </a:lnTo>
                <a:lnTo>
                  <a:pt x="71429" y="23661"/>
                </a:lnTo>
                <a:lnTo>
                  <a:pt x="70536" y="23661"/>
                </a:lnTo>
                <a:close/>
                <a:moveTo>
                  <a:pt x="45982" y="27679"/>
                </a:moveTo>
                <a:lnTo>
                  <a:pt x="46429" y="27232"/>
                </a:lnTo>
                <a:lnTo>
                  <a:pt x="51786" y="27232"/>
                </a:lnTo>
                <a:lnTo>
                  <a:pt x="52232" y="27679"/>
                </a:lnTo>
                <a:lnTo>
                  <a:pt x="52679" y="28125"/>
                </a:lnTo>
                <a:lnTo>
                  <a:pt x="55357" y="28125"/>
                </a:lnTo>
                <a:lnTo>
                  <a:pt x="55804" y="28571"/>
                </a:lnTo>
                <a:lnTo>
                  <a:pt x="56250" y="29018"/>
                </a:lnTo>
                <a:lnTo>
                  <a:pt x="57143" y="29018"/>
                </a:lnTo>
                <a:lnTo>
                  <a:pt x="58036" y="29018"/>
                </a:lnTo>
                <a:lnTo>
                  <a:pt x="59821" y="29911"/>
                </a:lnTo>
                <a:lnTo>
                  <a:pt x="60268" y="30357"/>
                </a:lnTo>
                <a:lnTo>
                  <a:pt x="60268" y="31250"/>
                </a:lnTo>
                <a:lnTo>
                  <a:pt x="59821" y="31696"/>
                </a:lnTo>
                <a:lnTo>
                  <a:pt x="58929" y="31696"/>
                </a:lnTo>
                <a:lnTo>
                  <a:pt x="56250" y="29911"/>
                </a:lnTo>
                <a:lnTo>
                  <a:pt x="52679" y="29911"/>
                </a:lnTo>
                <a:lnTo>
                  <a:pt x="52232" y="29464"/>
                </a:lnTo>
                <a:lnTo>
                  <a:pt x="51786" y="29018"/>
                </a:lnTo>
                <a:lnTo>
                  <a:pt x="47321" y="29018"/>
                </a:lnTo>
                <a:lnTo>
                  <a:pt x="46875" y="29464"/>
                </a:lnTo>
                <a:lnTo>
                  <a:pt x="46429" y="29911"/>
                </a:lnTo>
                <a:lnTo>
                  <a:pt x="43750" y="29911"/>
                </a:lnTo>
                <a:lnTo>
                  <a:pt x="43304" y="30357"/>
                </a:lnTo>
                <a:lnTo>
                  <a:pt x="42857" y="30804"/>
                </a:lnTo>
                <a:lnTo>
                  <a:pt x="41964" y="30804"/>
                </a:lnTo>
                <a:lnTo>
                  <a:pt x="41071" y="30804"/>
                </a:lnTo>
                <a:lnTo>
                  <a:pt x="37500" y="32589"/>
                </a:lnTo>
                <a:lnTo>
                  <a:pt x="30804" y="39286"/>
                </a:lnTo>
                <a:lnTo>
                  <a:pt x="29018" y="42857"/>
                </a:lnTo>
                <a:lnTo>
                  <a:pt x="29018" y="43750"/>
                </a:lnTo>
                <a:lnTo>
                  <a:pt x="29018" y="44643"/>
                </a:lnTo>
                <a:lnTo>
                  <a:pt x="28571" y="45089"/>
                </a:lnTo>
                <a:lnTo>
                  <a:pt x="28125" y="45536"/>
                </a:lnTo>
                <a:lnTo>
                  <a:pt x="28125" y="54464"/>
                </a:lnTo>
                <a:lnTo>
                  <a:pt x="28571" y="54911"/>
                </a:lnTo>
                <a:lnTo>
                  <a:pt x="29018" y="55357"/>
                </a:lnTo>
                <a:lnTo>
                  <a:pt x="29018" y="58036"/>
                </a:lnTo>
                <a:lnTo>
                  <a:pt x="31696" y="63393"/>
                </a:lnTo>
                <a:lnTo>
                  <a:pt x="37500" y="69196"/>
                </a:lnTo>
                <a:lnTo>
                  <a:pt x="44643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7143" y="71875"/>
                </a:lnTo>
                <a:lnTo>
                  <a:pt x="62500" y="69196"/>
                </a:lnTo>
                <a:lnTo>
                  <a:pt x="67411" y="64286"/>
                </a:lnTo>
                <a:lnTo>
                  <a:pt x="67411" y="63393"/>
                </a:lnTo>
                <a:lnTo>
                  <a:pt x="70089" y="59821"/>
                </a:lnTo>
                <a:lnTo>
                  <a:pt x="70089" y="58929"/>
                </a:lnTo>
                <a:lnTo>
                  <a:pt x="70089" y="58036"/>
                </a:lnTo>
                <a:lnTo>
                  <a:pt x="71875" y="54464"/>
                </a:lnTo>
                <a:lnTo>
                  <a:pt x="71875" y="50000"/>
                </a:lnTo>
                <a:lnTo>
                  <a:pt x="71429" y="49554"/>
                </a:lnTo>
                <a:lnTo>
                  <a:pt x="70982" y="49107"/>
                </a:lnTo>
                <a:lnTo>
                  <a:pt x="70982" y="45536"/>
                </a:lnTo>
                <a:lnTo>
                  <a:pt x="68304" y="41071"/>
                </a:lnTo>
                <a:lnTo>
                  <a:pt x="69643" y="39732"/>
                </a:lnTo>
                <a:lnTo>
                  <a:pt x="71875" y="41964"/>
                </a:lnTo>
                <a:lnTo>
                  <a:pt x="71875" y="42857"/>
                </a:lnTo>
                <a:lnTo>
                  <a:pt x="71875" y="43750"/>
                </a:lnTo>
                <a:lnTo>
                  <a:pt x="72321" y="44196"/>
                </a:lnTo>
                <a:lnTo>
                  <a:pt x="72768" y="44643"/>
                </a:lnTo>
                <a:lnTo>
                  <a:pt x="72768" y="47321"/>
                </a:lnTo>
                <a:lnTo>
                  <a:pt x="73214" y="47768"/>
                </a:lnTo>
                <a:lnTo>
                  <a:pt x="73661" y="48214"/>
                </a:lnTo>
                <a:lnTo>
                  <a:pt x="73661" y="54464"/>
                </a:lnTo>
                <a:lnTo>
                  <a:pt x="73214" y="54911"/>
                </a:lnTo>
                <a:lnTo>
                  <a:pt x="72768" y="55357"/>
                </a:lnTo>
                <a:lnTo>
                  <a:pt x="72768" y="58036"/>
                </a:lnTo>
                <a:lnTo>
                  <a:pt x="72321" y="58482"/>
                </a:lnTo>
                <a:lnTo>
                  <a:pt x="71875" y="58929"/>
                </a:lnTo>
                <a:lnTo>
                  <a:pt x="71875" y="59821"/>
                </a:lnTo>
                <a:lnTo>
                  <a:pt x="71875" y="60714"/>
                </a:lnTo>
                <a:lnTo>
                  <a:pt x="69196" y="64286"/>
                </a:lnTo>
                <a:lnTo>
                  <a:pt x="69196" y="65179"/>
                </a:lnTo>
                <a:lnTo>
                  <a:pt x="64286" y="70089"/>
                </a:lnTo>
                <a:lnTo>
                  <a:pt x="63393" y="70089"/>
                </a:lnTo>
                <a:lnTo>
                  <a:pt x="61607" y="71875"/>
                </a:lnTo>
                <a:lnTo>
                  <a:pt x="58036" y="73661"/>
                </a:lnTo>
                <a:lnTo>
                  <a:pt x="57143" y="73661"/>
                </a:lnTo>
                <a:lnTo>
                  <a:pt x="56250" y="73661"/>
                </a:lnTo>
                <a:lnTo>
                  <a:pt x="55804" y="74107"/>
                </a:lnTo>
                <a:lnTo>
                  <a:pt x="55357" y="74554"/>
                </a:lnTo>
                <a:lnTo>
                  <a:pt x="44643" y="74554"/>
                </a:lnTo>
                <a:lnTo>
                  <a:pt x="44196" y="74107"/>
                </a:lnTo>
                <a:lnTo>
                  <a:pt x="43750" y="73661"/>
                </a:lnTo>
                <a:lnTo>
                  <a:pt x="39286" y="72768"/>
                </a:lnTo>
                <a:lnTo>
                  <a:pt x="37500" y="70982"/>
                </a:lnTo>
                <a:lnTo>
                  <a:pt x="33929" y="69196"/>
                </a:lnTo>
                <a:lnTo>
                  <a:pt x="29018" y="63393"/>
                </a:lnTo>
                <a:lnTo>
                  <a:pt x="27232" y="59821"/>
                </a:lnTo>
                <a:lnTo>
                  <a:pt x="27232" y="57143"/>
                </a:lnTo>
                <a:lnTo>
                  <a:pt x="26786" y="56696"/>
                </a:lnTo>
                <a:lnTo>
                  <a:pt x="26339" y="56250"/>
                </a:lnTo>
                <a:lnTo>
                  <a:pt x="26339" y="44643"/>
                </a:lnTo>
                <a:lnTo>
                  <a:pt x="26786" y="44196"/>
                </a:lnTo>
                <a:lnTo>
                  <a:pt x="27232" y="43750"/>
                </a:lnTo>
                <a:lnTo>
                  <a:pt x="27232" y="42857"/>
                </a:lnTo>
                <a:lnTo>
                  <a:pt x="27232" y="41964"/>
                </a:lnTo>
                <a:lnTo>
                  <a:pt x="29018" y="38393"/>
                </a:lnTo>
                <a:lnTo>
                  <a:pt x="30804" y="36607"/>
                </a:lnTo>
                <a:lnTo>
                  <a:pt x="30804" y="35714"/>
                </a:lnTo>
                <a:lnTo>
                  <a:pt x="34821" y="31696"/>
                </a:lnTo>
                <a:lnTo>
                  <a:pt x="41964" y="28125"/>
                </a:lnTo>
                <a:lnTo>
                  <a:pt x="45982" y="27679"/>
                </a:lnTo>
                <a:close/>
                <a:moveTo>
                  <a:pt x="45089" y="37500"/>
                </a:moveTo>
                <a:lnTo>
                  <a:pt x="45536" y="37054"/>
                </a:lnTo>
                <a:lnTo>
                  <a:pt x="52679" y="37054"/>
                </a:lnTo>
                <a:lnTo>
                  <a:pt x="54464" y="37946"/>
                </a:lnTo>
                <a:lnTo>
                  <a:pt x="54911" y="38393"/>
                </a:lnTo>
                <a:lnTo>
                  <a:pt x="54911" y="39286"/>
                </a:lnTo>
                <a:lnTo>
                  <a:pt x="51786" y="39732"/>
                </a:lnTo>
                <a:lnTo>
                  <a:pt x="51339" y="39286"/>
                </a:lnTo>
                <a:lnTo>
                  <a:pt x="50893" y="38839"/>
                </a:lnTo>
                <a:lnTo>
                  <a:pt x="45536" y="38839"/>
                </a:lnTo>
                <a:lnTo>
                  <a:pt x="43750" y="39732"/>
                </a:lnTo>
                <a:lnTo>
                  <a:pt x="38839" y="44643"/>
                </a:lnTo>
                <a:lnTo>
                  <a:pt x="37946" y="46429"/>
                </a:lnTo>
                <a:lnTo>
                  <a:pt x="37946" y="49107"/>
                </a:lnTo>
                <a:lnTo>
                  <a:pt x="37054" y="50893"/>
                </a:lnTo>
                <a:lnTo>
                  <a:pt x="37500" y="51339"/>
                </a:lnTo>
                <a:lnTo>
                  <a:pt x="37946" y="51786"/>
                </a:lnTo>
                <a:lnTo>
                  <a:pt x="37946" y="54464"/>
                </a:lnTo>
                <a:lnTo>
                  <a:pt x="38393" y="54911"/>
                </a:lnTo>
                <a:lnTo>
                  <a:pt x="38839" y="55357"/>
                </a:lnTo>
                <a:lnTo>
                  <a:pt x="38839" y="56250"/>
                </a:lnTo>
                <a:lnTo>
                  <a:pt x="38839" y="57143"/>
                </a:lnTo>
                <a:lnTo>
                  <a:pt x="44643" y="62946"/>
                </a:lnTo>
                <a:lnTo>
                  <a:pt x="45536" y="62946"/>
                </a:lnTo>
                <a:lnTo>
                  <a:pt x="46429" y="62946"/>
                </a:lnTo>
                <a:lnTo>
                  <a:pt x="46875" y="63393"/>
                </a:lnTo>
                <a:lnTo>
                  <a:pt x="47321" y="63839"/>
                </a:lnTo>
                <a:lnTo>
                  <a:pt x="51786" y="63839"/>
                </a:lnTo>
                <a:lnTo>
                  <a:pt x="52232" y="63393"/>
                </a:lnTo>
                <a:lnTo>
                  <a:pt x="52679" y="62946"/>
                </a:lnTo>
                <a:lnTo>
                  <a:pt x="53571" y="62946"/>
                </a:lnTo>
                <a:lnTo>
                  <a:pt x="54464" y="62946"/>
                </a:lnTo>
                <a:lnTo>
                  <a:pt x="56250" y="62054"/>
                </a:lnTo>
                <a:lnTo>
                  <a:pt x="60268" y="58036"/>
                </a:lnTo>
                <a:lnTo>
                  <a:pt x="62054" y="54464"/>
                </a:lnTo>
                <a:lnTo>
                  <a:pt x="62054" y="50000"/>
                </a:lnTo>
                <a:lnTo>
                  <a:pt x="61161" y="48214"/>
                </a:lnTo>
                <a:lnTo>
                  <a:pt x="61161" y="47321"/>
                </a:lnTo>
                <a:lnTo>
                  <a:pt x="61161" y="46429"/>
                </a:lnTo>
                <a:lnTo>
                  <a:pt x="62500" y="45089"/>
                </a:lnTo>
                <a:lnTo>
                  <a:pt x="63839" y="47321"/>
                </a:lnTo>
                <a:lnTo>
                  <a:pt x="63839" y="55357"/>
                </a:lnTo>
                <a:lnTo>
                  <a:pt x="62054" y="58929"/>
                </a:lnTo>
                <a:lnTo>
                  <a:pt x="58036" y="62946"/>
                </a:lnTo>
                <a:lnTo>
                  <a:pt x="54464" y="64732"/>
                </a:lnTo>
                <a:lnTo>
                  <a:pt x="48214" y="65625"/>
                </a:lnTo>
                <a:lnTo>
                  <a:pt x="47768" y="65179"/>
                </a:lnTo>
                <a:lnTo>
                  <a:pt x="47321" y="64732"/>
                </a:lnTo>
                <a:lnTo>
                  <a:pt x="42857" y="63839"/>
                </a:lnTo>
                <a:lnTo>
                  <a:pt x="41071" y="62054"/>
                </a:lnTo>
                <a:lnTo>
                  <a:pt x="40179" y="62054"/>
                </a:lnTo>
                <a:lnTo>
                  <a:pt x="37946" y="59821"/>
                </a:lnTo>
                <a:lnTo>
                  <a:pt x="35268" y="54464"/>
                </a:lnTo>
                <a:lnTo>
                  <a:pt x="35268" y="48214"/>
                </a:lnTo>
                <a:lnTo>
                  <a:pt x="35714" y="47768"/>
                </a:lnTo>
                <a:lnTo>
                  <a:pt x="36161" y="47321"/>
                </a:lnTo>
                <a:lnTo>
                  <a:pt x="36161" y="46429"/>
                </a:lnTo>
                <a:lnTo>
                  <a:pt x="36161" y="45536"/>
                </a:lnTo>
                <a:lnTo>
                  <a:pt x="37946" y="41964"/>
                </a:lnTo>
                <a:lnTo>
                  <a:pt x="40179" y="39732"/>
                </a:lnTo>
                <a:lnTo>
                  <a:pt x="45089" y="37500"/>
                </a:lnTo>
                <a:close/>
                <a:moveTo>
                  <a:pt x="47768" y="45536"/>
                </a:moveTo>
                <a:lnTo>
                  <a:pt x="48214" y="45089"/>
                </a:lnTo>
                <a:lnTo>
                  <a:pt x="50446" y="45536"/>
                </a:lnTo>
                <a:lnTo>
                  <a:pt x="45982" y="50000"/>
                </a:lnTo>
                <a:lnTo>
                  <a:pt x="45982" y="50893"/>
                </a:lnTo>
                <a:lnTo>
                  <a:pt x="49107" y="54018"/>
                </a:lnTo>
                <a:lnTo>
                  <a:pt x="50000" y="54018"/>
                </a:lnTo>
                <a:lnTo>
                  <a:pt x="50893" y="54018"/>
                </a:lnTo>
                <a:lnTo>
                  <a:pt x="54464" y="50446"/>
                </a:lnTo>
                <a:lnTo>
                  <a:pt x="54911" y="50893"/>
                </a:lnTo>
                <a:lnTo>
                  <a:pt x="54911" y="51786"/>
                </a:lnTo>
                <a:lnTo>
                  <a:pt x="54911" y="52679"/>
                </a:lnTo>
                <a:lnTo>
                  <a:pt x="54911" y="53571"/>
                </a:lnTo>
                <a:lnTo>
                  <a:pt x="52679" y="55804"/>
                </a:lnTo>
                <a:lnTo>
                  <a:pt x="51786" y="55804"/>
                </a:lnTo>
                <a:lnTo>
                  <a:pt x="50893" y="55804"/>
                </a:lnTo>
                <a:lnTo>
                  <a:pt x="50446" y="56250"/>
                </a:lnTo>
                <a:lnTo>
                  <a:pt x="50000" y="56696"/>
                </a:lnTo>
                <a:lnTo>
                  <a:pt x="49554" y="56250"/>
                </a:lnTo>
                <a:lnTo>
                  <a:pt x="49107" y="55804"/>
                </a:lnTo>
                <a:lnTo>
                  <a:pt x="48214" y="55804"/>
                </a:lnTo>
                <a:lnTo>
                  <a:pt x="47321" y="55804"/>
                </a:lnTo>
                <a:lnTo>
                  <a:pt x="44196" y="52679"/>
                </a:lnTo>
                <a:lnTo>
                  <a:pt x="44196" y="49107"/>
                </a:lnTo>
                <a:lnTo>
                  <a:pt x="45089" y="47321"/>
                </a:lnTo>
                <a:lnTo>
                  <a:pt x="47768" y="45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532888" y="1883664"/>
            <a:ext cx="5221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CONTEXTE &amp; OBJECTIFS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680960" y="2240280"/>
            <a:ext cx="320040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dot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680960" y="1975104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" y="2770632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1792" y="290779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417320" y="2642616"/>
            <a:ext cx="786384" cy="7863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VECTOR_gear_7"/>
          <p:cNvSpPr/>
          <p:nvPr/>
        </p:nvSpPr>
        <p:spPr>
          <a:xfrm>
            <a:off x="1417320" y="2642616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875" y="26786"/>
                </a:moveTo>
                <a:lnTo>
                  <a:pt x="47321" y="26339"/>
                </a:lnTo>
                <a:lnTo>
                  <a:pt x="54464" y="26339"/>
                </a:lnTo>
                <a:lnTo>
                  <a:pt x="55804" y="30357"/>
                </a:lnTo>
                <a:lnTo>
                  <a:pt x="58929" y="33482"/>
                </a:lnTo>
                <a:lnTo>
                  <a:pt x="61607" y="33482"/>
                </a:lnTo>
                <a:lnTo>
                  <a:pt x="64286" y="31696"/>
                </a:lnTo>
                <a:lnTo>
                  <a:pt x="65179" y="31696"/>
                </a:lnTo>
                <a:lnTo>
                  <a:pt x="66071" y="31696"/>
                </a:lnTo>
                <a:lnTo>
                  <a:pt x="68304" y="33929"/>
                </a:lnTo>
                <a:lnTo>
                  <a:pt x="68304" y="34821"/>
                </a:lnTo>
                <a:lnTo>
                  <a:pt x="70089" y="35714"/>
                </a:lnTo>
                <a:lnTo>
                  <a:pt x="70089" y="38393"/>
                </a:lnTo>
                <a:lnTo>
                  <a:pt x="68304" y="40179"/>
                </a:lnTo>
                <a:lnTo>
                  <a:pt x="68304" y="42857"/>
                </a:lnTo>
                <a:lnTo>
                  <a:pt x="71429" y="45982"/>
                </a:lnTo>
                <a:lnTo>
                  <a:pt x="72321" y="45982"/>
                </a:lnTo>
                <a:lnTo>
                  <a:pt x="73214" y="45982"/>
                </a:lnTo>
                <a:lnTo>
                  <a:pt x="74554" y="47321"/>
                </a:lnTo>
                <a:lnTo>
                  <a:pt x="74554" y="52679"/>
                </a:lnTo>
                <a:lnTo>
                  <a:pt x="75000" y="53125"/>
                </a:lnTo>
                <a:lnTo>
                  <a:pt x="75446" y="53571"/>
                </a:lnTo>
                <a:lnTo>
                  <a:pt x="75446" y="54464"/>
                </a:lnTo>
                <a:lnTo>
                  <a:pt x="75000" y="54911"/>
                </a:lnTo>
                <a:lnTo>
                  <a:pt x="74107" y="54911"/>
                </a:lnTo>
                <a:lnTo>
                  <a:pt x="73214" y="54911"/>
                </a:lnTo>
                <a:lnTo>
                  <a:pt x="71429" y="55804"/>
                </a:lnTo>
                <a:lnTo>
                  <a:pt x="68304" y="58929"/>
                </a:lnTo>
                <a:lnTo>
                  <a:pt x="68304" y="61607"/>
                </a:lnTo>
                <a:lnTo>
                  <a:pt x="70089" y="63393"/>
                </a:lnTo>
                <a:lnTo>
                  <a:pt x="70089" y="64286"/>
                </a:lnTo>
                <a:lnTo>
                  <a:pt x="70089" y="65179"/>
                </a:lnTo>
                <a:lnTo>
                  <a:pt x="66071" y="70089"/>
                </a:lnTo>
                <a:lnTo>
                  <a:pt x="65179" y="70089"/>
                </a:lnTo>
                <a:lnTo>
                  <a:pt x="64286" y="70089"/>
                </a:lnTo>
                <a:lnTo>
                  <a:pt x="62500" y="68304"/>
                </a:lnTo>
                <a:lnTo>
                  <a:pt x="58929" y="68304"/>
                </a:lnTo>
                <a:lnTo>
                  <a:pt x="56696" y="69643"/>
                </a:lnTo>
                <a:lnTo>
                  <a:pt x="54911" y="75000"/>
                </a:lnTo>
                <a:lnTo>
                  <a:pt x="52679" y="75446"/>
                </a:lnTo>
                <a:lnTo>
                  <a:pt x="47321" y="75446"/>
                </a:lnTo>
                <a:lnTo>
                  <a:pt x="45982" y="73214"/>
                </a:lnTo>
                <a:lnTo>
                  <a:pt x="45982" y="72321"/>
                </a:lnTo>
                <a:lnTo>
                  <a:pt x="45982" y="71429"/>
                </a:lnTo>
                <a:lnTo>
                  <a:pt x="42857" y="68304"/>
                </a:lnTo>
                <a:lnTo>
                  <a:pt x="39286" y="68304"/>
                </a:lnTo>
                <a:lnTo>
                  <a:pt x="37500" y="70089"/>
                </a:lnTo>
                <a:lnTo>
                  <a:pt x="33929" y="68304"/>
                </a:lnTo>
                <a:lnTo>
                  <a:pt x="30804" y="65179"/>
                </a:lnTo>
                <a:lnTo>
                  <a:pt x="31696" y="62500"/>
                </a:lnTo>
                <a:lnTo>
                  <a:pt x="33482" y="60714"/>
                </a:lnTo>
                <a:lnTo>
                  <a:pt x="33482" y="59821"/>
                </a:lnTo>
                <a:lnTo>
                  <a:pt x="33482" y="58929"/>
                </a:lnTo>
                <a:lnTo>
                  <a:pt x="31250" y="56696"/>
                </a:lnTo>
                <a:lnTo>
                  <a:pt x="26339" y="54464"/>
                </a:lnTo>
                <a:lnTo>
                  <a:pt x="26339" y="49107"/>
                </a:lnTo>
                <a:lnTo>
                  <a:pt x="26786" y="48661"/>
                </a:lnTo>
                <a:lnTo>
                  <a:pt x="27232" y="48214"/>
                </a:lnTo>
                <a:lnTo>
                  <a:pt x="26786" y="47768"/>
                </a:lnTo>
                <a:lnTo>
                  <a:pt x="26339" y="47321"/>
                </a:lnTo>
                <a:lnTo>
                  <a:pt x="27679" y="45982"/>
                </a:lnTo>
                <a:lnTo>
                  <a:pt x="28571" y="45982"/>
                </a:lnTo>
                <a:lnTo>
                  <a:pt x="29464" y="45982"/>
                </a:lnTo>
                <a:lnTo>
                  <a:pt x="31250" y="45089"/>
                </a:lnTo>
                <a:lnTo>
                  <a:pt x="33482" y="42857"/>
                </a:lnTo>
                <a:lnTo>
                  <a:pt x="33482" y="40179"/>
                </a:lnTo>
                <a:lnTo>
                  <a:pt x="31696" y="38393"/>
                </a:lnTo>
                <a:lnTo>
                  <a:pt x="31696" y="35714"/>
                </a:lnTo>
                <a:lnTo>
                  <a:pt x="37500" y="30804"/>
                </a:lnTo>
                <a:lnTo>
                  <a:pt x="41964" y="33482"/>
                </a:lnTo>
                <a:lnTo>
                  <a:pt x="43750" y="32589"/>
                </a:lnTo>
                <a:lnTo>
                  <a:pt x="45089" y="31250"/>
                </a:lnTo>
                <a:lnTo>
                  <a:pt x="45982" y="29464"/>
                </a:lnTo>
                <a:lnTo>
                  <a:pt x="45982" y="28571"/>
                </a:lnTo>
                <a:lnTo>
                  <a:pt x="45982" y="27679"/>
                </a:lnTo>
                <a:lnTo>
                  <a:pt x="46429" y="27232"/>
                </a:lnTo>
                <a:lnTo>
                  <a:pt x="46875" y="26786"/>
                </a:lnTo>
                <a:close/>
                <a:moveTo>
                  <a:pt x="49107" y="28125"/>
                </a:moveTo>
                <a:lnTo>
                  <a:pt x="47768" y="29464"/>
                </a:lnTo>
                <a:lnTo>
                  <a:pt x="47768" y="30357"/>
                </a:lnTo>
                <a:lnTo>
                  <a:pt x="47768" y="31250"/>
                </a:lnTo>
                <a:lnTo>
                  <a:pt x="46875" y="33036"/>
                </a:lnTo>
                <a:lnTo>
                  <a:pt x="46429" y="33482"/>
                </a:lnTo>
                <a:lnTo>
                  <a:pt x="45536" y="33482"/>
                </a:lnTo>
                <a:lnTo>
                  <a:pt x="43750" y="35268"/>
                </a:lnTo>
                <a:lnTo>
                  <a:pt x="40179" y="35268"/>
                </a:lnTo>
                <a:lnTo>
                  <a:pt x="39732" y="34821"/>
                </a:lnTo>
                <a:lnTo>
                  <a:pt x="39286" y="34375"/>
                </a:lnTo>
                <a:lnTo>
                  <a:pt x="36607" y="34375"/>
                </a:lnTo>
                <a:lnTo>
                  <a:pt x="34375" y="36607"/>
                </a:lnTo>
                <a:lnTo>
                  <a:pt x="34375" y="37500"/>
                </a:lnTo>
                <a:lnTo>
                  <a:pt x="34375" y="38393"/>
                </a:lnTo>
                <a:lnTo>
                  <a:pt x="36161" y="41964"/>
                </a:lnTo>
                <a:lnTo>
                  <a:pt x="35714" y="42411"/>
                </a:lnTo>
                <a:lnTo>
                  <a:pt x="35268" y="42857"/>
                </a:lnTo>
                <a:lnTo>
                  <a:pt x="35268" y="43750"/>
                </a:lnTo>
                <a:lnTo>
                  <a:pt x="35268" y="44643"/>
                </a:lnTo>
                <a:lnTo>
                  <a:pt x="33036" y="46875"/>
                </a:lnTo>
                <a:lnTo>
                  <a:pt x="29018" y="48214"/>
                </a:lnTo>
                <a:lnTo>
                  <a:pt x="29018" y="52679"/>
                </a:lnTo>
                <a:lnTo>
                  <a:pt x="30357" y="54018"/>
                </a:lnTo>
                <a:lnTo>
                  <a:pt x="31250" y="54018"/>
                </a:lnTo>
                <a:lnTo>
                  <a:pt x="32143" y="54018"/>
                </a:lnTo>
                <a:lnTo>
                  <a:pt x="34375" y="55357"/>
                </a:lnTo>
                <a:lnTo>
                  <a:pt x="36161" y="59821"/>
                </a:lnTo>
                <a:lnTo>
                  <a:pt x="35714" y="60268"/>
                </a:lnTo>
                <a:lnTo>
                  <a:pt x="35268" y="60714"/>
                </a:lnTo>
                <a:lnTo>
                  <a:pt x="35268" y="61607"/>
                </a:lnTo>
                <a:lnTo>
                  <a:pt x="35268" y="62500"/>
                </a:lnTo>
                <a:lnTo>
                  <a:pt x="33482" y="64286"/>
                </a:lnTo>
                <a:lnTo>
                  <a:pt x="36607" y="67411"/>
                </a:lnTo>
                <a:lnTo>
                  <a:pt x="40179" y="65625"/>
                </a:lnTo>
                <a:lnTo>
                  <a:pt x="41071" y="65625"/>
                </a:lnTo>
                <a:lnTo>
                  <a:pt x="41964" y="65625"/>
                </a:lnTo>
                <a:lnTo>
                  <a:pt x="45536" y="67411"/>
                </a:lnTo>
                <a:lnTo>
                  <a:pt x="46875" y="68750"/>
                </a:lnTo>
                <a:lnTo>
                  <a:pt x="48214" y="72768"/>
                </a:lnTo>
                <a:lnTo>
                  <a:pt x="51786" y="72768"/>
                </a:lnTo>
                <a:lnTo>
                  <a:pt x="52679" y="72768"/>
                </a:lnTo>
                <a:lnTo>
                  <a:pt x="53125" y="72321"/>
                </a:lnTo>
                <a:lnTo>
                  <a:pt x="54018" y="69643"/>
                </a:lnTo>
                <a:lnTo>
                  <a:pt x="56250" y="67411"/>
                </a:lnTo>
                <a:lnTo>
                  <a:pt x="59821" y="65625"/>
                </a:lnTo>
                <a:lnTo>
                  <a:pt x="60714" y="65625"/>
                </a:lnTo>
                <a:lnTo>
                  <a:pt x="61607" y="65625"/>
                </a:lnTo>
                <a:lnTo>
                  <a:pt x="65179" y="67411"/>
                </a:lnTo>
                <a:lnTo>
                  <a:pt x="67411" y="65179"/>
                </a:lnTo>
                <a:lnTo>
                  <a:pt x="65625" y="61607"/>
                </a:lnTo>
                <a:lnTo>
                  <a:pt x="65625" y="58929"/>
                </a:lnTo>
                <a:lnTo>
                  <a:pt x="66518" y="57143"/>
                </a:lnTo>
                <a:lnTo>
                  <a:pt x="69643" y="54018"/>
                </a:lnTo>
                <a:lnTo>
                  <a:pt x="70536" y="54018"/>
                </a:lnTo>
                <a:lnTo>
                  <a:pt x="71429" y="54018"/>
                </a:lnTo>
                <a:lnTo>
                  <a:pt x="72768" y="52679"/>
                </a:lnTo>
                <a:lnTo>
                  <a:pt x="72768" y="49107"/>
                </a:lnTo>
                <a:lnTo>
                  <a:pt x="71429" y="47768"/>
                </a:lnTo>
                <a:lnTo>
                  <a:pt x="70536" y="47768"/>
                </a:lnTo>
                <a:lnTo>
                  <a:pt x="69643" y="47768"/>
                </a:lnTo>
                <a:lnTo>
                  <a:pt x="66518" y="44643"/>
                </a:lnTo>
                <a:lnTo>
                  <a:pt x="65625" y="42857"/>
                </a:lnTo>
                <a:lnTo>
                  <a:pt x="65625" y="40179"/>
                </a:lnTo>
                <a:lnTo>
                  <a:pt x="67411" y="36607"/>
                </a:lnTo>
                <a:lnTo>
                  <a:pt x="65179" y="34375"/>
                </a:lnTo>
                <a:lnTo>
                  <a:pt x="64286" y="34375"/>
                </a:lnTo>
                <a:lnTo>
                  <a:pt x="63393" y="34375"/>
                </a:lnTo>
                <a:lnTo>
                  <a:pt x="62946" y="34821"/>
                </a:lnTo>
                <a:lnTo>
                  <a:pt x="62500" y="35268"/>
                </a:lnTo>
                <a:lnTo>
                  <a:pt x="58036" y="35268"/>
                </a:lnTo>
                <a:lnTo>
                  <a:pt x="54018" y="32143"/>
                </a:lnTo>
                <a:lnTo>
                  <a:pt x="54018" y="31250"/>
                </a:lnTo>
                <a:lnTo>
                  <a:pt x="54018" y="30357"/>
                </a:lnTo>
                <a:lnTo>
                  <a:pt x="51786" y="28125"/>
                </a:lnTo>
                <a:lnTo>
                  <a:pt x="49107" y="28125"/>
                </a:lnTo>
                <a:close/>
                <a:moveTo>
                  <a:pt x="48661" y="41964"/>
                </a:moveTo>
                <a:lnTo>
                  <a:pt x="52679" y="41518"/>
                </a:lnTo>
                <a:lnTo>
                  <a:pt x="53125" y="41964"/>
                </a:lnTo>
                <a:lnTo>
                  <a:pt x="53571" y="42411"/>
                </a:lnTo>
                <a:lnTo>
                  <a:pt x="54464" y="42411"/>
                </a:lnTo>
                <a:lnTo>
                  <a:pt x="55357" y="42411"/>
                </a:lnTo>
                <a:lnTo>
                  <a:pt x="59375" y="46429"/>
                </a:lnTo>
                <a:lnTo>
                  <a:pt x="59375" y="47321"/>
                </a:lnTo>
                <a:lnTo>
                  <a:pt x="59375" y="48214"/>
                </a:lnTo>
                <a:lnTo>
                  <a:pt x="59821" y="48661"/>
                </a:lnTo>
                <a:lnTo>
                  <a:pt x="60268" y="49107"/>
                </a:lnTo>
                <a:lnTo>
                  <a:pt x="60268" y="52679"/>
                </a:lnTo>
                <a:lnTo>
                  <a:pt x="59821" y="53125"/>
                </a:lnTo>
                <a:lnTo>
                  <a:pt x="59375" y="53571"/>
                </a:lnTo>
                <a:lnTo>
                  <a:pt x="59375" y="54464"/>
                </a:lnTo>
                <a:lnTo>
                  <a:pt x="59375" y="55357"/>
                </a:lnTo>
                <a:lnTo>
                  <a:pt x="55357" y="59375"/>
                </a:lnTo>
                <a:lnTo>
                  <a:pt x="53571" y="60268"/>
                </a:lnTo>
                <a:lnTo>
                  <a:pt x="48214" y="60268"/>
                </a:lnTo>
                <a:lnTo>
                  <a:pt x="44643" y="58482"/>
                </a:lnTo>
                <a:lnTo>
                  <a:pt x="41518" y="54464"/>
                </a:lnTo>
                <a:lnTo>
                  <a:pt x="41518" y="48214"/>
                </a:lnTo>
                <a:lnTo>
                  <a:pt x="42411" y="46429"/>
                </a:lnTo>
                <a:lnTo>
                  <a:pt x="46429" y="42411"/>
                </a:lnTo>
                <a:lnTo>
                  <a:pt x="48661" y="41964"/>
                </a:lnTo>
                <a:close/>
                <a:moveTo>
                  <a:pt x="48214" y="44196"/>
                </a:moveTo>
                <a:lnTo>
                  <a:pt x="46429" y="45089"/>
                </a:lnTo>
                <a:lnTo>
                  <a:pt x="44196" y="48214"/>
                </a:lnTo>
                <a:lnTo>
                  <a:pt x="44196" y="53571"/>
                </a:lnTo>
                <a:lnTo>
                  <a:pt x="47321" y="57589"/>
                </a:lnTo>
                <a:lnTo>
                  <a:pt x="48214" y="57589"/>
                </a:lnTo>
                <a:lnTo>
                  <a:pt x="49107" y="57589"/>
                </a:lnTo>
                <a:lnTo>
                  <a:pt x="49554" y="58036"/>
                </a:lnTo>
                <a:lnTo>
                  <a:pt x="50000" y="58482"/>
                </a:lnTo>
                <a:lnTo>
                  <a:pt x="50893" y="58482"/>
                </a:lnTo>
                <a:lnTo>
                  <a:pt x="51786" y="58482"/>
                </a:lnTo>
                <a:lnTo>
                  <a:pt x="52232" y="58036"/>
                </a:lnTo>
                <a:lnTo>
                  <a:pt x="52679" y="57589"/>
                </a:lnTo>
                <a:lnTo>
                  <a:pt x="55357" y="56696"/>
                </a:lnTo>
                <a:lnTo>
                  <a:pt x="56696" y="55357"/>
                </a:lnTo>
                <a:lnTo>
                  <a:pt x="57589" y="53571"/>
                </a:lnTo>
                <a:lnTo>
                  <a:pt x="57589" y="49107"/>
                </a:lnTo>
                <a:lnTo>
                  <a:pt x="56696" y="47321"/>
                </a:lnTo>
                <a:lnTo>
                  <a:pt x="53571" y="44196"/>
                </a:lnTo>
                <a:lnTo>
                  <a:pt x="48214" y="441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2532888" y="2816352"/>
            <a:ext cx="5221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DÉMARCHE MÉTHODOLOGIQUE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680960" y="3172968"/>
            <a:ext cx="320040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dot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680960" y="2907792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04-08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" y="3703320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621792" y="3840480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417320" y="3575304"/>
            <a:ext cx="786384" cy="7863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VECTOR_bars_8"/>
          <p:cNvSpPr/>
          <p:nvPr/>
        </p:nvSpPr>
        <p:spPr>
          <a:xfrm>
            <a:off x="1417320" y="3575304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60268" y="29464"/>
                </a:moveTo>
                <a:lnTo>
                  <a:pt x="60714" y="29018"/>
                </a:lnTo>
                <a:lnTo>
                  <a:pt x="73214" y="29018"/>
                </a:lnTo>
                <a:lnTo>
                  <a:pt x="73661" y="29464"/>
                </a:lnTo>
                <a:lnTo>
                  <a:pt x="73661" y="74107"/>
                </a:lnTo>
                <a:lnTo>
                  <a:pt x="73214" y="74554"/>
                </a:lnTo>
                <a:lnTo>
                  <a:pt x="26786" y="74554"/>
                </a:lnTo>
                <a:lnTo>
                  <a:pt x="26339" y="74107"/>
                </a:lnTo>
                <a:lnTo>
                  <a:pt x="26339" y="53571"/>
                </a:lnTo>
                <a:lnTo>
                  <a:pt x="26786" y="53125"/>
                </a:lnTo>
                <a:lnTo>
                  <a:pt x="38393" y="53125"/>
                </a:lnTo>
                <a:lnTo>
                  <a:pt x="38839" y="53571"/>
                </a:lnTo>
                <a:lnTo>
                  <a:pt x="38839" y="61607"/>
                </a:lnTo>
                <a:lnTo>
                  <a:pt x="38839" y="72321"/>
                </a:lnTo>
                <a:lnTo>
                  <a:pt x="39286" y="72768"/>
                </a:lnTo>
                <a:lnTo>
                  <a:pt x="42411" y="72321"/>
                </a:lnTo>
                <a:lnTo>
                  <a:pt x="42411" y="44643"/>
                </a:lnTo>
                <a:lnTo>
                  <a:pt x="42857" y="44196"/>
                </a:lnTo>
                <a:lnTo>
                  <a:pt x="51786" y="44196"/>
                </a:lnTo>
                <a:lnTo>
                  <a:pt x="52232" y="41071"/>
                </a:lnTo>
                <a:lnTo>
                  <a:pt x="53125" y="39286"/>
                </a:lnTo>
                <a:lnTo>
                  <a:pt x="53571" y="38839"/>
                </a:lnTo>
                <a:lnTo>
                  <a:pt x="54464" y="38839"/>
                </a:lnTo>
                <a:lnTo>
                  <a:pt x="55804" y="40179"/>
                </a:lnTo>
                <a:lnTo>
                  <a:pt x="55357" y="40625"/>
                </a:lnTo>
                <a:lnTo>
                  <a:pt x="54911" y="41071"/>
                </a:lnTo>
                <a:lnTo>
                  <a:pt x="54911" y="43750"/>
                </a:lnTo>
                <a:lnTo>
                  <a:pt x="56696" y="44643"/>
                </a:lnTo>
                <a:lnTo>
                  <a:pt x="56696" y="72321"/>
                </a:lnTo>
                <a:lnTo>
                  <a:pt x="59821" y="72768"/>
                </a:lnTo>
                <a:lnTo>
                  <a:pt x="61161" y="71429"/>
                </a:lnTo>
                <a:lnTo>
                  <a:pt x="60268" y="69643"/>
                </a:lnTo>
                <a:lnTo>
                  <a:pt x="60268" y="34821"/>
                </a:lnTo>
                <a:lnTo>
                  <a:pt x="60714" y="34375"/>
                </a:lnTo>
                <a:lnTo>
                  <a:pt x="61161" y="33929"/>
                </a:lnTo>
                <a:lnTo>
                  <a:pt x="60268" y="32143"/>
                </a:lnTo>
                <a:lnTo>
                  <a:pt x="60268" y="29464"/>
                </a:lnTo>
                <a:close/>
                <a:moveTo>
                  <a:pt x="63393" y="30804"/>
                </a:moveTo>
                <a:lnTo>
                  <a:pt x="62946" y="31250"/>
                </a:lnTo>
                <a:lnTo>
                  <a:pt x="62946" y="72321"/>
                </a:lnTo>
                <a:lnTo>
                  <a:pt x="63393" y="72768"/>
                </a:lnTo>
                <a:lnTo>
                  <a:pt x="70536" y="72768"/>
                </a:lnTo>
                <a:lnTo>
                  <a:pt x="70982" y="72321"/>
                </a:lnTo>
                <a:lnTo>
                  <a:pt x="71429" y="71875"/>
                </a:lnTo>
                <a:lnTo>
                  <a:pt x="71875" y="71429"/>
                </a:lnTo>
                <a:lnTo>
                  <a:pt x="71875" y="32143"/>
                </a:lnTo>
                <a:lnTo>
                  <a:pt x="70536" y="30804"/>
                </a:lnTo>
                <a:lnTo>
                  <a:pt x="63393" y="30804"/>
                </a:lnTo>
                <a:close/>
                <a:moveTo>
                  <a:pt x="45536" y="45982"/>
                </a:moveTo>
                <a:lnTo>
                  <a:pt x="45089" y="46429"/>
                </a:lnTo>
                <a:lnTo>
                  <a:pt x="45089" y="71429"/>
                </a:lnTo>
                <a:lnTo>
                  <a:pt x="46429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4911" y="69643"/>
                </a:lnTo>
                <a:lnTo>
                  <a:pt x="54464" y="69196"/>
                </a:lnTo>
                <a:lnTo>
                  <a:pt x="54018" y="68750"/>
                </a:lnTo>
                <a:lnTo>
                  <a:pt x="54018" y="55357"/>
                </a:lnTo>
                <a:lnTo>
                  <a:pt x="54464" y="54911"/>
                </a:lnTo>
                <a:lnTo>
                  <a:pt x="54911" y="54464"/>
                </a:lnTo>
                <a:lnTo>
                  <a:pt x="54911" y="47321"/>
                </a:lnTo>
                <a:lnTo>
                  <a:pt x="53571" y="45982"/>
                </a:lnTo>
                <a:lnTo>
                  <a:pt x="45536" y="45982"/>
                </a:lnTo>
                <a:close/>
                <a:moveTo>
                  <a:pt x="29464" y="54911"/>
                </a:moveTo>
                <a:lnTo>
                  <a:pt x="29018" y="55357"/>
                </a:lnTo>
                <a:lnTo>
                  <a:pt x="29018" y="72321"/>
                </a:lnTo>
                <a:lnTo>
                  <a:pt x="29464" y="72768"/>
                </a:lnTo>
                <a:lnTo>
                  <a:pt x="35714" y="72768"/>
                </a:lnTo>
                <a:lnTo>
                  <a:pt x="36161" y="72321"/>
                </a:lnTo>
                <a:lnTo>
                  <a:pt x="36607" y="71875"/>
                </a:lnTo>
                <a:lnTo>
                  <a:pt x="37054" y="71429"/>
                </a:lnTo>
                <a:lnTo>
                  <a:pt x="36607" y="70982"/>
                </a:lnTo>
                <a:lnTo>
                  <a:pt x="36161" y="70536"/>
                </a:lnTo>
                <a:lnTo>
                  <a:pt x="36161" y="55357"/>
                </a:lnTo>
                <a:lnTo>
                  <a:pt x="35714" y="54911"/>
                </a:lnTo>
                <a:lnTo>
                  <a:pt x="29464" y="549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2532888" y="3749040"/>
            <a:ext cx="5221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RÉSULTATS DE LA SEGMENTATION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680960" y="4105656"/>
            <a:ext cx="320040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dot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680960" y="3840480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3504" y="4636008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21792" y="477316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417320" y="4507992"/>
            <a:ext cx="786384" cy="7863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VECTOR_people_9"/>
          <p:cNvSpPr/>
          <p:nvPr/>
        </p:nvSpPr>
        <p:spPr>
          <a:xfrm>
            <a:off x="1417320" y="4507992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7768" y="28571"/>
                </a:moveTo>
                <a:lnTo>
                  <a:pt x="48214" y="28125"/>
                </a:lnTo>
                <a:lnTo>
                  <a:pt x="52679" y="28125"/>
                </a:lnTo>
                <a:lnTo>
                  <a:pt x="56250" y="29911"/>
                </a:lnTo>
                <a:lnTo>
                  <a:pt x="56696" y="30357"/>
                </a:lnTo>
                <a:lnTo>
                  <a:pt x="56696" y="31250"/>
                </a:lnTo>
                <a:lnTo>
                  <a:pt x="58482" y="33036"/>
                </a:lnTo>
                <a:lnTo>
                  <a:pt x="58482" y="33929"/>
                </a:lnTo>
                <a:lnTo>
                  <a:pt x="58482" y="34821"/>
                </a:lnTo>
                <a:lnTo>
                  <a:pt x="58929" y="35268"/>
                </a:lnTo>
                <a:lnTo>
                  <a:pt x="59375" y="35714"/>
                </a:lnTo>
                <a:lnTo>
                  <a:pt x="58482" y="40179"/>
                </a:lnTo>
                <a:lnTo>
                  <a:pt x="57589" y="41964"/>
                </a:lnTo>
                <a:lnTo>
                  <a:pt x="54018" y="44643"/>
                </a:lnTo>
                <a:lnTo>
                  <a:pt x="53571" y="45089"/>
                </a:lnTo>
                <a:lnTo>
                  <a:pt x="48214" y="45089"/>
                </a:lnTo>
                <a:lnTo>
                  <a:pt x="46429" y="44196"/>
                </a:lnTo>
                <a:lnTo>
                  <a:pt x="43304" y="41071"/>
                </a:lnTo>
                <a:lnTo>
                  <a:pt x="43304" y="40179"/>
                </a:lnTo>
                <a:lnTo>
                  <a:pt x="43304" y="39286"/>
                </a:lnTo>
                <a:lnTo>
                  <a:pt x="42857" y="38839"/>
                </a:lnTo>
                <a:lnTo>
                  <a:pt x="42411" y="38393"/>
                </a:lnTo>
                <a:lnTo>
                  <a:pt x="42411" y="34821"/>
                </a:lnTo>
                <a:lnTo>
                  <a:pt x="42857" y="34375"/>
                </a:lnTo>
                <a:lnTo>
                  <a:pt x="43304" y="33929"/>
                </a:lnTo>
                <a:lnTo>
                  <a:pt x="43304" y="33036"/>
                </a:lnTo>
                <a:lnTo>
                  <a:pt x="43304" y="32143"/>
                </a:lnTo>
                <a:lnTo>
                  <a:pt x="46429" y="29018"/>
                </a:lnTo>
                <a:lnTo>
                  <a:pt x="47321" y="29018"/>
                </a:lnTo>
                <a:lnTo>
                  <a:pt x="47768" y="28571"/>
                </a:lnTo>
                <a:close/>
                <a:moveTo>
                  <a:pt x="48214" y="30804"/>
                </a:moveTo>
                <a:lnTo>
                  <a:pt x="45982" y="32143"/>
                </a:lnTo>
                <a:lnTo>
                  <a:pt x="44196" y="35714"/>
                </a:lnTo>
                <a:lnTo>
                  <a:pt x="44196" y="36607"/>
                </a:lnTo>
                <a:lnTo>
                  <a:pt x="44196" y="37500"/>
                </a:lnTo>
                <a:lnTo>
                  <a:pt x="45982" y="41071"/>
                </a:lnTo>
                <a:lnTo>
                  <a:pt x="48214" y="43304"/>
                </a:lnTo>
                <a:lnTo>
                  <a:pt x="52679" y="43304"/>
                </a:lnTo>
                <a:lnTo>
                  <a:pt x="54464" y="42411"/>
                </a:lnTo>
                <a:lnTo>
                  <a:pt x="56696" y="39286"/>
                </a:lnTo>
                <a:lnTo>
                  <a:pt x="56696" y="33929"/>
                </a:lnTo>
                <a:lnTo>
                  <a:pt x="53571" y="30804"/>
                </a:lnTo>
                <a:lnTo>
                  <a:pt x="48214" y="30804"/>
                </a:lnTo>
                <a:close/>
                <a:moveTo>
                  <a:pt x="28125" y="37500"/>
                </a:moveTo>
                <a:lnTo>
                  <a:pt x="28571" y="37054"/>
                </a:lnTo>
                <a:lnTo>
                  <a:pt x="33036" y="37054"/>
                </a:lnTo>
                <a:lnTo>
                  <a:pt x="36161" y="39286"/>
                </a:lnTo>
                <a:lnTo>
                  <a:pt x="37054" y="41071"/>
                </a:lnTo>
                <a:lnTo>
                  <a:pt x="37054" y="41964"/>
                </a:lnTo>
                <a:lnTo>
                  <a:pt x="37054" y="42857"/>
                </a:lnTo>
                <a:lnTo>
                  <a:pt x="37500" y="43304"/>
                </a:lnTo>
                <a:lnTo>
                  <a:pt x="37946" y="43750"/>
                </a:lnTo>
                <a:lnTo>
                  <a:pt x="37500" y="44196"/>
                </a:lnTo>
                <a:lnTo>
                  <a:pt x="37054" y="44643"/>
                </a:lnTo>
                <a:lnTo>
                  <a:pt x="37054" y="45536"/>
                </a:lnTo>
                <a:lnTo>
                  <a:pt x="37054" y="46429"/>
                </a:lnTo>
                <a:lnTo>
                  <a:pt x="34821" y="48661"/>
                </a:lnTo>
                <a:lnTo>
                  <a:pt x="33929" y="48661"/>
                </a:lnTo>
                <a:lnTo>
                  <a:pt x="33482" y="49107"/>
                </a:lnTo>
                <a:lnTo>
                  <a:pt x="33036" y="49554"/>
                </a:lnTo>
                <a:lnTo>
                  <a:pt x="28571" y="49554"/>
                </a:lnTo>
                <a:lnTo>
                  <a:pt x="25446" y="47321"/>
                </a:lnTo>
                <a:lnTo>
                  <a:pt x="24554" y="45536"/>
                </a:lnTo>
                <a:lnTo>
                  <a:pt x="24554" y="41071"/>
                </a:lnTo>
                <a:lnTo>
                  <a:pt x="25446" y="39286"/>
                </a:lnTo>
                <a:lnTo>
                  <a:pt x="28125" y="37500"/>
                </a:lnTo>
                <a:close/>
                <a:moveTo>
                  <a:pt x="68304" y="37500"/>
                </a:moveTo>
                <a:lnTo>
                  <a:pt x="68750" y="37054"/>
                </a:lnTo>
                <a:lnTo>
                  <a:pt x="73214" y="37054"/>
                </a:lnTo>
                <a:lnTo>
                  <a:pt x="75000" y="37946"/>
                </a:lnTo>
                <a:lnTo>
                  <a:pt x="77232" y="41071"/>
                </a:lnTo>
                <a:lnTo>
                  <a:pt x="77232" y="45536"/>
                </a:lnTo>
                <a:lnTo>
                  <a:pt x="76339" y="47321"/>
                </a:lnTo>
                <a:lnTo>
                  <a:pt x="73214" y="49554"/>
                </a:lnTo>
                <a:lnTo>
                  <a:pt x="67857" y="49554"/>
                </a:lnTo>
                <a:lnTo>
                  <a:pt x="64732" y="46429"/>
                </a:lnTo>
                <a:lnTo>
                  <a:pt x="63839" y="44643"/>
                </a:lnTo>
                <a:lnTo>
                  <a:pt x="64732" y="40179"/>
                </a:lnTo>
                <a:lnTo>
                  <a:pt x="66964" y="37946"/>
                </a:lnTo>
                <a:lnTo>
                  <a:pt x="67857" y="37946"/>
                </a:lnTo>
                <a:lnTo>
                  <a:pt x="68304" y="37500"/>
                </a:lnTo>
                <a:close/>
                <a:moveTo>
                  <a:pt x="30357" y="38839"/>
                </a:moveTo>
                <a:lnTo>
                  <a:pt x="27232" y="41071"/>
                </a:lnTo>
                <a:lnTo>
                  <a:pt x="26339" y="43750"/>
                </a:lnTo>
                <a:lnTo>
                  <a:pt x="28571" y="47768"/>
                </a:lnTo>
                <a:lnTo>
                  <a:pt x="31250" y="47768"/>
                </a:lnTo>
                <a:lnTo>
                  <a:pt x="32143" y="47768"/>
                </a:lnTo>
                <a:lnTo>
                  <a:pt x="33036" y="47768"/>
                </a:lnTo>
                <a:lnTo>
                  <a:pt x="35268" y="45536"/>
                </a:lnTo>
                <a:lnTo>
                  <a:pt x="35268" y="41964"/>
                </a:lnTo>
                <a:lnTo>
                  <a:pt x="33036" y="39732"/>
                </a:lnTo>
                <a:lnTo>
                  <a:pt x="30357" y="38839"/>
                </a:lnTo>
                <a:close/>
                <a:moveTo>
                  <a:pt x="70536" y="38839"/>
                </a:moveTo>
                <a:lnTo>
                  <a:pt x="66518" y="41964"/>
                </a:lnTo>
                <a:lnTo>
                  <a:pt x="66518" y="45536"/>
                </a:lnTo>
                <a:lnTo>
                  <a:pt x="68750" y="47768"/>
                </a:lnTo>
                <a:lnTo>
                  <a:pt x="71429" y="47768"/>
                </a:lnTo>
                <a:lnTo>
                  <a:pt x="72321" y="47768"/>
                </a:lnTo>
                <a:lnTo>
                  <a:pt x="75446" y="44643"/>
                </a:lnTo>
                <a:lnTo>
                  <a:pt x="75446" y="43750"/>
                </a:lnTo>
                <a:lnTo>
                  <a:pt x="75446" y="42857"/>
                </a:lnTo>
                <a:lnTo>
                  <a:pt x="73214" y="39732"/>
                </a:lnTo>
                <a:lnTo>
                  <a:pt x="70536" y="38839"/>
                </a:lnTo>
                <a:close/>
                <a:moveTo>
                  <a:pt x="46875" y="48214"/>
                </a:moveTo>
                <a:lnTo>
                  <a:pt x="47321" y="47768"/>
                </a:lnTo>
                <a:lnTo>
                  <a:pt x="54464" y="47768"/>
                </a:lnTo>
                <a:lnTo>
                  <a:pt x="58036" y="49554"/>
                </a:lnTo>
                <a:lnTo>
                  <a:pt x="62054" y="53571"/>
                </a:lnTo>
                <a:lnTo>
                  <a:pt x="62946" y="55357"/>
                </a:lnTo>
                <a:lnTo>
                  <a:pt x="62946" y="56250"/>
                </a:lnTo>
                <a:lnTo>
                  <a:pt x="62946" y="57143"/>
                </a:lnTo>
                <a:lnTo>
                  <a:pt x="63393" y="57589"/>
                </a:lnTo>
                <a:lnTo>
                  <a:pt x="63839" y="58036"/>
                </a:lnTo>
                <a:lnTo>
                  <a:pt x="63839" y="66964"/>
                </a:lnTo>
                <a:lnTo>
                  <a:pt x="63393" y="67411"/>
                </a:lnTo>
                <a:lnTo>
                  <a:pt x="54464" y="67411"/>
                </a:lnTo>
                <a:lnTo>
                  <a:pt x="37500" y="67411"/>
                </a:lnTo>
                <a:lnTo>
                  <a:pt x="37054" y="66964"/>
                </a:lnTo>
                <a:lnTo>
                  <a:pt x="37054" y="58036"/>
                </a:lnTo>
                <a:lnTo>
                  <a:pt x="38839" y="54464"/>
                </a:lnTo>
                <a:lnTo>
                  <a:pt x="40625" y="52679"/>
                </a:lnTo>
                <a:lnTo>
                  <a:pt x="40625" y="51786"/>
                </a:lnTo>
                <a:lnTo>
                  <a:pt x="41071" y="51339"/>
                </a:lnTo>
                <a:lnTo>
                  <a:pt x="41964" y="51339"/>
                </a:lnTo>
                <a:lnTo>
                  <a:pt x="43750" y="49554"/>
                </a:lnTo>
                <a:lnTo>
                  <a:pt x="46875" y="48214"/>
                </a:lnTo>
                <a:close/>
                <a:moveTo>
                  <a:pt x="49107" y="49554"/>
                </a:moveTo>
                <a:lnTo>
                  <a:pt x="48661" y="50000"/>
                </a:lnTo>
                <a:lnTo>
                  <a:pt x="48214" y="50446"/>
                </a:lnTo>
                <a:lnTo>
                  <a:pt x="47321" y="50446"/>
                </a:lnTo>
                <a:lnTo>
                  <a:pt x="46429" y="50446"/>
                </a:lnTo>
                <a:lnTo>
                  <a:pt x="44643" y="51339"/>
                </a:lnTo>
                <a:lnTo>
                  <a:pt x="41518" y="54464"/>
                </a:lnTo>
                <a:lnTo>
                  <a:pt x="39732" y="58036"/>
                </a:lnTo>
                <a:lnTo>
                  <a:pt x="39732" y="65179"/>
                </a:lnTo>
                <a:lnTo>
                  <a:pt x="40179" y="65625"/>
                </a:lnTo>
                <a:lnTo>
                  <a:pt x="52679" y="65625"/>
                </a:lnTo>
                <a:lnTo>
                  <a:pt x="61607" y="65625"/>
                </a:lnTo>
                <a:lnTo>
                  <a:pt x="62054" y="65179"/>
                </a:lnTo>
                <a:lnTo>
                  <a:pt x="62054" y="58036"/>
                </a:lnTo>
                <a:lnTo>
                  <a:pt x="59375" y="54464"/>
                </a:lnTo>
                <a:lnTo>
                  <a:pt x="59375" y="53571"/>
                </a:lnTo>
                <a:lnTo>
                  <a:pt x="55357" y="50446"/>
                </a:lnTo>
                <a:lnTo>
                  <a:pt x="54464" y="50446"/>
                </a:lnTo>
                <a:lnTo>
                  <a:pt x="53571" y="50446"/>
                </a:lnTo>
                <a:lnTo>
                  <a:pt x="53125" y="50000"/>
                </a:lnTo>
                <a:lnTo>
                  <a:pt x="52679" y="49554"/>
                </a:lnTo>
                <a:lnTo>
                  <a:pt x="49107" y="49554"/>
                </a:lnTo>
                <a:close/>
                <a:moveTo>
                  <a:pt x="28125" y="52679"/>
                </a:moveTo>
                <a:lnTo>
                  <a:pt x="28571" y="52232"/>
                </a:lnTo>
                <a:lnTo>
                  <a:pt x="33036" y="52232"/>
                </a:lnTo>
                <a:lnTo>
                  <a:pt x="35268" y="53571"/>
                </a:lnTo>
                <a:lnTo>
                  <a:pt x="35268" y="54464"/>
                </a:lnTo>
                <a:lnTo>
                  <a:pt x="34821" y="54911"/>
                </a:lnTo>
                <a:lnTo>
                  <a:pt x="34375" y="54464"/>
                </a:lnTo>
                <a:lnTo>
                  <a:pt x="33929" y="54018"/>
                </a:lnTo>
                <a:lnTo>
                  <a:pt x="28571" y="54018"/>
                </a:lnTo>
                <a:lnTo>
                  <a:pt x="26786" y="54911"/>
                </a:lnTo>
                <a:lnTo>
                  <a:pt x="23661" y="58036"/>
                </a:lnTo>
                <a:lnTo>
                  <a:pt x="23661" y="58929"/>
                </a:lnTo>
                <a:lnTo>
                  <a:pt x="23661" y="59821"/>
                </a:lnTo>
                <a:lnTo>
                  <a:pt x="23214" y="60268"/>
                </a:lnTo>
                <a:lnTo>
                  <a:pt x="22768" y="60714"/>
                </a:lnTo>
                <a:lnTo>
                  <a:pt x="22768" y="65179"/>
                </a:lnTo>
                <a:lnTo>
                  <a:pt x="23214" y="65625"/>
                </a:lnTo>
                <a:lnTo>
                  <a:pt x="28571" y="65625"/>
                </a:lnTo>
                <a:lnTo>
                  <a:pt x="33036" y="65625"/>
                </a:lnTo>
                <a:lnTo>
                  <a:pt x="33482" y="66071"/>
                </a:lnTo>
                <a:lnTo>
                  <a:pt x="33482" y="66964"/>
                </a:lnTo>
                <a:lnTo>
                  <a:pt x="33036" y="67411"/>
                </a:lnTo>
                <a:lnTo>
                  <a:pt x="21429" y="67411"/>
                </a:lnTo>
                <a:lnTo>
                  <a:pt x="20982" y="66964"/>
                </a:lnTo>
                <a:lnTo>
                  <a:pt x="20982" y="58929"/>
                </a:lnTo>
                <a:lnTo>
                  <a:pt x="21875" y="57143"/>
                </a:lnTo>
                <a:lnTo>
                  <a:pt x="25000" y="54018"/>
                </a:lnTo>
                <a:lnTo>
                  <a:pt x="28125" y="52679"/>
                </a:lnTo>
                <a:close/>
                <a:moveTo>
                  <a:pt x="67411" y="52679"/>
                </a:moveTo>
                <a:lnTo>
                  <a:pt x="67857" y="52232"/>
                </a:lnTo>
                <a:lnTo>
                  <a:pt x="72321" y="52232"/>
                </a:lnTo>
                <a:lnTo>
                  <a:pt x="72768" y="52679"/>
                </a:lnTo>
                <a:lnTo>
                  <a:pt x="73214" y="53125"/>
                </a:lnTo>
                <a:lnTo>
                  <a:pt x="74107" y="53125"/>
                </a:lnTo>
                <a:lnTo>
                  <a:pt x="75000" y="53125"/>
                </a:lnTo>
                <a:lnTo>
                  <a:pt x="76786" y="54018"/>
                </a:lnTo>
                <a:lnTo>
                  <a:pt x="79911" y="57143"/>
                </a:lnTo>
                <a:lnTo>
                  <a:pt x="79911" y="58036"/>
                </a:lnTo>
                <a:lnTo>
                  <a:pt x="79911" y="58929"/>
                </a:lnTo>
                <a:lnTo>
                  <a:pt x="80357" y="59375"/>
                </a:lnTo>
                <a:lnTo>
                  <a:pt x="80804" y="59821"/>
                </a:lnTo>
                <a:lnTo>
                  <a:pt x="80804" y="66964"/>
                </a:lnTo>
                <a:lnTo>
                  <a:pt x="80357" y="67411"/>
                </a:lnTo>
                <a:lnTo>
                  <a:pt x="67857" y="67411"/>
                </a:lnTo>
                <a:lnTo>
                  <a:pt x="67411" y="66964"/>
                </a:lnTo>
                <a:lnTo>
                  <a:pt x="67411" y="66071"/>
                </a:lnTo>
                <a:lnTo>
                  <a:pt x="67857" y="65625"/>
                </a:lnTo>
                <a:lnTo>
                  <a:pt x="77679" y="65625"/>
                </a:lnTo>
                <a:lnTo>
                  <a:pt x="79018" y="64286"/>
                </a:lnTo>
                <a:lnTo>
                  <a:pt x="79018" y="60714"/>
                </a:lnTo>
                <a:lnTo>
                  <a:pt x="77232" y="57143"/>
                </a:lnTo>
                <a:lnTo>
                  <a:pt x="75000" y="54911"/>
                </a:lnTo>
                <a:lnTo>
                  <a:pt x="73214" y="54018"/>
                </a:lnTo>
                <a:lnTo>
                  <a:pt x="67857" y="54018"/>
                </a:lnTo>
                <a:lnTo>
                  <a:pt x="67411" y="54464"/>
                </a:lnTo>
                <a:lnTo>
                  <a:pt x="66964" y="54911"/>
                </a:lnTo>
                <a:lnTo>
                  <a:pt x="66518" y="54464"/>
                </a:lnTo>
                <a:lnTo>
                  <a:pt x="66518" y="53571"/>
                </a:lnTo>
                <a:lnTo>
                  <a:pt x="66964" y="53125"/>
                </a:lnTo>
                <a:lnTo>
                  <a:pt x="67411" y="526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2532888" y="4681728"/>
            <a:ext cx="5221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PROFILS DES 4 SEGMENTS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7680960" y="5038344"/>
            <a:ext cx="320040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dot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7680960" y="477316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10-14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03504" y="5568696"/>
            <a:ext cx="530352" cy="53035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21792" y="5705856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417320" y="5440680"/>
            <a:ext cx="786384" cy="7863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VECTOR_bulb_10"/>
          <p:cNvSpPr/>
          <p:nvPr/>
        </p:nvSpPr>
        <p:spPr>
          <a:xfrm>
            <a:off x="1417320" y="5440680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554" y="21429"/>
                </a:moveTo>
                <a:lnTo>
                  <a:pt x="50000" y="20982"/>
                </a:lnTo>
                <a:lnTo>
                  <a:pt x="52232" y="21429"/>
                </a:lnTo>
                <a:lnTo>
                  <a:pt x="52232" y="28571"/>
                </a:lnTo>
                <a:lnTo>
                  <a:pt x="51786" y="29018"/>
                </a:lnTo>
                <a:lnTo>
                  <a:pt x="49554" y="28571"/>
                </a:lnTo>
                <a:lnTo>
                  <a:pt x="49554" y="21429"/>
                </a:lnTo>
                <a:close/>
                <a:moveTo>
                  <a:pt x="31696" y="28571"/>
                </a:moveTo>
                <a:lnTo>
                  <a:pt x="32143" y="28125"/>
                </a:lnTo>
                <a:lnTo>
                  <a:pt x="33036" y="28125"/>
                </a:lnTo>
                <a:lnTo>
                  <a:pt x="33482" y="28571"/>
                </a:lnTo>
                <a:lnTo>
                  <a:pt x="33482" y="29464"/>
                </a:lnTo>
                <a:lnTo>
                  <a:pt x="37054" y="33036"/>
                </a:lnTo>
                <a:lnTo>
                  <a:pt x="36607" y="33482"/>
                </a:lnTo>
                <a:lnTo>
                  <a:pt x="36161" y="33929"/>
                </a:lnTo>
                <a:lnTo>
                  <a:pt x="35714" y="34375"/>
                </a:lnTo>
                <a:lnTo>
                  <a:pt x="34821" y="34375"/>
                </a:lnTo>
                <a:lnTo>
                  <a:pt x="31696" y="31250"/>
                </a:lnTo>
                <a:lnTo>
                  <a:pt x="30804" y="29464"/>
                </a:lnTo>
                <a:lnTo>
                  <a:pt x="31250" y="29018"/>
                </a:lnTo>
                <a:lnTo>
                  <a:pt x="31696" y="28571"/>
                </a:lnTo>
                <a:close/>
                <a:moveTo>
                  <a:pt x="68304" y="29464"/>
                </a:moveTo>
                <a:lnTo>
                  <a:pt x="70536" y="29018"/>
                </a:lnTo>
                <a:lnTo>
                  <a:pt x="70982" y="29464"/>
                </a:lnTo>
                <a:lnTo>
                  <a:pt x="70982" y="30357"/>
                </a:lnTo>
                <a:lnTo>
                  <a:pt x="66964" y="34375"/>
                </a:lnTo>
                <a:lnTo>
                  <a:pt x="66518" y="34821"/>
                </a:lnTo>
                <a:lnTo>
                  <a:pt x="66071" y="35268"/>
                </a:lnTo>
                <a:lnTo>
                  <a:pt x="64732" y="33929"/>
                </a:lnTo>
                <a:lnTo>
                  <a:pt x="68304" y="30357"/>
                </a:lnTo>
                <a:lnTo>
                  <a:pt x="68304" y="29464"/>
                </a:lnTo>
                <a:close/>
                <a:moveTo>
                  <a:pt x="46875" y="33929"/>
                </a:moveTo>
                <a:lnTo>
                  <a:pt x="47321" y="33482"/>
                </a:lnTo>
                <a:lnTo>
                  <a:pt x="53571" y="33482"/>
                </a:lnTo>
                <a:lnTo>
                  <a:pt x="54018" y="33929"/>
                </a:lnTo>
                <a:lnTo>
                  <a:pt x="54464" y="34375"/>
                </a:lnTo>
                <a:lnTo>
                  <a:pt x="58929" y="35268"/>
                </a:lnTo>
                <a:lnTo>
                  <a:pt x="63839" y="40179"/>
                </a:lnTo>
                <a:lnTo>
                  <a:pt x="65625" y="43750"/>
                </a:lnTo>
                <a:lnTo>
                  <a:pt x="65625" y="46429"/>
                </a:lnTo>
                <a:lnTo>
                  <a:pt x="66071" y="46875"/>
                </a:lnTo>
                <a:lnTo>
                  <a:pt x="66518" y="47321"/>
                </a:lnTo>
                <a:lnTo>
                  <a:pt x="66518" y="50893"/>
                </a:lnTo>
                <a:lnTo>
                  <a:pt x="66071" y="51339"/>
                </a:lnTo>
                <a:lnTo>
                  <a:pt x="65625" y="51786"/>
                </a:lnTo>
                <a:lnTo>
                  <a:pt x="64732" y="56250"/>
                </a:lnTo>
                <a:lnTo>
                  <a:pt x="62946" y="58036"/>
                </a:lnTo>
                <a:lnTo>
                  <a:pt x="62946" y="58929"/>
                </a:lnTo>
                <a:lnTo>
                  <a:pt x="57589" y="64286"/>
                </a:lnTo>
                <a:lnTo>
                  <a:pt x="57589" y="75893"/>
                </a:lnTo>
                <a:lnTo>
                  <a:pt x="54464" y="79911"/>
                </a:lnTo>
                <a:lnTo>
                  <a:pt x="54018" y="80357"/>
                </a:lnTo>
                <a:lnTo>
                  <a:pt x="53571" y="80804"/>
                </a:lnTo>
                <a:lnTo>
                  <a:pt x="48214" y="80804"/>
                </a:lnTo>
                <a:lnTo>
                  <a:pt x="45982" y="79464"/>
                </a:lnTo>
                <a:lnTo>
                  <a:pt x="43304" y="74107"/>
                </a:lnTo>
                <a:lnTo>
                  <a:pt x="43304" y="64286"/>
                </a:lnTo>
                <a:lnTo>
                  <a:pt x="42411" y="62500"/>
                </a:lnTo>
                <a:lnTo>
                  <a:pt x="37054" y="57143"/>
                </a:lnTo>
                <a:lnTo>
                  <a:pt x="36161" y="55357"/>
                </a:lnTo>
                <a:lnTo>
                  <a:pt x="36161" y="54464"/>
                </a:lnTo>
                <a:lnTo>
                  <a:pt x="36161" y="53571"/>
                </a:lnTo>
                <a:lnTo>
                  <a:pt x="35714" y="53125"/>
                </a:lnTo>
                <a:lnTo>
                  <a:pt x="35268" y="52679"/>
                </a:lnTo>
                <a:lnTo>
                  <a:pt x="35268" y="45536"/>
                </a:lnTo>
                <a:lnTo>
                  <a:pt x="35714" y="45089"/>
                </a:lnTo>
                <a:lnTo>
                  <a:pt x="36161" y="44643"/>
                </a:lnTo>
                <a:lnTo>
                  <a:pt x="36161" y="43750"/>
                </a:lnTo>
                <a:lnTo>
                  <a:pt x="36161" y="42857"/>
                </a:lnTo>
                <a:lnTo>
                  <a:pt x="37946" y="39286"/>
                </a:lnTo>
                <a:lnTo>
                  <a:pt x="42857" y="35268"/>
                </a:lnTo>
                <a:lnTo>
                  <a:pt x="46875" y="33929"/>
                </a:lnTo>
                <a:close/>
                <a:moveTo>
                  <a:pt x="46429" y="36161"/>
                </a:moveTo>
                <a:lnTo>
                  <a:pt x="44643" y="37054"/>
                </a:lnTo>
                <a:lnTo>
                  <a:pt x="39732" y="41964"/>
                </a:lnTo>
                <a:lnTo>
                  <a:pt x="37946" y="45536"/>
                </a:lnTo>
                <a:lnTo>
                  <a:pt x="37946" y="52679"/>
                </a:lnTo>
                <a:lnTo>
                  <a:pt x="39732" y="56250"/>
                </a:lnTo>
                <a:lnTo>
                  <a:pt x="41518" y="58036"/>
                </a:lnTo>
                <a:lnTo>
                  <a:pt x="41518" y="58929"/>
                </a:lnTo>
                <a:lnTo>
                  <a:pt x="45982" y="63393"/>
                </a:lnTo>
                <a:lnTo>
                  <a:pt x="46429" y="66518"/>
                </a:lnTo>
                <a:lnTo>
                  <a:pt x="55357" y="66518"/>
                </a:lnTo>
                <a:lnTo>
                  <a:pt x="55804" y="62500"/>
                </a:lnTo>
                <a:lnTo>
                  <a:pt x="61161" y="57143"/>
                </a:lnTo>
                <a:lnTo>
                  <a:pt x="61161" y="56250"/>
                </a:lnTo>
                <a:lnTo>
                  <a:pt x="62946" y="54464"/>
                </a:lnTo>
                <a:lnTo>
                  <a:pt x="62946" y="53571"/>
                </a:lnTo>
                <a:lnTo>
                  <a:pt x="62946" y="52679"/>
                </a:lnTo>
                <a:lnTo>
                  <a:pt x="63393" y="52232"/>
                </a:lnTo>
                <a:lnTo>
                  <a:pt x="63839" y="51786"/>
                </a:lnTo>
                <a:lnTo>
                  <a:pt x="63839" y="45536"/>
                </a:lnTo>
                <a:lnTo>
                  <a:pt x="63393" y="45089"/>
                </a:lnTo>
                <a:lnTo>
                  <a:pt x="62946" y="44643"/>
                </a:lnTo>
                <a:lnTo>
                  <a:pt x="62946" y="43750"/>
                </a:lnTo>
                <a:lnTo>
                  <a:pt x="62946" y="42857"/>
                </a:lnTo>
                <a:lnTo>
                  <a:pt x="57143" y="37054"/>
                </a:lnTo>
                <a:lnTo>
                  <a:pt x="55357" y="36161"/>
                </a:lnTo>
                <a:lnTo>
                  <a:pt x="46429" y="36161"/>
                </a:lnTo>
                <a:close/>
                <a:moveTo>
                  <a:pt x="21875" y="48214"/>
                </a:moveTo>
                <a:lnTo>
                  <a:pt x="22321" y="47768"/>
                </a:lnTo>
                <a:lnTo>
                  <a:pt x="30357" y="47768"/>
                </a:lnTo>
                <a:lnTo>
                  <a:pt x="30804" y="48214"/>
                </a:lnTo>
                <a:lnTo>
                  <a:pt x="30804" y="49107"/>
                </a:lnTo>
                <a:lnTo>
                  <a:pt x="30357" y="49554"/>
                </a:lnTo>
                <a:lnTo>
                  <a:pt x="22321" y="49554"/>
                </a:lnTo>
                <a:lnTo>
                  <a:pt x="21875" y="49107"/>
                </a:lnTo>
                <a:lnTo>
                  <a:pt x="21875" y="48214"/>
                </a:lnTo>
                <a:close/>
                <a:moveTo>
                  <a:pt x="71875" y="48214"/>
                </a:moveTo>
                <a:lnTo>
                  <a:pt x="72321" y="47768"/>
                </a:lnTo>
                <a:lnTo>
                  <a:pt x="79464" y="47768"/>
                </a:lnTo>
                <a:lnTo>
                  <a:pt x="79911" y="48214"/>
                </a:lnTo>
                <a:lnTo>
                  <a:pt x="79911" y="49107"/>
                </a:lnTo>
                <a:lnTo>
                  <a:pt x="79464" y="49554"/>
                </a:lnTo>
                <a:lnTo>
                  <a:pt x="72321" y="49554"/>
                </a:lnTo>
                <a:lnTo>
                  <a:pt x="71875" y="49107"/>
                </a:lnTo>
                <a:lnTo>
                  <a:pt x="71875" y="48214"/>
                </a:lnTo>
                <a:close/>
                <a:moveTo>
                  <a:pt x="67411" y="61607"/>
                </a:moveTo>
                <a:lnTo>
                  <a:pt x="67857" y="61161"/>
                </a:lnTo>
                <a:lnTo>
                  <a:pt x="73661" y="66964"/>
                </a:lnTo>
                <a:lnTo>
                  <a:pt x="73214" y="67411"/>
                </a:lnTo>
                <a:lnTo>
                  <a:pt x="72768" y="67857"/>
                </a:lnTo>
                <a:lnTo>
                  <a:pt x="72321" y="68304"/>
                </a:lnTo>
                <a:lnTo>
                  <a:pt x="70536" y="67411"/>
                </a:lnTo>
                <a:lnTo>
                  <a:pt x="66518" y="63393"/>
                </a:lnTo>
                <a:lnTo>
                  <a:pt x="67411" y="61607"/>
                </a:lnTo>
                <a:close/>
                <a:moveTo>
                  <a:pt x="33482" y="62500"/>
                </a:moveTo>
                <a:lnTo>
                  <a:pt x="33929" y="62054"/>
                </a:lnTo>
                <a:lnTo>
                  <a:pt x="35268" y="63393"/>
                </a:lnTo>
                <a:lnTo>
                  <a:pt x="30357" y="68304"/>
                </a:lnTo>
                <a:lnTo>
                  <a:pt x="29464" y="68304"/>
                </a:lnTo>
                <a:lnTo>
                  <a:pt x="28125" y="66964"/>
                </a:lnTo>
                <a:lnTo>
                  <a:pt x="32143" y="62946"/>
                </a:lnTo>
                <a:lnTo>
                  <a:pt x="33036" y="62946"/>
                </a:lnTo>
                <a:lnTo>
                  <a:pt x="33482" y="62500"/>
                </a:lnTo>
                <a:close/>
                <a:moveTo>
                  <a:pt x="46429" y="69196"/>
                </a:moveTo>
                <a:lnTo>
                  <a:pt x="45982" y="69643"/>
                </a:lnTo>
                <a:lnTo>
                  <a:pt x="46429" y="71875"/>
                </a:lnTo>
                <a:lnTo>
                  <a:pt x="54464" y="71875"/>
                </a:lnTo>
                <a:lnTo>
                  <a:pt x="54911" y="71429"/>
                </a:lnTo>
                <a:lnTo>
                  <a:pt x="55357" y="70982"/>
                </a:lnTo>
                <a:lnTo>
                  <a:pt x="55804" y="70536"/>
                </a:lnTo>
                <a:lnTo>
                  <a:pt x="54464" y="69196"/>
                </a:lnTo>
                <a:lnTo>
                  <a:pt x="46429" y="69196"/>
                </a:lnTo>
                <a:close/>
                <a:moveTo>
                  <a:pt x="47321" y="74554"/>
                </a:moveTo>
                <a:lnTo>
                  <a:pt x="46875" y="76786"/>
                </a:lnTo>
                <a:lnTo>
                  <a:pt x="49107" y="79018"/>
                </a:lnTo>
                <a:lnTo>
                  <a:pt x="51786" y="79018"/>
                </a:lnTo>
                <a:lnTo>
                  <a:pt x="53125" y="77679"/>
                </a:lnTo>
                <a:lnTo>
                  <a:pt x="54911" y="75893"/>
                </a:lnTo>
                <a:lnTo>
                  <a:pt x="54911" y="75000"/>
                </a:lnTo>
                <a:lnTo>
                  <a:pt x="54464" y="74554"/>
                </a:lnTo>
                <a:lnTo>
                  <a:pt x="47321" y="745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532888" y="5614416"/>
            <a:ext cx="5221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HYPOTHÈSES &amp; CONCLUSION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7680960" y="5971032"/>
            <a:ext cx="320040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dot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7680960" y="5705856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15-17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8695944" y="1874520"/>
            <a:ext cx="0" cy="436168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9116568" y="1709928"/>
            <a:ext cx="25603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600" dirty="0"/>
          </a:p>
        </p:txBody>
      </p:sp>
      <p:sp>
        <p:nvSpPr>
          <p:cNvPr id="45" name="Text 42"/>
          <p:cNvSpPr/>
          <p:nvPr/>
        </p:nvSpPr>
        <p:spPr>
          <a:xfrm>
            <a:off x="9189720" y="3675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segments de clientèle</a:t>
            </a:r>
            <a:endParaRPr lang="en-US" sz="1680" dirty="0"/>
          </a:p>
        </p:txBody>
      </p:sp>
      <p:sp>
        <p:nvSpPr>
          <p:cNvPr id="46" name="Shape 43"/>
          <p:cNvSpPr/>
          <p:nvPr/>
        </p:nvSpPr>
        <p:spPr>
          <a:xfrm>
            <a:off x="9235440" y="4105656"/>
            <a:ext cx="1060704" cy="10607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VECTOR_woman_11"/>
          <p:cNvSpPr/>
          <p:nvPr/>
        </p:nvSpPr>
        <p:spPr>
          <a:xfrm>
            <a:off x="9235440" y="4105656"/>
            <a:ext cx="1060704" cy="106070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962" y="15769"/>
                </a:moveTo>
                <a:lnTo>
                  <a:pt x="46154" y="15577"/>
                </a:lnTo>
                <a:lnTo>
                  <a:pt x="48462" y="15577"/>
                </a:lnTo>
                <a:lnTo>
                  <a:pt x="48654" y="15769"/>
                </a:lnTo>
                <a:lnTo>
                  <a:pt x="48846" y="15962"/>
                </a:lnTo>
                <a:lnTo>
                  <a:pt x="50769" y="15962"/>
                </a:lnTo>
                <a:lnTo>
                  <a:pt x="52308" y="16731"/>
                </a:lnTo>
                <a:lnTo>
                  <a:pt x="53077" y="17500"/>
                </a:lnTo>
                <a:lnTo>
                  <a:pt x="54615" y="17500"/>
                </a:lnTo>
                <a:lnTo>
                  <a:pt x="54808" y="17692"/>
                </a:lnTo>
                <a:lnTo>
                  <a:pt x="55000" y="17885"/>
                </a:lnTo>
                <a:lnTo>
                  <a:pt x="56154" y="17885"/>
                </a:lnTo>
                <a:lnTo>
                  <a:pt x="57692" y="18654"/>
                </a:lnTo>
                <a:lnTo>
                  <a:pt x="58462" y="19423"/>
                </a:lnTo>
                <a:lnTo>
                  <a:pt x="58846" y="19423"/>
                </a:lnTo>
                <a:lnTo>
                  <a:pt x="61731" y="22692"/>
                </a:lnTo>
                <a:lnTo>
                  <a:pt x="63269" y="25769"/>
                </a:lnTo>
                <a:lnTo>
                  <a:pt x="63269" y="26154"/>
                </a:lnTo>
                <a:lnTo>
                  <a:pt x="63269" y="26538"/>
                </a:lnTo>
                <a:lnTo>
                  <a:pt x="64038" y="28077"/>
                </a:lnTo>
                <a:lnTo>
                  <a:pt x="64038" y="29615"/>
                </a:lnTo>
                <a:lnTo>
                  <a:pt x="64231" y="29808"/>
                </a:lnTo>
                <a:lnTo>
                  <a:pt x="64423" y="30000"/>
                </a:lnTo>
                <a:lnTo>
                  <a:pt x="64423" y="34615"/>
                </a:lnTo>
                <a:lnTo>
                  <a:pt x="64615" y="34808"/>
                </a:lnTo>
                <a:lnTo>
                  <a:pt x="64808" y="35000"/>
                </a:lnTo>
                <a:lnTo>
                  <a:pt x="64808" y="37308"/>
                </a:lnTo>
                <a:lnTo>
                  <a:pt x="65000" y="37500"/>
                </a:lnTo>
                <a:lnTo>
                  <a:pt x="65192" y="37692"/>
                </a:lnTo>
                <a:lnTo>
                  <a:pt x="65192" y="38846"/>
                </a:lnTo>
                <a:lnTo>
                  <a:pt x="65962" y="40000"/>
                </a:lnTo>
                <a:lnTo>
                  <a:pt x="65962" y="40385"/>
                </a:lnTo>
                <a:lnTo>
                  <a:pt x="65962" y="40769"/>
                </a:lnTo>
                <a:lnTo>
                  <a:pt x="66731" y="42308"/>
                </a:lnTo>
                <a:lnTo>
                  <a:pt x="66731" y="43462"/>
                </a:lnTo>
                <a:lnTo>
                  <a:pt x="66923" y="43654"/>
                </a:lnTo>
                <a:lnTo>
                  <a:pt x="67115" y="43846"/>
                </a:lnTo>
                <a:lnTo>
                  <a:pt x="67115" y="47692"/>
                </a:lnTo>
                <a:lnTo>
                  <a:pt x="66731" y="48462"/>
                </a:lnTo>
                <a:lnTo>
                  <a:pt x="66923" y="48654"/>
                </a:lnTo>
                <a:lnTo>
                  <a:pt x="68846" y="48654"/>
                </a:lnTo>
                <a:lnTo>
                  <a:pt x="69038" y="48846"/>
                </a:lnTo>
                <a:lnTo>
                  <a:pt x="69231" y="49038"/>
                </a:lnTo>
                <a:lnTo>
                  <a:pt x="69615" y="49038"/>
                </a:lnTo>
                <a:lnTo>
                  <a:pt x="70000" y="49038"/>
                </a:lnTo>
                <a:lnTo>
                  <a:pt x="72115" y="51154"/>
                </a:lnTo>
                <a:lnTo>
                  <a:pt x="72115" y="52308"/>
                </a:lnTo>
                <a:lnTo>
                  <a:pt x="72308" y="52500"/>
                </a:lnTo>
                <a:lnTo>
                  <a:pt x="72500" y="52692"/>
                </a:lnTo>
                <a:lnTo>
                  <a:pt x="72692" y="54038"/>
                </a:lnTo>
                <a:lnTo>
                  <a:pt x="75769" y="54038"/>
                </a:lnTo>
                <a:lnTo>
                  <a:pt x="76346" y="54615"/>
                </a:lnTo>
                <a:lnTo>
                  <a:pt x="76346" y="57308"/>
                </a:lnTo>
                <a:lnTo>
                  <a:pt x="76538" y="57500"/>
                </a:lnTo>
                <a:lnTo>
                  <a:pt x="76731" y="57692"/>
                </a:lnTo>
                <a:lnTo>
                  <a:pt x="76731" y="60769"/>
                </a:lnTo>
                <a:lnTo>
                  <a:pt x="76923" y="60962"/>
                </a:lnTo>
                <a:lnTo>
                  <a:pt x="77115" y="61154"/>
                </a:lnTo>
                <a:lnTo>
                  <a:pt x="77115" y="63846"/>
                </a:lnTo>
                <a:lnTo>
                  <a:pt x="77308" y="64038"/>
                </a:lnTo>
                <a:lnTo>
                  <a:pt x="77500" y="64231"/>
                </a:lnTo>
                <a:lnTo>
                  <a:pt x="77500" y="66923"/>
                </a:lnTo>
                <a:lnTo>
                  <a:pt x="77692" y="67115"/>
                </a:lnTo>
                <a:lnTo>
                  <a:pt x="77885" y="67308"/>
                </a:lnTo>
                <a:lnTo>
                  <a:pt x="77885" y="70385"/>
                </a:lnTo>
                <a:lnTo>
                  <a:pt x="78077" y="70577"/>
                </a:lnTo>
                <a:lnTo>
                  <a:pt x="78269" y="70769"/>
                </a:lnTo>
                <a:lnTo>
                  <a:pt x="78269" y="72308"/>
                </a:lnTo>
                <a:lnTo>
                  <a:pt x="77692" y="72885"/>
                </a:lnTo>
                <a:lnTo>
                  <a:pt x="76923" y="72500"/>
                </a:lnTo>
                <a:lnTo>
                  <a:pt x="61923" y="72500"/>
                </a:lnTo>
                <a:lnTo>
                  <a:pt x="61731" y="72692"/>
                </a:lnTo>
                <a:lnTo>
                  <a:pt x="61538" y="72885"/>
                </a:lnTo>
                <a:lnTo>
                  <a:pt x="60000" y="72885"/>
                </a:lnTo>
                <a:lnTo>
                  <a:pt x="59808" y="72692"/>
                </a:lnTo>
                <a:lnTo>
                  <a:pt x="59615" y="72500"/>
                </a:lnTo>
                <a:lnTo>
                  <a:pt x="58846" y="72885"/>
                </a:lnTo>
                <a:lnTo>
                  <a:pt x="58269" y="72308"/>
                </a:lnTo>
                <a:lnTo>
                  <a:pt x="58269" y="69231"/>
                </a:lnTo>
                <a:lnTo>
                  <a:pt x="58462" y="69038"/>
                </a:lnTo>
                <a:lnTo>
                  <a:pt x="58654" y="68846"/>
                </a:lnTo>
                <a:lnTo>
                  <a:pt x="58654" y="65769"/>
                </a:lnTo>
                <a:lnTo>
                  <a:pt x="58846" y="65577"/>
                </a:lnTo>
                <a:lnTo>
                  <a:pt x="59038" y="65385"/>
                </a:lnTo>
                <a:lnTo>
                  <a:pt x="59038" y="62692"/>
                </a:lnTo>
                <a:lnTo>
                  <a:pt x="59231" y="62500"/>
                </a:lnTo>
                <a:lnTo>
                  <a:pt x="59423" y="62308"/>
                </a:lnTo>
                <a:lnTo>
                  <a:pt x="59423" y="59615"/>
                </a:lnTo>
                <a:lnTo>
                  <a:pt x="59615" y="59423"/>
                </a:lnTo>
                <a:lnTo>
                  <a:pt x="59808" y="59231"/>
                </a:lnTo>
                <a:lnTo>
                  <a:pt x="59808" y="56538"/>
                </a:lnTo>
                <a:lnTo>
                  <a:pt x="60000" y="56346"/>
                </a:lnTo>
                <a:lnTo>
                  <a:pt x="60192" y="56154"/>
                </a:lnTo>
                <a:lnTo>
                  <a:pt x="60192" y="55000"/>
                </a:lnTo>
                <a:lnTo>
                  <a:pt x="59615" y="54423"/>
                </a:lnTo>
                <a:lnTo>
                  <a:pt x="59231" y="54423"/>
                </a:lnTo>
                <a:lnTo>
                  <a:pt x="58846" y="54423"/>
                </a:lnTo>
                <a:lnTo>
                  <a:pt x="58654" y="54231"/>
                </a:lnTo>
                <a:lnTo>
                  <a:pt x="58462" y="54038"/>
                </a:lnTo>
                <a:lnTo>
                  <a:pt x="57308" y="54038"/>
                </a:lnTo>
                <a:lnTo>
                  <a:pt x="57115" y="55000"/>
                </a:lnTo>
                <a:lnTo>
                  <a:pt x="55962" y="57308"/>
                </a:lnTo>
                <a:lnTo>
                  <a:pt x="54231" y="59038"/>
                </a:lnTo>
                <a:lnTo>
                  <a:pt x="53462" y="59808"/>
                </a:lnTo>
                <a:lnTo>
                  <a:pt x="51923" y="60577"/>
                </a:lnTo>
                <a:lnTo>
                  <a:pt x="47692" y="61346"/>
                </a:lnTo>
                <a:lnTo>
                  <a:pt x="47500" y="61154"/>
                </a:lnTo>
                <a:lnTo>
                  <a:pt x="47308" y="60962"/>
                </a:lnTo>
                <a:lnTo>
                  <a:pt x="45385" y="60962"/>
                </a:lnTo>
                <a:lnTo>
                  <a:pt x="45192" y="60769"/>
                </a:lnTo>
                <a:lnTo>
                  <a:pt x="45000" y="60577"/>
                </a:lnTo>
                <a:lnTo>
                  <a:pt x="44615" y="60577"/>
                </a:lnTo>
                <a:lnTo>
                  <a:pt x="44231" y="60577"/>
                </a:lnTo>
                <a:lnTo>
                  <a:pt x="42692" y="59808"/>
                </a:lnTo>
                <a:lnTo>
                  <a:pt x="41923" y="59038"/>
                </a:lnTo>
                <a:lnTo>
                  <a:pt x="41538" y="59038"/>
                </a:lnTo>
                <a:lnTo>
                  <a:pt x="39808" y="56923"/>
                </a:lnTo>
                <a:lnTo>
                  <a:pt x="38846" y="54038"/>
                </a:lnTo>
                <a:lnTo>
                  <a:pt x="37308" y="54038"/>
                </a:lnTo>
                <a:lnTo>
                  <a:pt x="37115" y="54231"/>
                </a:lnTo>
                <a:lnTo>
                  <a:pt x="36923" y="54423"/>
                </a:lnTo>
                <a:lnTo>
                  <a:pt x="35000" y="54808"/>
                </a:lnTo>
                <a:lnTo>
                  <a:pt x="33846" y="55577"/>
                </a:lnTo>
                <a:lnTo>
                  <a:pt x="33462" y="55577"/>
                </a:lnTo>
                <a:lnTo>
                  <a:pt x="33077" y="55577"/>
                </a:lnTo>
                <a:lnTo>
                  <a:pt x="30769" y="56731"/>
                </a:lnTo>
                <a:lnTo>
                  <a:pt x="29615" y="57885"/>
                </a:lnTo>
                <a:lnTo>
                  <a:pt x="29231" y="57885"/>
                </a:lnTo>
                <a:lnTo>
                  <a:pt x="27115" y="60385"/>
                </a:lnTo>
                <a:lnTo>
                  <a:pt x="26731" y="61154"/>
                </a:lnTo>
                <a:lnTo>
                  <a:pt x="26731" y="61538"/>
                </a:lnTo>
                <a:lnTo>
                  <a:pt x="26731" y="61923"/>
                </a:lnTo>
                <a:lnTo>
                  <a:pt x="25962" y="63077"/>
                </a:lnTo>
                <a:lnTo>
                  <a:pt x="25962" y="64231"/>
                </a:lnTo>
                <a:lnTo>
                  <a:pt x="25769" y="64423"/>
                </a:lnTo>
                <a:lnTo>
                  <a:pt x="25577" y="64615"/>
                </a:lnTo>
                <a:lnTo>
                  <a:pt x="25577" y="66538"/>
                </a:lnTo>
                <a:lnTo>
                  <a:pt x="25385" y="66731"/>
                </a:lnTo>
                <a:lnTo>
                  <a:pt x="25192" y="66923"/>
                </a:lnTo>
                <a:lnTo>
                  <a:pt x="25192" y="70385"/>
                </a:lnTo>
                <a:lnTo>
                  <a:pt x="25000" y="70577"/>
                </a:lnTo>
                <a:lnTo>
                  <a:pt x="24808" y="70769"/>
                </a:lnTo>
                <a:lnTo>
                  <a:pt x="24808" y="72692"/>
                </a:lnTo>
                <a:lnTo>
                  <a:pt x="24615" y="72885"/>
                </a:lnTo>
                <a:lnTo>
                  <a:pt x="24231" y="72885"/>
                </a:lnTo>
                <a:lnTo>
                  <a:pt x="23654" y="72308"/>
                </a:lnTo>
                <a:lnTo>
                  <a:pt x="23654" y="70385"/>
                </a:lnTo>
                <a:lnTo>
                  <a:pt x="23846" y="70192"/>
                </a:lnTo>
                <a:lnTo>
                  <a:pt x="24038" y="70000"/>
                </a:lnTo>
                <a:lnTo>
                  <a:pt x="24038" y="67692"/>
                </a:lnTo>
                <a:lnTo>
                  <a:pt x="24231" y="67500"/>
                </a:lnTo>
                <a:lnTo>
                  <a:pt x="24423" y="67308"/>
                </a:lnTo>
                <a:lnTo>
                  <a:pt x="24423" y="65000"/>
                </a:lnTo>
                <a:lnTo>
                  <a:pt x="24615" y="64808"/>
                </a:lnTo>
                <a:lnTo>
                  <a:pt x="24808" y="64615"/>
                </a:lnTo>
                <a:lnTo>
                  <a:pt x="24808" y="63077"/>
                </a:lnTo>
                <a:lnTo>
                  <a:pt x="25000" y="62885"/>
                </a:lnTo>
                <a:lnTo>
                  <a:pt x="25192" y="62692"/>
                </a:lnTo>
                <a:lnTo>
                  <a:pt x="25192" y="62308"/>
                </a:lnTo>
                <a:lnTo>
                  <a:pt x="25192" y="61923"/>
                </a:lnTo>
                <a:lnTo>
                  <a:pt x="26346" y="59615"/>
                </a:lnTo>
                <a:lnTo>
                  <a:pt x="27115" y="58846"/>
                </a:lnTo>
                <a:lnTo>
                  <a:pt x="27115" y="58462"/>
                </a:lnTo>
                <a:lnTo>
                  <a:pt x="28846" y="56731"/>
                </a:lnTo>
                <a:lnTo>
                  <a:pt x="29231" y="56731"/>
                </a:lnTo>
                <a:lnTo>
                  <a:pt x="30000" y="55962"/>
                </a:lnTo>
                <a:lnTo>
                  <a:pt x="31346" y="55385"/>
                </a:lnTo>
                <a:lnTo>
                  <a:pt x="31346" y="55000"/>
                </a:lnTo>
                <a:lnTo>
                  <a:pt x="31346" y="54615"/>
                </a:lnTo>
                <a:lnTo>
                  <a:pt x="30577" y="53846"/>
                </a:lnTo>
                <a:lnTo>
                  <a:pt x="29038" y="50769"/>
                </a:lnTo>
                <a:lnTo>
                  <a:pt x="29038" y="49615"/>
                </a:lnTo>
                <a:lnTo>
                  <a:pt x="28846" y="49423"/>
                </a:lnTo>
                <a:lnTo>
                  <a:pt x="28654" y="49231"/>
                </a:lnTo>
                <a:lnTo>
                  <a:pt x="28654" y="44231"/>
                </a:lnTo>
                <a:lnTo>
                  <a:pt x="28846" y="44038"/>
                </a:lnTo>
                <a:lnTo>
                  <a:pt x="29038" y="43846"/>
                </a:lnTo>
                <a:lnTo>
                  <a:pt x="29423" y="41923"/>
                </a:lnTo>
                <a:lnTo>
                  <a:pt x="30192" y="40385"/>
                </a:lnTo>
                <a:lnTo>
                  <a:pt x="30962" y="39615"/>
                </a:lnTo>
                <a:lnTo>
                  <a:pt x="30962" y="39231"/>
                </a:lnTo>
                <a:lnTo>
                  <a:pt x="30962" y="38846"/>
                </a:lnTo>
                <a:lnTo>
                  <a:pt x="31731" y="37692"/>
                </a:lnTo>
                <a:lnTo>
                  <a:pt x="31731" y="36538"/>
                </a:lnTo>
                <a:lnTo>
                  <a:pt x="31923" y="36346"/>
                </a:lnTo>
                <a:lnTo>
                  <a:pt x="32115" y="36154"/>
                </a:lnTo>
                <a:lnTo>
                  <a:pt x="32115" y="30769"/>
                </a:lnTo>
                <a:lnTo>
                  <a:pt x="32308" y="30577"/>
                </a:lnTo>
                <a:lnTo>
                  <a:pt x="32500" y="30385"/>
                </a:lnTo>
                <a:lnTo>
                  <a:pt x="32500" y="28462"/>
                </a:lnTo>
                <a:lnTo>
                  <a:pt x="32692" y="28269"/>
                </a:lnTo>
                <a:lnTo>
                  <a:pt x="32885" y="28077"/>
                </a:lnTo>
                <a:lnTo>
                  <a:pt x="33269" y="26154"/>
                </a:lnTo>
                <a:lnTo>
                  <a:pt x="34038" y="25000"/>
                </a:lnTo>
                <a:lnTo>
                  <a:pt x="34038" y="24615"/>
                </a:lnTo>
                <a:lnTo>
                  <a:pt x="34038" y="24231"/>
                </a:lnTo>
                <a:lnTo>
                  <a:pt x="37692" y="19423"/>
                </a:lnTo>
                <a:lnTo>
                  <a:pt x="38077" y="19423"/>
                </a:lnTo>
                <a:lnTo>
                  <a:pt x="39231" y="18269"/>
                </a:lnTo>
                <a:lnTo>
                  <a:pt x="39615" y="18269"/>
                </a:lnTo>
                <a:lnTo>
                  <a:pt x="40385" y="17500"/>
                </a:lnTo>
                <a:lnTo>
                  <a:pt x="41923" y="16731"/>
                </a:lnTo>
                <a:lnTo>
                  <a:pt x="42308" y="16731"/>
                </a:lnTo>
                <a:lnTo>
                  <a:pt x="42692" y="16731"/>
                </a:lnTo>
                <a:lnTo>
                  <a:pt x="44231" y="15962"/>
                </a:lnTo>
                <a:lnTo>
                  <a:pt x="45962" y="15769"/>
                </a:lnTo>
                <a:close/>
                <a:moveTo>
                  <a:pt x="45385" y="16731"/>
                </a:moveTo>
                <a:lnTo>
                  <a:pt x="45192" y="16923"/>
                </a:lnTo>
                <a:lnTo>
                  <a:pt x="45000" y="17115"/>
                </a:lnTo>
                <a:lnTo>
                  <a:pt x="43846" y="17115"/>
                </a:lnTo>
                <a:lnTo>
                  <a:pt x="43654" y="17308"/>
                </a:lnTo>
                <a:lnTo>
                  <a:pt x="43462" y="17500"/>
                </a:lnTo>
                <a:lnTo>
                  <a:pt x="43077" y="17500"/>
                </a:lnTo>
                <a:lnTo>
                  <a:pt x="42692" y="17500"/>
                </a:lnTo>
                <a:lnTo>
                  <a:pt x="41154" y="18654"/>
                </a:lnTo>
                <a:lnTo>
                  <a:pt x="40769" y="18654"/>
                </a:lnTo>
                <a:lnTo>
                  <a:pt x="40000" y="19423"/>
                </a:lnTo>
                <a:lnTo>
                  <a:pt x="39615" y="19423"/>
                </a:lnTo>
                <a:lnTo>
                  <a:pt x="36346" y="22692"/>
                </a:lnTo>
                <a:lnTo>
                  <a:pt x="36346" y="23077"/>
                </a:lnTo>
                <a:lnTo>
                  <a:pt x="35577" y="23846"/>
                </a:lnTo>
                <a:lnTo>
                  <a:pt x="34423" y="26154"/>
                </a:lnTo>
                <a:lnTo>
                  <a:pt x="34423" y="26538"/>
                </a:lnTo>
                <a:lnTo>
                  <a:pt x="34423" y="26923"/>
                </a:lnTo>
                <a:lnTo>
                  <a:pt x="33654" y="28462"/>
                </a:lnTo>
                <a:lnTo>
                  <a:pt x="33654" y="29615"/>
                </a:lnTo>
                <a:lnTo>
                  <a:pt x="33462" y="29808"/>
                </a:lnTo>
                <a:lnTo>
                  <a:pt x="33269" y="30000"/>
                </a:lnTo>
                <a:lnTo>
                  <a:pt x="33269" y="33077"/>
                </a:lnTo>
                <a:lnTo>
                  <a:pt x="33077" y="33269"/>
                </a:lnTo>
                <a:lnTo>
                  <a:pt x="32885" y="33462"/>
                </a:lnTo>
                <a:lnTo>
                  <a:pt x="32885" y="37308"/>
                </a:lnTo>
                <a:lnTo>
                  <a:pt x="32692" y="37500"/>
                </a:lnTo>
                <a:lnTo>
                  <a:pt x="32500" y="37692"/>
                </a:lnTo>
                <a:lnTo>
                  <a:pt x="32500" y="38846"/>
                </a:lnTo>
                <a:lnTo>
                  <a:pt x="29808" y="43846"/>
                </a:lnTo>
                <a:lnTo>
                  <a:pt x="29808" y="45385"/>
                </a:lnTo>
                <a:lnTo>
                  <a:pt x="29615" y="45577"/>
                </a:lnTo>
                <a:lnTo>
                  <a:pt x="29423" y="45769"/>
                </a:lnTo>
                <a:lnTo>
                  <a:pt x="29423" y="47692"/>
                </a:lnTo>
                <a:lnTo>
                  <a:pt x="29615" y="47885"/>
                </a:lnTo>
                <a:lnTo>
                  <a:pt x="29808" y="48077"/>
                </a:lnTo>
                <a:lnTo>
                  <a:pt x="29808" y="49615"/>
                </a:lnTo>
                <a:lnTo>
                  <a:pt x="32115" y="54231"/>
                </a:lnTo>
                <a:lnTo>
                  <a:pt x="33077" y="54423"/>
                </a:lnTo>
                <a:lnTo>
                  <a:pt x="34615" y="53654"/>
                </a:lnTo>
                <a:lnTo>
                  <a:pt x="35769" y="53654"/>
                </a:lnTo>
                <a:lnTo>
                  <a:pt x="35962" y="53462"/>
                </a:lnTo>
                <a:lnTo>
                  <a:pt x="36154" y="53269"/>
                </a:lnTo>
                <a:lnTo>
                  <a:pt x="37308" y="53269"/>
                </a:lnTo>
                <a:lnTo>
                  <a:pt x="37500" y="53077"/>
                </a:lnTo>
                <a:lnTo>
                  <a:pt x="37692" y="52885"/>
                </a:lnTo>
                <a:lnTo>
                  <a:pt x="39231" y="52885"/>
                </a:lnTo>
                <a:lnTo>
                  <a:pt x="39423" y="52692"/>
                </a:lnTo>
                <a:lnTo>
                  <a:pt x="39615" y="52500"/>
                </a:lnTo>
                <a:lnTo>
                  <a:pt x="40769" y="52500"/>
                </a:lnTo>
                <a:lnTo>
                  <a:pt x="42115" y="51538"/>
                </a:lnTo>
                <a:lnTo>
                  <a:pt x="42115" y="46923"/>
                </a:lnTo>
                <a:lnTo>
                  <a:pt x="39808" y="44615"/>
                </a:lnTo>
                <a:lnTo>
                  <a:pt x="39038" y="43077"/>
                </a:lnTo>
                <a:lnTo>
                  <a:pt x="38654" y="41154"/>
                </a:lnTo>
                <a:lnTo>
                  <a:pt x="38077" y="40577"/>
                </a:lnTo>
                <a:lnTo>
                  <a:pt x="36923" y="40192"/>
                </a:lnTo>
                <a:lnTo>
                  <a:pt x="35962" y="39231"/>
                </a:lnTo>
                <a:lnTo>
                  <a:pt x="35577" y="38462"/>
                </a:lnTo>
                <a:lnTo>
                  <a:pt x="35577" y="35769"/>
                </a:lnTo>
                <a:lnTo>
                  <a:pt x="36923" y="34423"/>
                </a:lnTo>
                <a:lnTo>
                  <a:pt x="39615" y="34423"/>
                </a:lnTo>
                <a:lnTo>
                  <a:pt x="39808" y="34231"/>
                </a:lnTo>
                <a:lnTo>
                  <a:pt x="40000" y="34038"/>
                </a:lnTo>
                <a:lnTo>
                  <a:pt x="41923" y="33654"/>
                </a:lnTo>
                <a:lnTo>
                  <a:pt x="44231" y="32500"/>
                </a:lnTo>
                <a:lnTo>
                  <a:pt x="45000" y="31731"/>
                </a:lnTo>
                <a:lnTo>
                  <a:pt x="45385" y="31731"/>
                </a:lnTo>
                <a:lnTo>
                  <a:pt x="49038" y="28077"/>
                </a:lnTo>
                <a:lnTo>
                  <a:pt x="49038" y="27692"/>
                </a:lnTo>
                <a:lnTo>
                  <a:pt x="49808" y="26923"/>
                </a:lnTo>
                <a:lnTo>
                  <a:pt x="50769" y="24808"/>
                </a:lnTo>
                <a:lnTo>
                  <a:pt x="50962" y="24615"/>
                </a:lnTo>
                <a:lnTo>
                  <a:pt x="50962" y="24231"/>
                </a:lnTo>
                <a:lnTo>
                  <a:pt x="51154" y="24038"/>
                </a:lnTo>
                <a:lnTo>
                  <a:pt x="51346" y="24231"/>
                </a:lnTo>
                <a:lnTo>
                  <a:pt x="51346" y="24615"/>
                </a:lnTo>
                <a:lnTo>
                  <a:pt x="51346" y="25000"/>
                </a:lnTo>
                <a:lnTo>
                  <a:pt x="51538" y="25192"/>
                </a:lnTo>
                <a:lnTo>
                  <a:pt x="51731" y="25385"/>
                </a:lnTo>
                <a:lnTo>
                  <a:pt x="51731" y="26538"/>
                </a:lnTo>
                <a:lnTo>
                  <a:pt x="51923" y="26731"/>
                </a:lnTo>
                <a:lnTo>
                  <a:pt x="52115" y="26923"/>
                </a:lnTo>
                <a:lnTo>
                  <a:pt x="52115" y="27308"/>
                </a:lnTo>
                <a:lnTo>
                  <a:pt x="52115" y="27692"/>
                </a:lnTo>
                <a:lnTo>
                  <a:pt x="53269" y="30000"/>
                </a:lnTo>
                <a:lnTo>
                  <a:pt x="56538" y="33269"/>
                </a:lnTo>
                <a:lnTo>
                  <a:pt x="58846" y="34423"/>
                </a:lnTo>
                <a:lnTo>
                  <a:pt x="59231" y="34423"/>
                </a:lnTo>
                <a:lnTo>
                  <a:pt x="59615" y="34423"/>
                </a:lnTo>
                <a:lnTo>
                  <a:pt x="60385" y="34808"/>
                </a:lnTo>
                <a:lnTo>
                  <a:pt x="60962" y="35769"/>
                </a:lnTo>
                <a:lnTo>
                  <a:pt x="60962" y="38462"/>
                </a:lnTo>
                <a:lnTo>
                  <a:pt x="60577" y="39231"/>
                </a:lnTo>
                <a:lnTo>
                  <a:pt x="59231" y="40577"/>
                </a:lnTo>
                <a:lnTo>
                  <a:pt x="57885" y="41154"/>
                </a:lnTo>
                <a:lnTo>
                  <a:pt x="57885" y="41538"/>
                </a:lnTo>
                <a:lnTo>
                  <a:pt x="57885" y="41923"/>
                </a:lnTo>
                <a:lnTo>
                  <a:pt x="56346" y="45000"/>
                </a:lnTo>
                <a:lnTo>
                  <a:pt x="54038" y="47308"/>
                </a:lnTo>
                <a:lnTo>
                  <a:pt x="54038" y="50769"/>
                </a:lnTo>
                <a:lnTo>
                  <a:pt x="54423" y="51538"/>
                </a:lnTo>
                <a:lnTo>
                  <a:pt x="55000" y="52115"/>
                </a:lnTo>
                <a:lnTo>
                  <a:pt x="55385" y="52115"/>
                </a:lnTo>
                <a:lnTo>
                  <a:pt x="55769" y="52115"/>
                </a:lnTo>
                <a:lnTo>
                  <a:pt x="55962" y="52308"/>
                </a:lnTo>
                <a:lnTo>
                  <a:pt x="56154" y="52500"/>
                </a:lnTo>
                <a:lnTo>
                  <a:pt x="56538" y="52500"/>
                </a:lnTo>
                <a:lnTo>
                  <a:pt x="56923" y="52500"/>
                </a:lnTo>
                <a:lnTo>
                  <a:pt x="57115" y="52692"/>
                </a:lnTo>
                <a:lnTo>
                  <a:pt x="57308" y="52885"/>
                </a:lnTo>
                <a:lnTo>
                  <a:pt x="59231" y="53269"/>
                </a:lnTo>
                <a:lnTo>
                  <a:pt x="60385" y="54038"/>
                </a:lnTo>
                <a:lnTo>
                  <a:pt x="63462" y="54038"/>
                </a:lnTo>
                <a:lnTo>
                  <a:pt x="64038" y="51154"/>
                </a:lnTo>
                <a:lnTo>
                  <a:pt x="64423" y="50385"/>
                </a:lnTo>
                <a:lnTo>
                  <a:pt x="65962" y="48846"/>
                </a:lnTo>
                <a:lnTo>
                  <a:pt x="65962" y="43462"/>
                </a:lnTo>
                <a:lnTo>
                  <a:pt x="65769" y="43269"/>
                </a:lnTo>
                <a:lnTo>
                  <a:pt x="65577" y="43077"/>
                </a:lnTo>
                <a:lnTo>
                  <a:pt x="65577" y="42692"/>
                </a:lnTo>
                <a:lnTo>
                  <a:pt x="65577" y="42308"/>
                </a:lnTo>
                <a:lnTo>
                  <a:pt x="65385" y="42115"/>
                </a:lnTo>
                <a:lnTo>
                  <a:pt x="65192" y="41923"/>
                </a:lnTo>
                <a:lnTo>
                  <a:pt x="65192" y="41538"/>
                </a:lnTo>
                <a:lnTo>
                  <a:pt x="65192" y="41154"/>
                </a:lnTo>
                <a:lnTo>
                  <a:pt x="64423" y="39615"/>
                </a:lnTo>
                <a:lnTo>
                  <a:pt x="64038" y="36923"/>
                </a:lnTo>
                <a:lnTo>
                  <a:pt x="63846" y="36731"/>
                </a:lnTo>
                <a:lnTo>
                  <a:pt x="63654" y="36538"/>
                </a:lnTo>
                <a:lnTo>
                  <a:pt x="63654" y="31538"/>
                </a:lnTo>
                <a:lnTo>
                  <a:pt x="63462" y="31346"/>
                </a:lnTo>
                <a:lnTo>
                  <a:pt x="63269" y="31154"/>
                </a:lnTo>
                <a:lnTo>
                  <a:pt x="63269" y="29231"/>
                </a:lnTo>
                <a:lnTo>
                  <a:pt x="63077" y="29038"/>
                </a:lnTo>
                <a:lnTo>
                  <a:pt x="62885" y="28846"/>
                </a:lnTo>
                <a:lnTo>
                  <a:pt x="62500" y="26923"/>
                </a:lnTo>
                <a:lnTo>
                  <a:pt x="60577" y="23077"/>
                </a:lnTo>
                <a:lnTo>
                  <a:pt x="59423" y="21923"/>
                </a:lnTo>
                <a:lnTo>
                  <a:pt x="59423" y="21538"/>
                </a:lnTo>
                <a:lnTo>
                  <a:pt x="56923" y="19423"/>
                </a:lnTo>
                <a:lnTo>
                  <a:pt x="56154" y="19038"/>
                </a:lnTo>
                <a:lnTo>
                  <a:pt x="55769" y="19038"/>
                </a:lnTo>
                <a:lnTo>
                  <a:pt x="55385" y="19038"/>
                </a:lnTo>
                <a:lnTo>
                  <a:pt x="55192" y="18846"/>
                </a:lnTo>
                <a:lnTo>
                  <a:pt x="55000" y="18654"/>
                </a:lnTo>
                <a:lnTo>
                  <a:pt x="53077" y="18654"/>
                </a:lnTo>
                <a:lnTo>
                  <a:pt x="52308" y="17885"/>
                </a:lnTo>
                <a:lnTo>
                  <a:pt x="50769" y="17115"/>
                </a:lnTo>
                <a:lnTo>
                  <a:pt x="49615" y="17115"/>
                </a:lnTo>
                <a:lnTo>
                  <a:pt x="49423" y="16923"/>
                </a:lnTo>
                <a:lnTo>
                  <a:pt x="49231" y="16731"/>
                </a:lnTo>
                <a:lnTo>
                  <a:pt x="45385" y="16731"/>
                </a:lnTo>
                <a:close/>
                <a:moveTo>
                  <a:pt x="50769" y="27500"/>
                </a:moveTo>
                <a:lnTo>
                  <a:pt x="46538" y="32115"/>
                </a:lnTo>
                <a:lnTo>
                  <a:pt x="46154" y="32115"/>
                </a:lnTo>
                <a:lnTo>
                  <a:pt x="44231" y="33654"/>
                </a:lnTo>
                <a:lnTo>
                  <a:pt x="43462" y="34038"/>
                </a:lnTo>
                <a:lnTo>
                  <a:pt x="43077" y="34038"/>
                </a:lnTo>
                <a:lnTo>
                  <a:pt x="42692" y="34038"/>
                </a:lnTo>
                <a:lnTo>
                  <a:pt x="41538" y="34808"/>
                </a:lnTo>
                <a:lnTo>
                  <a:pt x="40385" y="34808"/>
                </a:lnTo>
                <a:lnTo>
                  <a:pt x="40192" y="35000"/>
                </a:lnTo>
                <a:lnTo>
                  <a:pt x="40000" y="35192"/>
                </a:lnTo>
                <a:lnTo>
                  <a:pt x="38654" y="35385"/>
                </a:lnTo>
                <a:lnTo>
                  <a:pt x="38654" y="38462"/>
                </a:lnTo>
                <a:lnTo>
                  <a:pt x="38846" y="38654"/>
                </a:lnTo>
                <a:lnTo>
                  <a:pt x="39038" y="38846"/>
                </a:lnTo>
                <a:lnTo>
                  <a:pt x="39038" y="40385"/>
                </a:lnTo>
                <a:lnTo>
                  <a:pt x="39231" y="40577"/>
                </a:lnTo>
                <a:lnTo>
                  <a:pt x="39423" y="40769"/>
                </a:lnTo>
                <a:lnTo>
                  <a:pt x="39423" y="41154"/>
                </a:lnTo>
                <a:lnTo>
                  <a:pt x="39423" y="41538"/>
                </a:lnTo>
                <a:lnTo>
                  <a:pt x="40577" y="43846"/>
                </a:lnTo>
                <a:lnTo>
                  <a:pt x="42692" y="46346"/>
                </a:lnTo>
                <a:lnTo>
                  <a:pt x="43077" y="46346"/>
                </a:lnTo>
                <a:lnTo>
                  <a:pt x="43846" y="47115"/>
                </a:lnTo>
                <a:lnTo>
                  <a:pt x="46154" y="48269"/>
                </a:lnTo>
                <a:lnTo>
                  <a:pt x="48846" y="48654"/>
                </a:lnTo>
                <a:lnTo>
                  <a:pt x="49038" y="48462"/>
                </a:lnTo>
                <a:lnTo>
                  <a:pt x="49231" y="48269"/>
                </a:lnTo>
                <a:lnTo>
                  <a:pt x="51154" y="47885"/>
                </a:lnTo>
                <a:lnTo>
                  <a:pt x="52692" y="46731"/>
                </a:lnTo>
                <a:lnTo>
                  <a:pt x="53077" y="46731"/>
                </a:lnTo>
                <a:lnTo>
                  <a:pt x="55962" y="43846"/>
                </a:lnTo>
                <a:lnTo>
                  <a:pt x="56731" y="42308"/>
                </a:lnTo>
                <a:lnTo>
                  <a:pt x="56731" y="41923"/>
                </a:lnTo>
                <a:lnTo>
                  <a:pt x="56731" y="41538"/>
                </a:lnTo>
                <a:lnTo>
                  <a:pt x="56923" y="41346"/>
                </a:lnTo>
                <a:lnTo>
                  <a:pt x="57115" y="41154"/>
                </a:lnTo>
                <a:lnTo>
                  <a:pt x="57115" y="40000"/>
                </a:lnTo>
                <a:lnTo>
                  <a:pt x="57308" y="39808"/>
                </a:lnTo>
                <a:lnTo>
                  <a:pt x="57500" y="39615"/>
                </a:lnTo>
                <a:lnTo>
                  <a:pt x="57500" y="38462"/>
                </a:lnTo>
                <a:lnTo>
                  <a:pt x="57692" y="38269"/>
                </a:lnTo>
                <a:lnTo>
                  <a:pt x="57885" y="38077"/>
                </a:lnTo>
                <a:lnTo>
                  <a:pt x="57885" y="35000"/>
                </a:lnTo>
                <a:lnTo>
                  <a:pt x="57308" y="34423"/>
                </a:lnTo>
                <a:lnTo>
                  <a:pt x="55000" y="33269"/>
                </a:lnTo>
                <a:lnTo>
                  <a:pt x="52885" y="31154"/>
                </a:lnTo>
                <a:lnTo>
                  <a:pt x="52885" y="30769"/>
                </a:lnTo>
                <a:lnTo>
                  <a:pt x="52115" y="30000"/>
                </a:lnTo>
                <a:lnTo>
                  <a:pt x="51346" y="28462"/>
                </a:lnTo>
                <a:lnTo>
                  <a:pt x="51346" y="28077"/>
                </a:lnTo>
                <a:lnTo>
                  <a:pt x="51346" y="27692"/>
                </a:lnTo>
                <a:lnTo>
                  <a:pt x="51154" y="27500"/>
                </a:lnTo>
                <a:lnTo>
                  <a:pt x="50769" y="27500"/>
                </a:lnTo>
                <a:close/>
                <a:moveTo>
                  <a:pt x="37308" y="35192"/>
                </a:moveTo>
                <a:lnTo>
                  <a:pt x="36346" y="36538"/>
                </a:lnTo>
                <a:lnTo>
                  <a:pt x="36346" y="37692"/>
                </a:lnTo>
                <a:lnTo>
                  <a:pt x="37308" y="39423"/>
                </a:lnTo>
                <a:lnTo>
                  <a:pt x="38269" y="39231"/>
                </a:lnTo>
                <a:lnTo>
                  <a:pt x="38077" y="39038"/>
                </a:lnTo>
                <a:lnTo>
                  <a:pt x="37885" y="38846"/>
                </a:lnTo>
                <a:lnTo>
                  <a:pt x="37885" y="35769"/>
                </a:lnTo>
                <a:lnTo>
                  <a:pt x="37308" y="35192"/>
                </a:lnTo>
                <a:close/>
                <a:moveTo>
                  <a:pt x="59231" y="35577"/>
                </a:moveTo>
                <a:lnTo>
                  <a:pt x="59038" y="36923"/>
                </a:lnTo>
                <a:lnTo>
                  <a:pt x="58846" y="37115"/>
                </a:lnTo>
                <a:lnTo>
                  <a:pt x="58654" y="37308"/>
                </a:lnTo>
                <a:lnTo>
                  <a:pt x="58654" y="39231"/>
                </a:lnTo>
                <a:lnTo>
                  <a:pt x="58846" y="39423"/>
                </a:lnTo>
                <a:lnTo>
                  <a:pt x="59231" y="39423"/>
                </a:lnTo>
                <a:lnTo>
                  <a:pt x="59423" y="39231"/>
                </a:lnTo>
                <a:lnTo>
                  <a:pt x="60192" y="37692"/>
                </a:lnTo>
                <a:lnTo>
                  <a:pt x="60192" y="36154"/>
                </a:lnTo>
                <a:lnTo>
                  <a:pt x="59615" y="35577"/>
                </a:lnTo>
                <a:lnTo>
                  <a:pt x="59231" y="35577"/>
                </a:lnTo>
                <a:close/>
                <a:moveTo>
                  <a:pt x="43462" y="47885"/>
                </a:moveTo>
                <a:lnTo>
                  <a:pt x="42885" y="48462"/>
                </a:lnTo>
                <a:lnTo>
                  <a:pt x="42885" y="51538"/>
                </a:lnTo>
                <a:lnTo>
                  <a:pt x="42500" y="52308"/>
                </a:lnTo>
                <a:lnTo>
                  <a:pt x="41538" y="53269"/>
                </a:lnTo>
                <a:lnTo>
                  <a:pt x="41154" y="53269"/>
                </a:lnTo>
                <a:lnTo>
                  <a:pt x="40769" y="53269"/>
                </a:lnTo>
                <a:lnTo>
                  <a:pt x="39808" y="53846"/>
                </a:lnTo>
                <a:lnTo>
                  <a:pt x="40192" y="54615"/>
                </a:lnTo>
                <a:lnTo>
                  <a:pt x="40192" y="55000"/>
                </a:lnTo>
                <a:lnTo>
                  <a:pt x="40192" y="55385"/>
                </a:lnTo>
                <a:lnTo>
                  <a:pt x="40962" y="56154"/>
                </a:lnTo>
                <a:lnTo>
                  <a:pt x="40962" y="56538"/>
                </a:lnTo>
                <a:lnTo>
                  <a:pt x="43846" y="59423"/>
                </a:lnTo>
                <a:lnTo>
                  <a:pt x="44231" y="59423"/>
                </a:lnTo>
                <a:lnTo>
                  <a:pt x="44615" y="59423"/>
                </a:lnTo>
                <a:lnTo>
                  <a:pt x="46154" y="60192"/>
                </a:lnTo>
                <a:lnTo>
                  <a:pt x="49615" y="60192"/>
                </a:lnTo>
                <a:lnTo>
                  <a:pt x="49808" y="60000"/>
                </a:lnTo>
                <a:lnTo>
                  <a:pt x="50000" y="59808"/>
                </a:lnTo>
                <a:lnTo>
                  <a:pt x="51154" y="59808"/>
                </a:lnTo>
                <a:lnTo>
                  <a:pt x="52692" y="59038"/>
                </a:lnTo>
                <a:lnTo>
                  <a:pt x="53846" y="57885"/>
                </a:lnTo>
                <a:lnTo>
                  <a:pt x="54231" y="57885"/>
                </a:lnTo>
                <a:lnTo>
                  <a:pt x="54423" y="57692"/>
                </a:lnTo>
                <a:lnTo>
                  <a:pt x="54423" y="57308"/>
                </a:lnTo>
                <a:lnTo>
                  <a:pt x="55577" y="56154"/>
                </a:lnTo>
                <a:lnTo>
                  <a:pt x="56346" y="54615"/>
                </a:lnTo>
                <a:lnTo>
                  <a:pt x="56346" y="54231"/>
                </a:lnTo>
                <a:lnTo>
                  <a:pt x="56346" y="53846"/>
                </a:lnTo>
                <a:lnTo>
                  <a:pt x="55769" y="53269"/>
                </a:lnTo>
                <a:lnTo>
                  <a:pt x="55385" y="53269"/>
                </a:lnTo>
                <a:lnTo>
                  <a:pt x="55000" y="53269"/>
                </a:lnTo>
                <a:lnTo>
                  <a:pt x="53654" y="52308"/>
                </a:lnTo>
                <a:lnTo>
                  <a:pt x="53654" y="50385"/>
                </a:lnTo>
                <a:lnTo>
                  <a:pt x="53462" y="50192"/>
                </a:lnTo>
                <a:lnTo>
                  <a:pt x="53269" y="50000"/>
                </a:lnTo>
                <a:lnTo>
                  <a:pt x="53269" y="48462"/>
                </a:lnTo>
                <a:lnTo>
                  <a:pt x="52308" y="48269"/>
                </a:lnTo>
                <a:lnTo>
                  <a:pt x="51154" y="49038"/>
                </a:lnTo>
                <a:lnTo>
                  <a:pt x="50000" y="49038"/>
                </a:lnTo>
                <a:lnTo>
                  <a:pt x="49808" y="49231"/>
                </a:lnTo>
                <a:lnTo>
                  <a:pt x="49615" y="49423"/>
                </a:lnTo>
                <a:lnTo>
                  <a:pt x="46538" y="49423"/>
                </a:lnTo>
                <a:lnTo>
                  <a:pt x="43462" y="47885"/>
                </a:lnTo>
                <a:close/>
                <a:moveTo>
                  <a:pt x="66923" y="49808"/>
                </a:moveTo>
                <a:lnTo>
                  <a:pt x="66154" y="50192"/>
                </a:lnTo>
                <a:lnTo>
                  <a:pt x="64808" y="51538"/>
                </a:lnTo>
                <a:lnTo>
                  <a:pt x="64808" y="53077"/>
                </a:lnTo>
                <a:lnTo>
                  <a:pt x="64615" y="53269"/>
                </a:lnTo>
                <a:lnTo>
                  <a:pt x="64423" y="53462"/>
                </a:lnTo>
                <a:lnTo>
                  <a:pt x="65000" y="54038"/>
                </a:lnTo>
                <a:lnTo>
                  <a:pt x="68846" y="54038"/>
                </a:lnTo>
                <a:lnTo>
                  <a:pt x="71154" y="54038"/>
                </a:lnTo>
                <a:lnTo>
                  <a:pt x="71346" y="52308"/>
                </a:lnTo>
                <a:lnTo>
                  <a:pt x="70577" y="50769"/>
                </a:lnTo>
                <a:lnTo>
                  <a:pt x="70000" y="50192"/>
                </a:lnTo>
                <a:lnTo>
                  <a:pt x="69231" y="49808"/>
                </a:lnTo>
                <a:lnTo>
                  <a:pt x="66923" y="49808"/>
                </a:lnTo>
                <a:close/>
                <a:moveTo>
                  <a:pt x="61154" y="55192"/>
                </a:moveTo>
                <a:lnTo>
                  <a:pt x="60962" y="55385"/>
                </a:lnTo>
                <a:lnTo>
                  <a:pt x="60962" y="57692"/>
                </a:lnTo>
                <a:lnTo>
                  <a:pt x="60769" y="57885"/>
                </a:lnTo>
                <a:lnTo>
                  <a:pt x="60577" y="58077"/>
                </a:lnTo>
                <a:lnTo>
                  <a:pt x="60577" y="61154"/>
                </a:lnTo>
                <a:lnTo>
                  <a:pt x="60385" y="61346"/>
                </a:lnTo>
                <a:lnTo>
                  <a:pt x="60192" y="61538"/>
                </a:lnTo>
                <a:lnTo>
                  <a:pt x="60192" y="63846"/>
                </a:lnTo>
                <a:lnTo>
                  <a:pt x="60000" y="64038"/>
                </a:lnTo>
                <a:lnTo>
                  <a:pt x="59808" y="64231"/>
                </a:lnTo>
                <a:lnTo>
                  <a:pt x="59808" y="67308"/>
                </a:lnTo>
                <a:lnTo>
                  <a:pt x="59615" y="67500"/>
                </a:lnTo>
                <a:lnTo>
                  <a:pt x="59423" y="67692"/>
                </a:lnTo>
                <a:lnTo>
                  <a:pt x="59423" y="70769"/>
                </a:lnTo>
                <a:lnTo>
                  <a:pt x="59231" y="70962"/>
                </a:lnTo>
                <a:lnTo>
                  <a:pt x="59038" y="71154"/>
                </a:lnTo>
                <a:lnTo>
                  <a:pt x="59615" y="71731"/>
                </a:lnTo>
                <a:lnTo>
                  <a:pt x="76923" y="71731"/>
                </a:lnTo>
                <a:lnTo>
                  <a:pt x="77115" y="70000"/>
                </a:lnTo>
                <a:lnTo>
                  <a:pt x="76923" y="69808"/>
                </a:lnTo>
                <a:lnTo>
                  <a:pt x="76731" y="69615"/>
                </a:lnTo>
                <a:lnTo>
                  <a:pt x="76731" y="68077"/>
                </a:lnTo>
                <a:lnTo>
                  <a:pt x="76731" y="66923"/>
                </a:lnTo>
                <a:lnTo>
                  <a:pt x="76538" y="66731"/>
                </a:lnTo>
                <a:lnTo>
                  <a:pt x="76346" y="66538"/>
                </a:lnTo>
                <a:lnTo>
                  <a:pt x="76346" y="63462"/>
                </a:lnTo>
                <a:lnTo>
                  <a:pt x="76154" y="63269"/>
                </a:lnTo>
                <a:lnTo>
                  <a:pt x="75962" y="63077"/>
                </a:lnTo>
                <a:lnTo>
                  <a:pt x="75962" y="60000"/>
                </a:lnTo>
                <a:lnTo>
                  <a:pt x="75769" y="59808"/>
                </a:lnTo>
                <a:lnTo>
                  <a:pt x="75577" y="59615"/>
                </a:lnTo>
                <a:lnTo>
                  <a:pt x="75577" y="56538"/>
                </a:lnTo>
                <a:lnTo>
                  <a:pt x="75385" y="56346"/>
                </a:lnTo>
                <a:lnTo>
                  <a:pt x="75192" y="56154"/>
                </a:lnTo>
                <a:lnTo>
                  <a:pt x="75000" y="55192"/>
                </a:lnTo>
                <a:lnTo>
                  <a:pt x="72692" y="55192"/>
                </a:lnTo>
                <a:lnTo>
                  <a:pt x="72500" y="55385"/>
                </a:lnTo>
                <a:lnTo>
                  <a:pt x="72500" y="57692"/>
                </a:lnTo>
                <a:lnTo>
                  <a:pt x="71923" y="58269"/>
                </a:lnTo>
                <a:lnTo>
                  <a:pt x="71538" y="58269"/>
                </a:lnTo>
                <a:lnTo>
                  <a:pt x="71346" y="58077"/>
                </a:lnTo>
                <a:lnTo>
                  <a:pt x="71346" y="55385"/>
                </a:lnTo>
                <a:lnTo>
                  <a:pt x="71154" y="55192"/>
                </a:lnTo>
                <a:lnTo>
                  <a:pt x="65000" y="55192"/>
                </a:lnTo>
                <a:lnTo>
                  <a:pt x="64423" y="55769"/>
                </a:lnTo>
                <a:lnTo>
                  <a:pt x="64423" y="58077"/>
                </a:lnTo>
                <a:lnTo>
                  <a:pt x="64231" y="58269"/>
                </a:lnTo>
                <a:lnTo>
                  <a:pt x="63654" y="57692"/>
                </a:lnTo>
                <a:lnTo>
                  <a:pt x="63654" y="55385"/>
                </a:lnTo>
                <a:lnTo>
                  <a:pt x="63462" y="55192"/>
                </a:lnTo>
                <a:lnTo>
                  <a:pt x="61154" y="551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Shape 45"/>
          <p:cNvSpPr/>
          <p:nvPr/>
        </p:nvSpPr>
        <p:spPr>
          <a:xfrm>
            <a:off x="10543032" y="4105656"/>
            <a:ext cx="1060704" cy="10607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VECTOR_man_12"/>
          <p:cNvSpPr/>
          <p:nvPr/>
        </p:nvSpPr>
        <p:spPr>
          <a:xfrm>
            <a:off x="10543032" y="4105656"/>
            <a:ext cx="1060704" cy="106070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962" y="16154"/>
                </a:moveTo>
                <a:lnTo>
                  <a:pt x="46154" y="15962"/>
                </a:lnTo>
                <a:lnTo>
                  <a:pt x="51154" y="15962"/>
                </a:lnTo>
                <a:lnTo>
                  <a:pt x="51346" y="16154"/>
                </a:lnTo>
                <a:lnTo>
                  <a:pt x="51538" y="16346"/>
                </a:lnTo>
                <a:lnTo>
                  <a:pt x="52692" y="16346"/>
                </a:lnTo>
                <a:lnTo>
                  <a:pt x="52885" y="16538"/>
                </a:lnTo>
                <a:lnTo>
                  <a:pt x="53077" y="16731"/>
                </a:lnTo>
                <a:lnTo>
                  <a:pt x="54615" y="16731"/>
                </a:lnTo>
                <a:lnTo>
                  <a:pt x="54808" y="16923"/>
                </a:lnTo>
                <a:lnTo>
                  <a:pt x="55000" y="17115"/>
                </a:lnTo>
                <a:lnTo>
                  <a:pt x="56923" y="17115"/>
                </a:lnTo>
                <a:lnTo>
                  <a:pt x="57115" y="16923"/>
                </a:lnTo>
                <a:lnTo>
                  <a:pt x="57308" y="16731"/>
                </a:lnTo>
                <a:lnTo>
                  <a:pt x="60000" y="16346"/>
                </a:lnTo>
                <a:lnTo>
                  <a:pt x="60962" y="17692"/>
                </a:lnTo>
                <a:lnTo>
                  <a:pt x="61346" y="20385"/>
                </a:lnTo>
                <a:lnTo>
                  <a:pt x="61538" y="20577"/>
                </a:lnTo>
                <a:lnTo>
                  <a:pt x="61923" y="20577"/>
                </a:lnTo>
                <a:lnTo>
                  <a:pt x="62115" y="20385"/>
                </a:lnTo>
                <a:lnTo>
                  <a:pt x="62308" y="20192"/>
                </a:lnTo>
                <a:lnTo>
                  <a:pt x="62885" y="20769"/>
                </a:lnTo>
                <a:lnTo>
                  <a:pt x="62885" y="21154"/>
                </a:lnTo>
                <a:lnTo>
                  <a:pt x="62885" y="21538"/>
                </a:lnTo>
                <a:lnTo>
                  <a:pt x="62692" y="21731"/>
                </a:lnTo>
                <a:lnTo>
                  <a:pt x="62500" y="21923"/>
                </a:lnTo>
                <a:lnTo>
                  <a:pt x="62500" y="23077"/>
                </a:lnTo>
                <a:lnTo>
                  <a:pt x="63269" y="23846"/>
                </a:lnTo>
                <a:lnTo>
                  <a:pt x="63269" y="24231"/>
                </a:lnTo>
                <a:lnTo>
                  <a:pt x="63269" y="24615"/>
                </a:lnTo>
                <a:lnTo>
                  <a:pt x="63462" y="24808"/>
                </a:lnTo>
                <a:lnTo>
                  <a:pt x="63654" y="25000"/>
                </a:lnTo>
                <a:lnTo>
                  <a:pt x="63654" y="29615"/>
                </a:lnTo>
                <a:lnTo>
                  <a:pt x="63462" y="29808"/>
                </a:lnTo>
                <a:lnTo>
                  <a:pt x="63269" y="30000"/>
                </a:lnTo>
                <a:lnTo>
                  <a:pt x="63269" y="31538"/>
                </a:lnTo>
                <a:lnTo>
                  <a:pt x="63077" y="31731"/>
                </a:lnTo>
                <a:lnTo>
                  <a:pt x="62885" y="31923"/>
                </a:lnTo>
                <a:lnTo>
                  <a:pt x="62885" y="33462"/>
                </a:lnTo>
                <a:lnTo>
                  <a:pt x="62500" y="34231"/>
                </a:lnTo>
                <a:lnTo>
                  <a:pt x="63077" y="34808"/>
                </a:lnTo>
                <a:lnTo>
                  <a:pt x="63462" y="34808"/>
                </a:lnTo>
                <a:lnTo>
                  <a:pt x="64423" y="36154"/>
                </a:lnTo>
                <a:lnTo>
                  <a:pt x="64423" y="40000"/>
                </a:lnTo>
                <a:lnTo>
                  <a:pt x="64038" y="40769"/>
                </a:lnTo>
                <a:lnTo>
                  <a:pt x="62308" y="42500"/>
                </a:lnTo>
                <a:lnTo>
                  <a:pt x="61154" y="42500"/>
                </a:lnTo>
                <a:lnTo>
                  <a:pt x="60577" y="43077"/>
                </a:lnTo>
                <a:lnTo>
                  <a:pt x="60577" y="43462"/>
                </a:lnTo>
                <a:lnTo>
                  <a:pt x="60577" y="43846"/>
                </a:lnTo>
                <a:lnTo>
                  <a:pt x="59808" y="45000"/>
                </a:lnTo>
                <a:lnTo>
                  <a:pt x="59808" y="45385"/>
                </a:lnTo>
                <a:lnTo>
                  <a:pt x="59808" y="45769"/>
                </a:lnTo>
                <a:lnTo>
                  <a:pt x="59423" y="46538"/>
                </a:lnTo>
                <a:lnTo>
                  <a:pt x="57115" y="49231"/>
                </a:lnTo>
                <a:lnTo>
                  <a:pt x="57308" y="49423"/>
                </a:lnTo>
                <a:lnTo>
                  <a:pt x="57500" y="49615"/>
                </a:lnTo>
                <a:lnTo>
                  <a:pt x="57500" y="52308"/>
                </a:lnTo>
                <a:lnTo>
                  <a:pt x="58077" y="52885"/>
                </a:lnTo>
                <a:lnTo>
                  <a:pt x="58462" y="52885"/>
                </a:lnTo>
                <a:lnTo>
                  <a:pt x="61154" y="55962"/>
                </a:lnTo>
                <a:lnTo>
                  <a:pt x="61538" y="55962"/>
                </a:lnTo>
                <a:lnTo>
                  <a:pt x="61923" y="55962"/>
                </a:lnTo>
                <a:lnTo>
                  <a:pt x="62115" y="56154"/>
                </a:lnTo>
                <a:lnTo>
                  <a:pt x="62308" y="56346"/>
                </a:lnTo>
                <a:lnTo>
                  <a:pt x="62692" y="56346"/>
                </a:lnTo>
                <a:lnTo>
                  <a:pt x="63077" y="56346"/>
                </a:lnTo>
                <a:lnTo>
                  <a:pt x="63269" y="56538"/>
                </a:lnTo>
                <a:lnTo>
                  <a:pt x="63462" y="56731"/>
                </a:lnTo>
                <a:lnTo>
                  <a:pt x="63846" y="56731"/>
                </a:lnTo>
                <a:lnTo>
                  <a:pt x="64231" y="56731"/>
                </a:lnTo>
                <a:lnTo>
                  <a:pt x="64423" y="56923"/>
                </a:lnTo>
                <a:lnTo>
                  <a:pt x="64615" y="57115"/>
                </a:lnTo>
                <a:lnTo>
                  <a:pt x="65000" y="57115"/>
                </a:lnTo>
                <a:lnTo>
                  <a:pt x="65385" y="57115"/>
                </a:lnTo>
                <a:lnTo>
                  <a:pt x="65577" y="57308"/>
                </a:lnTo>
                <a:lnTo>
                  <a:pt x="65769" y="57500"/>
                </a:lnTo>
                <a:lnTo>
                  <a:pt x="67692" y="57885"/>
                </a:lnTo>
                <a:lnTo>
                  <a:pt x="71538" y="59808"/>
                </a:lnTo>
                <a:lnTo>
                  <a:pt x="74038" y="62308"/>
                </a:lnTo>
                <a:lnTo>
                  <a:pt x="75577" y="65385"/>
                </a:lnTo>
                <a:lnTo>
                  <a:pt x="75577" y="65769"/>
                </a:lnTo>
                <a:lnTo>
                  <a:pt x="75577" y="66154"/>
                </a:lnTo>
                <a:lnTo>
                  <a:pt x="75769" y="66346"/>
                </a:lnTo>
                <a:lnTo>
                  <a:pt x="75962" y="66538"/>
                </a:lnTo>
                <a:lnTo>
                  <a:pt x="75962" y="67692"/>
                </a:lnTo>
                <a:lnTo>
                  <a:pt x="76154" y="67885"/>
                </a:lnTo>
                <a:lnTo>
                  <a:pt x="76346" y="68077"/>
                </a:lnTo>
                <a:lnTo>
                  <a:pt x="76346" y="70385"/>
                </a:lnTo>
                <a:lnTo>
                  <a:pt x="76538" y="70577"/>
                </a:lnTo>
                <a:lnTo>
                  <a:pt x="76731" y="70769"/>
                </a:lnTo>
                <a:lnTo>
                  <a:pt x="76731" y="72308"/>
                </a:lnTo>
                <a:lnTo>
                  <a:pt x="76154" y="72885"/>
                </a:lnTo>
                <a:lnTo>
                  <a:pt x="75577" y="72308"/>
                </a:lnTo>
                <a:lnTo>
                  <a:pt x="75577" y="70769"/>
                </a:lnTo>
                <a:lnTo>
                  <a:pt x="75385" y="70577"/>
                </a:lnTo>
                <a:lnTo>
                  <a:pt x="75192" y="70385"/>
                </a:lnTo>
                <a:lnTo>
                  <a:pt x="75192" y="68462"/>
                </a:lnTo>
                <a:lnTo>
                  <a:pt x="75000" y="68269"/>
                </a:lnTo>
                <a:lnTo>
                  <a:pt x="74808" y="68077"/>
                </a:lnTo>
                <a:lnTo>
                  <a:pt x="74808" y="66538"/>
                </a:lnTo>
                <a:lnTo>
                  <a:pt x="74615" y="66346"/>
                </a:lnTo>
                <a:lnTo>
                  <a:pt x="74423" y="66154"/>
                </a:lnTo>
                <a:lnTo>
                  <a:pt x="74423" y="65769"/>
                </a:lnTo>
                <a:lnTo>
                  <a:pt x="74423" y="65385"/>
                </a:lnTo>
                <a:lnTo>
                  <a:pt x="73654" y="63846"/>
                </a:lnTo>
                <a:lnTo>
                  <a:pt x="71154" y="60962"/>
                </a:lnTo>
                <a:lnTo>
                  <a:pt x="70769" y="60962"/>
                </a:lnTo>
                <a:lnTo>
                  <a:pt x="70000" y="60192"/>
                </a:lnTo>
                <a:lnTo>
                  <a:pt x="68462" y="59423"/>
                </a:lnTo>
                <a:lnTo>
                  <a:pt x="68077" y="59423"/>
                </a:lnTo>
                <a:lnTo>
                  <a:pt x="67692" y="59423"/>
                </a:lnTo>
                <a:lnTo>
                  <a:pt x="66538" y="58654"/>
                </a:lnTo>
                <a:lnTo>
                  <a:pt x="66154" y="58654"/>
                </a:lnTo>
                <a:lnTo>
                  <a:pt x="65769" y="58654"/>
                </a:lnTo>
                <a:lnTo>
                  <a:pt x="65577" y="58462"/>
                </a:lnTo>
                <a:lnTo>
                  <a:pt x="65385" y="58269"/>
                </a:lnTo>
                <a:lnTo>
                  <a:pt x="63462" y="57885"/>
                </a:lnTo>
                <a:lnTo>
                  <a:pt x="62308" y="57115"/>
                </a:lnTo>
                <a:lnTo>
                  <a:pt x="61154" y="57115"/>
                </a:lnTo>
                <a:lnTo>
                  <a:pt x="60577" y="57692"/>
                </a:lnTo>
                <a:lnTo>
                  <a:pt x="57500" y="63846"/>
                </a:lnTo>
                <a:lnTo>
                  <a:pt x="57500" y="64231"/>
                </a:lnTo>
                <a:lnTo>
                  <a:pt x="57500" y="64615"/>
                </a:lnTo>
                <a:lnTo>
                  <a:pt x="56923" y="65192"/>
                </a:lnTo>
                <a:lnTo>
                  <a:pt x="56538" y="65192"/>
                </a:lnTo>
                <a:lnTo>
                  <a:pt x="56154" y="65192"/>
                </a:lnTo>
                <a:lnTo>
                  <a:pt x="55385" y="64423"/>
                </a:lnTo>
                <a:lnTo>
                  <a:pt x="55000" y="64423"/>
                </a:lnTo>
                <a:lnTo>
                  <a:pt x="53077" y="62500"/>
                </a:lnTo>
                <a:lnTo>
                  <a:pt x="52692" y="62500"/>
                </a:lnTo>
                <a:lnTo>
                  <a:pt x="51538" y="61346"/>
                </a:lnTo>
                <a:lnTo>
                  <a:pt x="50769" y="60962"/>
                </a:lnTo>
                <a:lnTo>
                  <a:pt x="50385" y="60962"/>
                </a:lnTo>
                <a:lnTo>
                  <a:pt x="50192" y="61154"/>
                </a:lnTo>
                <a:lnTo>
                  <a:pt x="50192" y="63846"/>
                </a:lnTo>
                <a:lnTo>
                  <a:pt x="50192" y="64231"/>
                </a:lnTo>
                <a:lnTo>
                  <a:pt x="50192" y="64615"/>
                </a:lnTo>
                <a:lnTo>
                  <a:pt x="50385" y="64808"/>
                </a:lnTo>
                <a:lnTo>
                  <a:pt x="50577" y="65000"/>
                </a:lnTo>
                <a:lnTo>
                  <a:pt x="50577" y="66538"/>
                </a:lnTo>
                <a:lnTo>
                  <a:pt x="50192" y="67308"/>
                </a:lnTo>
                <a:lnTo>
                  <a:pt x="50385" y="67500"/>
                </a:lnTo>
                <a:lnTo>
                  <a:pt x="50577" y="67692"/>
                </a:lnTo>
                <a:lnTo>
                  <a:pt x="50000" y="68269"/>
                </a:lnTo>
                <a:lnTo>
                  <a:pt x="49615" y="68269"/>
                </a:lnTo>
                <a:lnTo>
                  <a:pt x="49038" y="67692"/>
                </a:lnTo>
                <a:lnTo>
                  <a:pt x="49038" y="64615"/>
                </a:lnTo>
                <a:lnTo>
                  <a:pt x="49231" y="64423"/>
                </a:lnTo>
                <a:lnTo>
                  <a:pt x="49423" y="64231"/>
                </a:lnTo>
                <a:lnTo>
                  <a:pt x="49423" y="61538"/>
                </a:lnTo>
                <a:lnTo>
                  <a:pt x="48846" y="60962"/>
                </a:lnTo>
                <a:lnTo>
                  <a:pt x="48077" y="61731"/>
                </a:lnTo>
                <a:lnTo>
                  <a:pt x="47692" y="61731"/>
                </a:lnTo>
                <a:lnTo>
                  <a:pt x="45385" y="64038"/>
                </a:lnTo>
                <a:lnTo>
                  <a:pt x="45000" y="64038"/>
                </a:lnTo>
                <a:lnTo>
                  <a:pt x="43846" y="65192"/>
                </a:lnTo>
                <a:lnTo>
                  <a:pt x="43462" y="65192"/>
                </a:lnTo>
                <a:lnTo>
                  <a:pt x="42500" y="64231"/>
                </a:lnTo>
                <a:lnTo>
                  <a:pt x="39038" y="57308"/>
                </a:lnTo>
                <a:lnTo>
                  <a:pt x="37692" y="57115"/>
                </a:lnTo>
                <a:lnTo>
                  <a:pt x="35385" y="58269"/>
                </a:lnTo>
                <a:lnTo>
                  <a:pt x="33462" y="58654"/>
                </a:lnTo>
                <a:lnTo>
                  <a:pt x="31538" y="59808"/>
                </a:lnTo>
                <a:lnTo>
                  <a:pt x="31154" y="59808"/>
                </a:lnTo>
                <a:lnTo>
                  <a:pt x="30769" y="59808"/>
                </a:lnTo>
                <a:lnTo>
                  <a:pt x="30000" y="60577"/>
                </a:lnTo>
                <a:lnTo>
                  <a:pt x="29615" y="60577"/>
                </a:lnTo>
                <a:lnTo>
                  <a:pt x="26346" y="63846"/>
                </a:lnTo>
                <a:lnTo>
                  <a:pt x="25192" y="66154"/>
                </a:lnTo>
                <a:lnTo>
                  <a:pt x="25192" y="66538"/>
                </a:lnTo>
                <a:lnTo>
                  <a:pt x="25192" y="66923"/>
                </a:lnTo>
                <a:lnTo>
                  <a:pt x="25000" y="67115"/>
                </a:lnTo>
                <a:lnTo>
                  <a:pt x="24808" y="67308"/>
                </a:lnTo>
                <a:lnTo>
                  <a:pt x="24808" y="68462"/>
                </a:lnTo>
                <a:lnTo>
                  <a:pt x="24615" y="68654"/>
                </a:lnTo>
                <a:lnTo>
                  <a:pt x="24423" y="68846"/>
                </a:lnTo>
                <a:lnTo>
                  <a:pt x="24423" y="72308"/>
                </a:lnTo>
                <a:lnTo>
                  <a:pt x="23846" y="72885"/>
                </a:lnTo>
                <a:lnTo>
                  <a:pt x="23462" y="72885"/>
                </a:lnTo>
                <a:lnTo>
                  <a:pt x="23269" y="72692"/>
                </a:lnTo>
                <a:lnTo>
                  <a:pt x="23269" y="69231"/>
                </a:lnTo>
                <a:lnTo>
                  <a:pt x="23462" y="69038"/>
                </a:lnTo>
                <a:lnTo>
                  <a:pt x="23654" y="68846"/>
                </a:lnTo>
                <a:lnTo>
                  <a:pt x="24038" y="66154"/>
                </a:lnTo>
                <a:lnTo>
                  <a:pt x="25962" y="62308"/>
                </a:lnTo>
                <a:lnTo>
                  <a:pt x="28077" y="60192"/>
                </a:lnTo>
                <a:lnTo>
                  <a:pt x="28462" y="60192"/>
                </a:lnTo>
                <a:lnTo>
                  <a:pt x="29231" y="59423"/>
                </a:lnTo>
                <a:lnTo>
                  <a:pt x="31538" y="58269"/>
                </a:lnTo>
                <a:lnTo>
                  <a:pt x="31923" y="58269"/>
                </a:lnTo>
                <a:lnTo>
                  <a:pt x="32308" y="58269"/>
                </a:lnTo>
                <a:lnTo>
                  <a:pt x="35385" y="56731"/>
                </a:lnTo>
                <a:lnTo>
                  <a:pt x="36538" y="56731"/>
                </a:lnTo>
                <a:lnTo>
                  <a:pt x="36731" y="56538"/>
                </a:lnTo>
                <a:lnTo>
                  <a:pt x="36923" y="56346"/>
                </a:lnTo>
                <a:lnTo>
                  <a:pt x="38846" y="55962"/>
                </a:lnTo>
                <a:lnTo>
                  <a:pt x="40192" y="54231"/>
                </a:lnTo>
                <a:lnTo>
                  <a:pt x="40192" y="53846"/>
                </a:lnTo>
                <a:lnTo>
                  <a:pt x="41923" y="52115"/>
                </a:lnTo>
                <a:lnTo>
                  <a:pt x="42308" y="52115"/>
                </a:lnTo>
                <a:lnTo>
                  <a:pt x="42500" y="51923"/>
                </a:lnTo>
                <a:lnTo>
                  <a:pt x="42500" y="49231"/>
                </a:lnTo>
                <a:lnTo>
                  <a:pt x="40962" y="47692"/>
                </a:lnTo>
                <a:lnTo>
                  <a:pt x="39423" y="44615"/>
                </a:lnTo>
                <a:lnTo>
                  <a:pt x="39423" y="44231"/>
                </a:lnTo>
                <a:lnTo>
                  <a:pt x="39423" y="43846"/>
                </a:lnTo>
                <a:lnTo>
                  <a:pt x="39038" y="43077"/>
                </a:lnTo>
                <a:lnTo>
                  <a:pt x="38462" y="42500"/>
                </a:lnTo>
                <a:lnTo>
                  <a:pt x="38077" y="42500"/>
                </a:lnTo>
                <a:lnTo>
                  <a:pt x="37692" y="42500"/>
                </a:lnTo>
                <a:lnTo>
                  <a:pt x="35577" y="40385"/>
                </a:lnTo>
                <a:lnTo>
                  <a:pt x="35192" y="39615"/>
                </a:lnTo>
                <a:lnTo>
                  <a:pt x="35192" y="36538"/>
                </a:lnTo>
                <a:lnTo>
                  <a:pt x="35577" y="35769"/>
                </a:lnTo>
                <a:lnTo>
                  <a:pt x="36923" y="34423"/>
                </a:lnTo>
                <a:lnTo>
                  <a:pt x="37308" y="34423"/>
                </a:lnTo>
                <a:lnTo>
                  <a:pt x="37500" y="34231"/>
                </a:lnTo>
                <a:lnTo>
                  <a:pt x="37500" y="33846"/>
                </a:lnTo>
                <a:lnTo>
                  <a:pt x="37500" y="33462"/>
                </a:lnTo>
                <a:lnTo>
                  <a:pt x="37308" y="33269"/>
                </a:lnTo>
                <a:lnTo>
                  <a:pt x="37115" y="33077"/>
                </a:lnTo>
                <a:lnTo>
                  <a:pt x="37115" y="31538"/>
                </a:lnTo>
                <a:lnTo>
                  <a:pt x="36923" y="31346"/>
                </a:lnTo>
                <a:lnTo>
                  <a:pt x="36731" y="31154"/>
                </a:lnTo>
                <a:lnTo>
                  <a:pt x="36731" y="28846"/>
                </a:lnTo>
                <a:lnTo>
                  <a:pt x="36538" y="28654"/>
                </a:lnTo>
                <a:lnTo>
                  <a:pt x="36346" y="28462"/>
                </a:lnTo>
                <a:lnTo>
                  <a:pt x="36346" y="24231"/>
                </a:lnTo>
                <a:lnTo>
                  <a:pt x="36538" y="24038"/>
                </a:lnTo>
                <a:lnTo>
                  <a:pt x="36731" y="23846"/>
                </a:lnTo>
                <a:lnTo>
                  <a:pt x="36731" y="23462"/>
                </a:lnTo>
                <a:lnTo>
                  <a:pt x="36731" y="23077"/>
                </a:lnTo>
                <a:lnTo>
                  <a:pt x="38462" y="21346"/>
                </a:lnTo>
                <a:lnTo>
                  <a:pt x="39615" y="21346"/>
                </a:lnTo>
                <a:lnTo>
                  <a:pt x="40192" y="20769"/>
                </a:lnTo>
                <a:lnTo>
                  <a:pt x="40192" y="20385"/>
                </a:lnTo>
                <a:lnTo>
                  <a:pt x="40192" y="20000"/>
                </a:lnTo>
                <a:lnTo>
                  <a:pt x="40577" y="19231"/>
                </a:lnTo>
                <a:lnTo>
                  <a:pt x="42308" y="17500"/>
                </a:lnTo>
                <a:lnTo>
                  <a:pt x="44615" y="16346"/>
                </a:lnTo>
                <a:lnTo>
                  <a:pt x="45962" y="16154"/>
                </a:lnTo>
                <a:close/>
                <a:moveTo>
                  <a:pt x="45769" y="17115"/>
                </a:moveTo>
                <a:lnTo>
                  <a:pt x="45577" y="17308"/>
                </a:lnTo>
                <a:lnTo>
                  <a:pt x="45385" y="17500"/>
                </a:lnTo>
                <a:lnTo>
                  <a:pt x="45000" y="17500"/>
                </a:lnTo>
                <a:lnTo>
                  <a:pt x="44615" y="17500"/>
                </a:lnTo>
                <a:lnTo>
                  <a:pt x="43077" y="18269"/>
                </a:lnTo>
                <a:lnTo>
                  <a:pt x="41731" y="19615"/>
                </a:lnTo>
                <a:lnTo>
                  <a:pt x="40962" y="21154"/>
                </a:lnTo>
                <a:lnTo>
                  <a:pt x="40962" y="21538"/>
                </a:lnTo>
                <a:lnTo>
                  <a:pt x="40962" y="21923"/>
                </a:lnTo>
                <a:lnTo>
                  <a:pt x="39615" y="22115"/>
                </a:lnTo>
                <a:lnTo>
                  <a:pt x="37885" y="23462"/>
                </a:lnTo>
                <a:lnTo>
                  <a:pt x="37500" y="24231"/>
                </a:lnTo>
                <a:lnTo>
                  <a:pt x="37500" y="28462"/>
                </a:lnTo>
                <a:lnTo>
                  <a:pt x="37692" y="28654"/>
                </a:lnTo>
                <a:lnTo>
                  <a:pt x="37885" y="28846"/>
                </a:lnTo>
                <a:lnTo>
                  <a:pt x="37885" y="30769"/>
                </a:lnTo>
                <a:lnTo>
                  <a:pt x="38077" y="30962"/>
                </a:lnTo>
                <a:lnTo>
                  <a:pt x="38269" y="31154"/>
                </a:lnTo>
                <a:lnTo>
                  <a:pt x="38269" y="32308"/>
                </a:lnTo>
                <a:lnTo>
                  <a:pt x="38462" y="32500"/>
                </a:lnTo>
                <a:lnTo>
                  <a:pt x="38846" y="32500"/>
                </a:lnTo>
                <a:lnTo>
                  <a:pt x="39038" y="32308"/>
                </a:lnTo>
                <a:lnTo>
                  <a:pt x="39038" y="31923"/>
                </a:lnTo>
                <a:lnTo>
                  <a:pt x="39038" y="31538"/>
                </a:lnTo>
                <a:lnTo>
                  <a:pt x="40192" y="29615"/>
                </a:lnTo>
                <a:lnTo>
                  <a:pt x="40192" y="29231"/>
                </a:lnTo>
                <a:lnTo>
                  <a:pt x="40192" y="28846"/>
                </a:lnTo>
                <a:lnTo>
                  <a:pt x="40385" y="28654"/>
                </a:lnTo>
                <a:lnTo>
                  <a:pt x="40577" y="28462"/>
                </a:lnTo>
                <a:lnTo>
                  <a:pt x="40577" y="28077"/>
                </a:lnTo>
                <a:lnTo>
                  <a:pt x="40577" y="27692"/>
                </a:lnTo>
                <a:lnTo>
                  <a:pt x="40962" y="26923"/>
                </a:lnTo>
                <a:lnTo>
                  <a:pt x="42692" y="25577"/>
                </a:lnTo>
                <a:lnTo>
                  <a:pt x="43846" y="25577"/>
                </a:lnTo>
                <a:lnTo>
                  <a:pt x="44038" y="25769"/>
                </a:lnTo>
                <a:lnTo>
                  <a:pt x="44231" y="25962"/>
                </a:lnTo>
                <a:lnTo>
                  <a:pt x="44615" y="25962"/>
                </a:lnTo>
                <a:lnTo>
                  <a:pt x="45000" y="25962"/>
                </a:lnTo>
                <a:lnTo>
                  <a:pt x="46538" y="26731"/>
                </a:lnTo>
                <a:lnTo>
                  <a:pt x="47692" y="26731"/>
                </a:lnTo>
                <a:lnTo>
                  <a:pt x="47885" y="26923"/>
                </a:lnTo>
                <a:lnTo>
                  <a:pt x="48077" y="27115"/>
                </a:lnTo>
                <a:lnTo>
                  <a:pt x="52308" y="27115"/>
                </a:lnTo>
                <a:lnTo>
                  <a:pt x="52500" y="26923"/>
                </a:lnTo>
                <a:lnTo>
                  <a:pt x="52692" y="26731"/>
                </a:lnTo>
                <a:lnTo>
                  <a:pt x="54615" y="26731"/>
                </a:lnTo>
                <a:lnTo>
                  <a:pt x="54808" y="26538"/>
                </a:lnTo>
                <a:lnTo>
                  <a:pt x="55000" y="26346"/>
                </a:lnTo>
                <a:lnTo>
                  <a:pt x="56923" y="25962"/>
                </a:lnTo>
                <a:lnTo>
                  <a:pt x="59231" y="24808"/>
                </a:lnTo>
                <a:lnTo>
                  <a:pt x="60962" y="23077"/>
                </a:lnTo>
                <a:lnTo>
                  <a:pt x="60962" y="22692"/>
                </a:lnTo>
                <a:lnTo>
                  <a:pt x="61731" y="21923"/>
                </a:lnTo>
                <a:lnTo>
                  <a:pt x="60577" y="21154"/>
                </a:lnTo>
                <a:lnTo>
                  <a:pt x="60192" y="20385"/>
                </a:lnTo>
                <a:lnTo>
                  <a:pt x="60192" y="20000"/>
                </a:lnTo>
                <a:lnTo>
                  <a:pt x="60192" y="19615"/>
                </a:lnTo>
                <a:lnTo>
                  <a:pt x="60000" y="19423"/>
                </a:lnTo>
                <a:lnTo>
                  <a:pt x="59808" y="19231"/>
                </a:lnTo>
                <a:lnTo>
                  <a:pt x="59808" y="18846"/>
                </a:lnTo>
                <a:lnTo>
                  <a:pt x="59808" y="18462"/>
                </a:lnTo>
                <a:lnTo>
                  <a:pt x="59231" y="17500"/>
                </a:lnTo>
                <a:lnTo>
                  <a:pt x="58462" y="17885"/>
                </a:lnTo>
                <a:lnTo>
                  <a:pt x="56538" y="17885"/>
                </a:lnTo>
                <a:lnTo>
                  <a:pt x="56346" y="18077"/>
                </a:lnTo>
                <a:lnTo>
                  <a:pt x="56154" y="18269"/>
                </a:lnTo>
                <a:lnTo>
                  <a:pt x="55769" y="18269"/>
                </a:lnTo>
                <a:lnTo>
                  <a:pt x="55385" y="18269"/>
                </a:lnTo>
                <a:lnTo>
                  <a:pt x="55192" y="18077"/>
                </a:lnTo>
                <a:lnTo>
                  <a:pt x="55000" y="17885"/>
                </a:lnTo>
                <a:lnTo>
                  <a:pt x="53462" y="17885"/>
                </a:lnTo>
                <a:lnTo>
                  <a:pt x="53269" y="17692"/>
                </a:lnTo>
                <a:lnTo>
                  <a:pt x="53077" y="17500"/>
                </a:lnTo>
                <a:lnTo>
                  <a:pt x="51923" y="17500"/>
                </a:lnTo>
                <a:lnTo>
                  <a:pt x="51731" y="17308"/>
                </a:lnTo>
                <a:lnTo>
                  <a:pt x="51538" y="17115"/>
                </a:lnTo>
                <a:lnTo>
                  <a:pt x="45769" y="17115"/>
                </a:lnTo>
                <a:close/>
                <a:moveTo>
                  <a:pt x="61538" y="24038"/>
                </a:moveTo>
                <a:lnTo>
                  <a:pt x="59615" y="25962"/>
                </a:lnTo>
                <a:lnTo>
                  <a:pt x="59231" y="25962"/>
                </a:lnTo>
                <a:lnTo>
                  <a:pt x="59038" y="26154"/>
                </a:lnTo>
                <a:lnTo>
                  <a:pt x="59038" y="27692"/>
                </a:lnTo>
                <a:lnTo>
                  <a:pt x="60192" y="30000"/>
                </a:lnTo>
                <a:lnTo>
                  <a:pt x="60192" y="30385"/>
                </a:lnTo>
                <a:lnTo>
                  <a:pt x="60192" y="30769"/>
                </a:lnTo>
                <a:lnTo>
                  <a:pt x="60385" y="30962"/>
                </a:lnTo>
                <a:lnTo>
                  <a:pt x="60577" y="31154"/>
                </a:lnTo>
                <a:lnTo>
                  <a:pt x="60577" y="31538"/>
                </a:lnTo>
                <a:lnTo>
                  <a:pt x="60577" y="31923"/>
                </a:lnTo>
                <a:lnTo>
                  <a:pt x="60962" y="32692"/>
                </a:lnTo>
                <a:lnTo>
                  <a:pt x="60962" y="33077"/>
                </a:lnTo>
                <a:lnTo>
                  <a:pt x="60962" y="33462"/>
                </a:lnTo>
                <a:lnTo>
                  <a:pt x="61154" y="33654"/>
                </a:lnTo>
                <a:lnTo>
                  <a:pt x="61538" y="33654"/>
                </a:lnTo>
                <a:lnTo>
                  <a:pt x="61731" y="33462"/>
                </a:lnTo>
                <a:lnTo>
                  <a:pt x="61731" y="33077"/>
                </a:lnTo>
                <a:lnTo>
                  <a:pt x="61731" y="32692"/>
                </a:lnTo>
                <a:lnTo>
                  <a:pt x="61923" y="32500"/>
                </a:lnTo>
                <a:lnTo>
                  <a:pt x="62115" y="32308"/>
                </a:lnTo>
                <a:lnTo>
                  <a:pt x="62115" y="30769"/>
                </a:lnTo>
                <a:lnTo>
                  <a:pt x="62308" y="30577"/>
                </a:lnTo>
                <a:lnTo>
                  <a:pt x="62500" y="30385"/>
                </a:lnTo>
                <a:lnTo>
                  <a:pt x="62500" y="25385"/>
                </a:lnTo>
                <a:lnTo>
                  <a:pt x="62308" y="25192"/>
                </a:lnTo>
                <a:lnTo>
                  <a:pt x="62115" y="25000"/>
                </a:lnTo>
                <a:lnTo>
                  <a:pt x="62115" y="24615"/>
                </a:lnTo>
                <a:lnTo>
                  <a:pt x="62115" y="24231"/>
                </a:lnTo>
                <a:lnTo>
                  <a:pt x="61923" y="24038"/>
                </a:lnTo>
                <a:lnTo>
                  <a:pt x="61538" y="24038"/>
                </a:lnTo>
                <a:close/>
                <a:moveTo>
                  <a:pt x="42692" y="26731"/>
                </a:moveTo>
                <a:lnTo>
                  <a:pt x="42115" y="27308"/>
                </a:lnTo>
                <a:lnTo>
                  <a:pt x="41731" y="28077"/>
                </a:lnTo>
                <a:lnTo>
                  <a:pt x="41731" y="28462"/>
                </a:lnTo>
                <a:lnTo>
                  <a:pt x="41731" y="28846"/>
                </a:lnTo>
                <a:lnTo>
                  <a:pt x="40192" y="31538"/>
                </a:lnTo>
                <a:lnTo>
                  <a:pt x="40192" y="31923"/>
                </a:lnTo>
                <a:lnTo>
                  <a:pt x="40192" y="32308"/>
                </a:lnTo>
                <a:lnTo>
                  <a:pt x="40000" y="32500"/>
                </a:lnTo>
                <a:lnTo>
                  <a:pt x="39808" y="32692"/>
                </a:lnTo>
                <a:lnTo>
                  <a:pt x="39808" y="33077"/>
                </a:lnTo>
                <a:lnTo>
                  <a:pt x="39808" y="33462"/>
                </a:lnTo>
                <a:lnTo>
                  <a:pt x="39038" y="35000"/>
                </a:lnTo>
                <a:lnTo>
                  <a:pt x="39038" y="35385"/>
                </a:lnTo>
                <a:lnTo>
                  <a:pt x="40000" y="36346"/>
                </a:lnTo>
                <a:lnTo>
                  <a:pt x="40385" y="36346"/>
                </a:lnTo>
                <a:lnTo>
                  <a:pt x="40962" y="35769"/>
                </a:lnTo>
                <a:lnTo>
                  <a:pt x="40962" y="35385"/>
                </a:lnTo>
                <a:lnTo>
                  <a:pt x="40962" y="35000"/>
                </a:lnTo>
                <a:lnTo>
                  <a:pt x="41346" y="34231"/>
                </a:lnTo>
                <a:lnTo>
                  <a:pt x="41923" y="33654"/>
                </a:lnTo>
                <a:lnTo>
                  <a:pt x="43462" y="32885"/>
                </a:lnTo>
                <a:lnTo>
                  <a:pt x="45769" y="32885"/>
                </a:lnTo>
                <a:lnTo>
                  <a:pt x="46538" y="33269"/>
                </a:lnTo>
                <a:lnTo>
                  <a:pt x="48269" y="35000"/>
                </a:lnTo>
                <a:lnTo>
                  <a:pt x="48269" y="35385"/>
                </a:lnTo>
                <a:lnTo>
                  <a:pt x="48846" y="35962"/>
                </a:lnTo>
                <a:lnTo>
                  <a:pt x="51154" y="35962"/>
                </a:lnTo>
                <a:lnTo>
                  <a:pt x="51731" y="34615"/>
                </a:lnTo>
                <a:lnTo>
                  <a:pt x="52692" y="33654"/>
                </a:lnTo>
                <a:lnTo>
                  <a:pt x="54231" y="32885"/>
                </a:lnTo>
                <a:lnTo>
                  <a:pt x="54615" y="32885"/>
                </a:lnTo>
                <a:lnTo>
                  <a:pt x="55000" y="32885"/>
                </a:lnTo>
                <a:lnTo>
                  <a:pt x="56154" y="32885"/>
                </a:lnTo>
                <a:lnTo>
                  <a:pt x="57692" y="33654"/>
                </a:lnTo>
                <a:lnTo>
                  <a:pt x="58654" y="34615"/>
                </a:lnTo>
                <a:lnTo>
                  <a:pt x="58654" y="35000"/>
                </a:lnTo>
                <a:lnTo>
                  <a:pt x="58654" y="35385"/>
                </a:lnTo>
                <a:lnTo>
                  <a:pt x="59231" y="35962"/>
                </a:lnTo>
                <a:lnTo>
                  <a:pt x="60577" y="35385"/>
                </a:lnTo>
                <a:lnTo>
                  <a:pt x="60577" y="34231"/>
                </a:lnTo>
                <a:lnTo>
                  <a:pt x="60385" y="34038"/>
                </a:lnTo>
                <a:lnTo>
                  <a:pt x="60192" y="33846"/>
                </a:lnTo>
                <a:lnTo>
                  <a:pt x="59808" y="31923"/>
                </a:lnTo>
                <a:lnTo>
                  <a:pt x="58269" y="29231"/>
                </a:lnTo>
                <a:lnTo>
                  <a:pt x="57885" y="27308"/>
                </a:lnTo>
                <a:lnTo>
                  <a:pt x="57308" y="26731"/>
                </a:lnTo>
                <a:lnTo>
                  <a:pt x="56538" y="27115"/>
                </a:lnTo>
                <a:lnTo>
                  <a:pt x="56154" y="27115"/>
                </a:lnTo>
                <a:lnTo>
                  <a:pt x="55769" y="27115"/>
                </a:lnTo>
                <a:lnTo>
                  <a:pt x="55577" y="27308"/>
                </a:lnTo>
                <a:lnTo>
                  <a:pt x="55385" y="27500"/>
                </a:lnTo>
                <a:lnTo>
                  <a:pt x="54231" y="27500"/>
                </a:lnTo>
                <a:lnTo>
                  <a:pt x="54038" y="27692"/>
                </a:lnTo>
                <a:lnTo>
                  <a:pt x="53846" y="27885"/>
                </a:lnTo>
                <a:lnTo>
                  <a:pt x="51923" y="27885"/>
                </a:lnTo>
                <a:lnTo>
                  <a:pt x="51731" y="28077"/>
                </a:lnTo>
                <a:lnTo>
                  <a:pt x="51538" y="28269"/>
                </a:lnTo>
                <a:lnTo>
                  <a:pt x="47692" y="28269"/>
                </a:lnTo>
                <a:lnTo>
                  <a:pt x="47500" y="28077"/>
                </a:lnTo>
                <a:lnTo>
                  <a:pt x="47308" y="27885"/>
                </a:lnTo>
                <a:lnTo>
                  <a:pt x="46154" y="27885"/>
                </a:lnTo>
                <a:lnTo>
                  <a:pt x="45962" y="27692"/>
                </a:lnTo>
                <a:lnTo>
                  <a:pt x="45769" y="27500"/>
                </a:lnTo>
                <a:lnTo>
                  <a:pt x="44615" y="27500"/>
                </a:lnTo>
                <a:lnTo>
                  <a:pt x="44423" y="27308"/>
                </a:lnTo>
                <a:lnTo>
                  <a:pt x="44231" y="27115"/>
                </a:lnTo>
                <a:lnTo>
                  <a:pt x="43846" y="27115"/>
                </a:lnTo>
                <a:lnTo>
                  <a:pt x="43462" y="27115"/>
                </a:lnTo>
                <a:lnTo>
                  <a:pt x="42692" y="26731"/>
                </a:lnTo>
                <a:close/>
                <a:moveTo>
                  <a:pt x="43462" y="34038"/>
                </a:moveTo>
                <a:lnTo>
                  <a:pt x="42115" y="35385"/>
                </a:lnTo>
                <a:lnTo>
                  <a:pt x="41731" y="36154"/>
                </a:lnTo>
                <a:lnTo>
                  <a:pt x="41731" y="38077"/>
                </a:lnTo>
                <a:lnTo>
                  <a:pt x="43462" y="39808"/>
                </a:lnTo>
                <a:lnTo>
                  <a:pt x="45769" y="39808"/>
                </a:lnTo>
                <a:lnTo>
                  <a:pt x="45962" y="39615"/>
                </a:lnTo>
                <a:lnTo>
                  <a:pt x="46154" y="39423"/>
                </a:lnTo>
                <a:lnTo>
                  <a:pt x="46538" y="39423"/>
                </a:lnTo>
                <a:lnTo>
                  <a:pt x="47500" y="38077"/>
                </a:lnTo>
                <a:lnTo>
                  <a:pt x="47500" y="37692"/>
                </a:lnTo>
                <a:lnTo>
                  <a:pt x="47500" y="37308"/>
                </a:lnTo>
                <a:lnTo>
                  <a:pt x="47692" y="37115"/>
                </a:lnTo>
                <a:lnTo>
                  <a:pt x="47885" y="36923"/>
                </a:lnTo>
                <a:lnTo>
                  <a:pt x="47692" y="36731"/>
                </a:lnTo>
                <a:lnTo>
                  <a:pt x="47500" y="36538"/>
                </a:lnTo>
                <a:lnTo>
                  <a:pt x="47500" y="36154"/>
                </a:lnTo>
                <a:lnTo>
                  <a:pt x="47500" y="35769"/>
                </a:lnTo>
                <a:lnTo>
                  <a:pt x="47115" y="35000"/>
                </a:lnTo>
                <a:lnTo>
                  <a:pt x="45769" y="34038"/>
                </a:lnTo>
                <a:lnTo>
                  <a:pt x="43462" y="34038"/>
                </a:lnTo>
                <a:close/>
                <a:moveTo>
                  <a:pt x="54231" y="34038"/>
                </a:moveTo>
                <a:lnTo>
                  <a:pt x="53462" y="34808"/>
                </a:lnTo>
                <a:lnTo>
                  <a:pt x="53077" y="34808"/>
                </a:lnTo>
                <a:lnTo>
                  <a:pt x="52885" y="35000"/>
                </a:lnTo>
                <a:lnTo>
                  <a:pt x="52115" y="37308"/>
                </a:lnTo>
                <a:lnTo>
                  <a:pt x="52885" y="38846"/>
                </a:lnTo>
                <a:lnTo>
                  <a:pt x="53462" y="39423"/>
                </a:lnTo>
                <a:lnTo>
                  <a:pt x="54231" y="39808"/>
                </a:lnTo>
                <a:lnTo>
                  <a:pt x="55769" y="39808"/>
                </a:lnTo>
                <a:lnTo>
                  <a:pt x="56923" y="39423"/>
                </a:lnTo>
                <a:lnTo>
                  <a:pt x="57500" y="38846"/>
                </a:lnTo>
                <a:lnTo>
                  <a:pt x="57885" y="38077"/>
                </a:lnTo>
                <a:lnTo>
                  <a:pt x="57885" y="35769"/>
                </a:lnTo>
                <a:lnTo>
                  <a:pt x="57500" y="35000"/>
                </a:lnTo>
                <a:lnTo>
                  <a:pt x="56154" y="34038"/>
                </a:lnTo>
                <a:lnTo>
                  <a:pt x="54231" y="34038"/>
                </a:lnTo>
                <a:close/>
                <a:moveTo>
                  <a:pt x="37308" y="35577"/>
                </a:moveTo>
                <a:lnTo>
                  <a:pt x="36346" y="36923"/>
                </a:lnTo>
                <a:lnTo>
                  <a:pt x="36346" y="38846"/>
                </a:lnTo>
                <a:lnTo>
                  <a:pt x="36538" y="39038"/>
                </a:lnTo>
                <a:lnTo>
                  <a:pt x="36731" y="39231"/>
                </a:lnTo>
                <a:lnTo>
                  <a:pt x="36731" y="39615"/>
                </a:lnTo>
                <a:lnTo>
                  <a:pt x="36731" y="40000"/>
                </a:lnTo>
                <a:lnTo>
                  <a:pt x="37885" y="41154"/>
                </a:lnTo>
                <a:lnTo>
                  <a:pt x="38077" y="41346"/>
                </a:lnTo>
                <a:lnTo>
                  <a:pt x="38462" y="41346"/>
                </a:lnTo>
                <a:lnTo>
                  <a:pt x="38654" y="40385"/>
                </a:lnTo>
                <a:lnTo>
                  <a:pt x="38462" y="40192"/>
                </a:lnTo>
                <a:lnTo>
                  <a:pt x="38269" y="40000"/>
                </a:lnTo>
                <a:lnTo>
                  <a:pt x="38269" y="38462"/>
                </a:lnTo>
                <a:lnTo>
                  <a:pt x="38077" y="38269"/>
                </a:lnTo>
                <a:lnTo>
                  <a:pt x="37885" y="38077"/>
                </a:lnTo>
                <a:lnTo>
                  <a:pt x="37885" y="35769"/>
                </a:lnTo>
                <a:lnTo>
                  <a:pt x="37692" y="35577"/>
                </a:lnTo>
                <a:lnTo>
                  <a:pt x="37308" y="35577"/>
                </a:lnTo>
                <a:close/>
                <a:moveTo>
                  <a:pt x="61923" y="35577"/>
                </a:moveTo>
                <a:lnTo>
                  <a:pt x="61731" y="35769"/>
                </a:lnTo>
                <a:lnTo>
                  <a:pt x="61731" y="38077"/>
                </a:lnTo>
                <a:lnTo>
                  <a:pt x="61538" y="38269"/>
                </a:lnTo>
                <a:lnTo>
                  <a:pt x="61346" y="38462"/>
                </a:lnTo>
                <a:lnTo>
                  <a:pt x="61346" y="40385"/>
                </a:lnTo>
                <a:lnTo>
                  <a:pt x="60962" y="41154"/>
                </a:lnTo>
                <a:lnTo>
                  <a:pt x="61923" y="41346"/>
                </a:lnTo>
                <a:lnTo>
                  <a:pt x="62115" y="41154"/>
                </a:lnTo>
                <a:lnTo>
                  <a:pt x="62308" y="40962"/>
                </a:lnTo>
                <a:lnTo>
                  <a:pt x="63269" y="39615"/>
                </a:lnTo>
                <a:lnTo>
                  <a:pt x="63654" y="37692"/>
                </a:lnTo>
                <a:lnTo>
                  <a:pt x="63462" y="37500"/>
                </a:lnTo>
                <a:lnTo>
                  <a:pt x="63269" y="37308"/>
                </a:lnTo>
                <a:lnTo>
                  <a:pt x="63269" y="36923"/>
                </a:lnTo>
                <a:lnTo>
                  <a:pt x="63269" y="36538"/>
                </a:lnTo>
                <a:lnTo>
                  <a:pt x="62308" y="35577"/>
                </a:lnTo>
                <a:lnTo>
                  <a:pt x="61923" y="35577"/>
                </a:lnTo>
                <a:close/>
                <a:moveTo>
                  <a:pt x="60000" y="36731"/>
                </a:moveTo>
                <a:lnTo>
                  <a:pt x="59038" y="37692"/>
                </a:lnTo>
                <a:lnTo>
                  <a:pt x="59038" y="38077"/>
                </a:lnTo>
                <a:lnTo>
                  <a:pt x="59038" y="38462"/>
                </a:lnTo>
                <a:lnTo>
                  <a:pt x="58654" y="39231"/>
                </a:lnTo>
                <a:lnTo>
                  <a:pt x="57308" y="40577"/>
                </a:lnTo>
                <a:lnTo>
                  <a:pt x="56538" y="40962"/>
                </a:lnTo>
                <a:lnTo>
                  <a:pt x="53846" y="40962"/>
                </a:lnTo>
                <a:lnTo>
                  <a:pt x="53077" y="40577"/>
                </a:lnTo>
                <a:lnTo>
                  <a:pt x="51731" y="39231"/>
                </a:lnTo>
                <a:lnTo>
                  <a:pt x="51154" y="37115"/>
                </a:lnTo>
                <a:lnTo>
                  <a:pt x="48846" y="37115"/>
                </a:lnTo>
                <a:lnTo>
                  <a:pt x="48269" y="39231"/>
                </a:lnTo>
                <a:lnTo>
                  <a:pt x="46923" y="40577"/>
                </a:lnTo>
                <a:lnTo>
                  <a:pt x="46154" y="40962"/>
                </a:lnTo>
                <a:lnTo>
                  <a:pt x="43077" y="40962"/>
                </a:lnTo>
                <a:lnTo>
                  <a:pt x="42308" y="40577"/>
                </a:lnTo>
                <a:lnTo>
                  <a:pt x="40962" y="39231"/>
                </a:lnTo>
                <a:lnTo>
                  <a:pt x="40577" y="38462"/>
                </a:lnTo>
                <a:lnTo>
                  <a:pt x="40577" y="38077"/>
                </a:lnTo>
                <a:lnTo>
                  <a:pt x="40577" y="37692"/>
                </a:lnTo>
                <a:lnTo>
                  <a:pt x="40000" y="37115"/>
                </a:lnTo>
                <a:lnTo>
                  <a:pt x="39615" y="37115"/>
                </a:lnTo>
                <a:lnTo>
                  <a:pt x="39038" y="37692"/>
                </a:lnTo>
                <a:lnTo>
                  <a:pt x="39231" y="37885"/>
                </a:lnTo>
                <a:lnTo>
                  <a:pt x="39423" y="38077"/>
                </a:lnTo>
                <a:lnTo>
                  <a:pt x="39423" y="40769"/>
                </a:lnTo>
                <a:lnTo>
                  <a:pt x="39615" y="40962"/>
                </a:lnTo>
                <a:lnTo>
                  <a:pt x="39808" y="41154"/>
                </a:lnTo>
                <a:lnTo>
                  <a:pt x="40192" y="43077"/>
                </a:lnTo>
                <a:lnTo>
                  <a:pt x="40577" y="43846"/>
                </a:lnTo>
                <a:lnTo>
                  <a:pt x="40577" y="44231"/>
                </a:lnTo>
                <a:lnTo>
                  <a:pt x="40577" y="44615"/>
                </a:lnTo>
                <a:lnTo>
                  <a:pt x="41346" y="46154"/>
                </a:lnTo>
                <a:lnTo>
                  <a:pt x="42115" y="46923"/>
                </a:lnTo>
                <a:lnTo>
                  <a:pt x="42115" y="47308"/>
                </a:lnTo>
                <a:lnTo>
                  <a:pt x="43462" y="48654"/>
                </a:lnTo>
                <a:lnTo>
                  <a:pt x="43846" y="48654"/>
                </a:lnTo>
                <a:lnTo>
                  <a:pt x="46154" y="50577"/>
                </a:lnTo>
                <a:lnTo>
                  <a:pt x="46538" y="50577"/>
                </a:lnTo>
                <a:lnTo>
                  <a:pt x="46923" y="50577"/>
                </a:lnTo>
                <a:lnTo>
                  <a:pt x="48462" y="51346"/>
                </a:lnTo>
                <a:lnTo>
                  <a:pt x="51154" y="51346"/>
                </a:lnTo>
                <a:lnTo>
                  <a:pt x="51346" y="51154"/>
                </a:lnTo>
                <a:lnTo>
                  <a:pt x="51538" y="50962"/>
                </a:lnTo>
                <a:lnTo>
                  <a:pt x="52692" y="50962"/>
                </a:lnTo>
                <a:lnTo>
                  <a:pt x="54231" y="50192"/>
                </a:lnTo>
                <a:lnTo>
                  <a:pt x="55769" y="48654"/>
                </a:lnTo>
                <a:lnTo>
                  <a:pt x="56154" y="48654"/>
                </a:lnTo>
                <a:lnTo>
                  <a:pt x="58269" y="46154"/>
                </a:lnTo>
                <a:lnTo>
                  <a:pt x="59038" y="44615"/>
                </a:lnTo>
                <a:lnTo>
                  <a:pt x="59038" y="44231"/>
                </a:lnTo>
                <a:lnTo>
                  <a:pt x="59038" y="43846"/>
                </a:lnTo>
                <a:lnTo>
                  <a:pt x="59808" y="42308"/>
                </a:lnTo>
                <a:lnTo>
                  <a:pt x="59808" y="40769"/>
                </a:lnTo>
                <a:lnTo>
                  <a:pt x="60000" y="40577"/>
                </a:lnTo>
                <a:lnTo>
                  <a:pt x="60192" y="40385"/>
                </a:lnTo>
                <a:lnTo>
                  <a:pt x="60192" y="38462"/>
                </a:lnTo>
                <a:lnTo>
                  <a:pt x="60385" y="38269"/>
                </a:lnTo>
                <a:lnTo>
                  <a:pt x="60577" y="38077"/>
                </a:lnTo>
                <a:lnTo>
                  <a:pt x="60577" y="37692"/>
                </a:lnTo>
                <a:lnTo>
                  <a:pt x="60577" y="37308"/>
                </a:lnTo>
                <a:lnTo>
                  <a:pt x="60000" y="36731"/>
                </a:lnTo>
                <a:close/>
                <a:moveTo>
                  <a:pt x="55769" y="50192"/>
                </a:moveTo>
                <a:lnTo>
                  <a:pt x="54231" y="51346"/>
                </a:lnTo>
                <a:lnTo>
                  <a:pt x="52692" y="52115"/>
                </a:lnTo>
                <a:lnTo>
                  <a:pt x="51538" y="52115"/>
                </a:lnTo>
                <a:lnTo>
                  <a:pt x="51346" y="52308"/>
                </a:lnTo>
                <a:lnTo>
                  <a:pt x="51154" y="52500"/>
                </a:lnTo>
                <a:lnTo>
                  <a:pt x="48077" y="52500"/>
                </a:lnTo>
                <a:lnTo>
                  <a:pt x="47885" y="52308"/>
                </a:lnTo>
                <a:lnTo>
                  <a:pt x="47692" y="52115"/>
                </a:lnTo>
                <a:lnTo>
                  <a:pt x="47308" y="52115"/>
                </a:lnTo>
                <a:lnTo>
                  <a:pt x="46923" y="52115"/>
                </a:lnTo>
                <a:lnTo>
                  <a:pt x="43846" y="50577"/>
                </a:lnTo>
                <a:lnTo>
                  <a:pt x="43654" y="50769"/>
                </a:lnTo>
                <a:lnTo>
                  <a:pt x="43654" y="53462"/>
                </a:lnTo>
                <a:lnTo>
                  <a:pt x="45962" y="55385"/>
                </a:lnTo>
                <a:lnTo>
                  <a:pt x="49231" y="58654"/>
                </a:lnTo>
                <a:lnTo>
                  <a:pt x="50000" y="59038"/>
                </a:lnTo>
                <a:lnTo>
                  <a:pt x="51538" y="57500"/>
                </a:lnTo>
                <a:lnTo>
                  <a:pt x="51923" y="57500"/>
                </a:lnTo>
                <a:lnTo>
                  <a:pt x="55769" y="53654"/>
                </a:lnTo>
                <a:lnTo>
                  <a:pt x="56154" y="53654"/>
                </a:lnTo>
                <a:lnTo>
                  <a:pt x="56346" y="53462"/>
                </a:lnTo>
                <a:lnTo>
                  <a:pt x="56346" y="50769"/>
                </a:lnTo>
                <a:lnTo>
                  <a:pt x="55769" y="50192"/>
                </a:lnTo>
                <a:close/>
                <a:moveTo>
                  <a:pt x="41923" y="53654"/>
                </a:moveTo>
                <a:lnTo>
                  <a:pt x="41731" y="53846"/>
                </a:lnTo>
                <a:lnTo>
                  <a:pt x="41731" y="54231"/>
                </a:lnTo>
                <a:lnTo>
                  <a:pt x="39808" y="56538"/>
                </a:lnTo>
                <a:lnTo>
                  <a:pt x="39808" y="56923"/>
                </a:lnTo>
                <a:lnTo>
                  <a:pt x="40962" y="58462"/>
                </a:lnTo>
                <a:lnTo>
                  <a:pt x="41346" y="59615"/>
                </a:lnTo>
                <a:lnTo>
                  <a:pt x="42115" y="60385"/>
                </a:lnTo>
                <a:lnTo>
                  <a:pt x="43269" y="63077"/>
                </a:lnTo>
                <a:lnTo>
                  <a:pt x="43846" y="63654"/>
                </a:lnTo>
                <a:lnTo>
                  <a:pt x="44615" y="62885"/>
                </a:lnTo>
                <a:lnTo>
                  <a:pt x="45000" y="62885"/>
                </a:lnTo>
                <a:lnTo>
                  <a:pt x="45192" y="62692"/>
                </a:lnTo>
                <a:lnTo>
                  <a:pt x="48269" y="60000"/>
                </a:lnTo>
                <a:lnTo>
                  <a:pt x="48269" y="59615"/>
                </a:lnTo>
                <a:lnTo>
                  <a:pt x="48269" y="59231"/>
                </a:lnTo>
                <a:lnTo>
                  <a:pt x="46923" y="57885"/>
                </a:lnTo>
                <a:lnTo>
                  <a:pt x="46538" y="57885"/>
                </a:lnTo>
                <a:lnTo>
                  <a:pt x="42308" y="53654"/>
                </a:lnTo>
                <a:lnTo>
                  <a:pt x="41923" y="53654"/>
                </a:lnTo>
                <a:close/>
                <a:moveTo>
                  <a:pt x="57692" y="53654"/>
                </a:moveTo>
                <a:lnTo>
                  <a:pt x="54615" y="56731"/>
                </a:lnTo>
                <a:lnTo>
                  <a:pt x="54231" y="56731"/>
                </a:lnTo>
                <a:lnTo>
                  <a:pt x="51923" y="59038"/>
                </a:lnTo>
                <a:lnTo>
                  <a:pt x="51538" y="59038"/>
                </a:lnTo>
                <a:lnTo>
                  <a:pt x="51346" y="59231"/>
                </a:lnTo>
                <a:lnTo>
                  <a:pt x="51346" y="59615"/>
                </a:lnTo>
                <a:lnTo>
                  <a:pt x="51346" y="60000"/>
                </a:lnTo>
                <a:lnTo>
                  <a:pt x="51538" y="60192"/>
                </a:lnTo>
                <a:lnTo>
                  <a:pt x="51923" y="60192"/>
                </a:lnTo>
                <a:lnTo>
                  <a:pt x="53077" y="61346"/>
                </a:lnTo>
                <a:lnTo>
                  <a:pt x="53462" y="61346"/>
                </a:lnTo>
                <a:lnTo>
                  <a:pt x="54615" y="62500"/>
                </a:lnTo>
                <a:lnTo>
                  <a:pt x="56154" y="63654"/>
                </a:lnTo>
                <a:lnTo>
                  <a:pt x="56731" y="63077"/>
                </a:lnTo>
                <a:lnTo>
                  <a:pt x="57500" y="61154"/>
                </a:lnTo>
                <a:lnTo>
                  <a:pt x="58269" y="60385"/>
                </a:lnTo>
                <a:lnTo>
                  <a:pt x="59423" y="58077"/>
                </a:lnTo>
                <a:lnTo>
                  <a:pt x="59808" y="56154"/>
                </a:lnTo>
                <a:lnTo>
                  <a:pt x="57692" y="536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Shape 47"/>
          <p:cNvSpPr/>
          <p:nvPr/>
        </p:nvSpPr>
        <p:spPr>
          <a:xfrm>
            <a:off x="9235440" y="5285232"/>
            <a:ext cx="1060704" cy="10607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VECTOR_family_13"/>
          <p:cNvSpPr/>
          <p:nvPr/>
        </p:nvSpPr>
        <p:spPr>
          <a:xfrm>
            <a:off x="9235440" y="5285232"/>
            <a:ext cx="1060704" cy="106070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64423" y="20385"/>
                </a:moveTo>
                <a:lnTo>
                  <a:pt x="64615" y="20192"/>
                </a:lnTo>
                <a:lnTo>
                  <a:pt x="68462" y="20192"/>
                </a:lnTo>
                <a:lnTo>
                  <a:pt x="68654" y="20385"/>
                </a:lnTo>
                <a:lnTo>
                  <a:pt x="68846" y="20577"/>
                </a:lnTo>
                <a:lnTo>
                  <a:pt x="69231" y="20577"/>
                </a:lnTo>
                <a:lnTo>
                  <a:pt x="69615" y="20577"/>
                </a:lnTo>
                <a:lnTo>
                  <a:pt x="69808" y="20769"/>
                </a:lnTo>
                <a:lnTo>
                  <a:pt x="70000" y="20962"/>
                </a:lnTo>
                <a:lnTo>
                  <a:pt x="70385" y="20962"/>
                </a:lnTo>
                <a:lnTo>
                  <a:pt x="70769" y="20962"/>
                </a:lnTo>
                <a:lnTo>
                  <a:pt x="71538" y="21346"/>
                </a:lnTo>
                <a:lnTo>
                  <a:pt x="73269" y="22692"/>
                </a:lnTo>
                <a:lnTo>
                  <a:pt x="73269" y="23077"/>
                </a:lnTo>
                <a:lnTo>
                  <a:pt x="74038" y="23846"/>
                </a:lnTo>
                <a:lnTo>
                  <a:pt x="75192" y="26154"/>
                </a:lnTo>
                <a:lnTo>
                  <a:pt x="75192" y="27692"/>
                </a:lnTo>
                <a:lnTo>
                  <a:pt x="75385" y="27885"/>
                </a:lnTo>
                <a:lnTo>
                  <a:pt x="75577" y="28077"/>
                </a:lnTo>
                <a:lnTo>
                  <a:pt x="75192" y="31538"/>
                </a:lnTo>
                <a:lnTo>
                  <a:pt x="76346" y="33077"/>
                </a:lnTo>
                <a:lnTo>
                  <a:pt x="76346" y="34231"/>
                </a:lnTo>
                <a:lnTo>
                  <a:pt x="76154" y="34423"/>
                </a:lnTo>
                <a:lnTo>
                  <a:pt x="75962" y="34615"/>
                </a:lnTo>
                <a:lnTo>
                  <a:pt x="75962" y="35000"/>
                </a:lnTo>
                <a:lnTo>
                  <a:pt x="75962" y="35385"/>
                </a:lnTo>
                <a:lnTo>
                  <a:pt x="73654" y="37308"/>
                </a:lnTo>
                <a:lnTo>
                  <a:pt x="72885" y="39231"/>
                </a:lnTo>
                <a:lnTo>
                  <a:pt x="70962" y="41154"/>
                </a:lnTo>
                <a:lnTo>
                  <a:pt x="70962" y="42692"/>
                </a:lnTo>
                <a:lnTo>
                  <a:pt x="71346" y="43462"/>
                </a:lnTo>
                <a:lnTo>
                  <a:pt x="72308" y="44038"/>
                </a:lnTo>
                <a:lnTo>
                  <a:pt x="72692" y="44038"/>
                </a:lnTo>
                <a:lnTo>
                  <a:pt x="73077" y="44038"/>
                </a:lnTo>
                <a:lnTo>
                  <a:pt x="73269" y="44231"/>
                </a:lnTo>
                <a:lnTo>
                  <a:pt x="73462" y="44423"/>
                </a:lnTo>
                <a:lnTo>
                  <a:pt x="75385" y="44808"/>
                </a:lnTo>
                <a:lnTo>
                  <a:pt x="80000" y="47115"/>
                </a:lnTo>
                <a:lnTo>
                  <a:pt x="82115" y="49231"/>
                </a:lnTo>
                <a:lnTo>
                  <a:pt x="82115" y="49615"/>
                </a:lnTo>
                <a:lnTo>
                  <a:pt x="83269" y="51154"/>
                </a:lnTo>
                <a:lnTo>
                  <a:pt x="83269" y="51538"/>
                </a:lnTo>
                <a:lnTo>
                  <a:pt x="83269" y="51923"/>
                </a:lnTo>
                <a:lnTo>
                  <a:pt x="83462" y="52115"/>
                </a:lnTo>
                <a:lnTo>
                  <a:pt x="83654" y="52308"/>
                </a:lnTo>
                <a:lnTo>
                  <a:pt x="83654" y="53462"/>
                </a:lnTo>
                <a:lnTo>
                  <a:pt x="83846" y="53654"/>
                </a:lnTo>
                <a:lnTo>
                  <a:pt x="84038" y="53846"/>
                </a:lnTo>
                <a:lnTo>
                  <a:pt x="84038" y="70000"/>
                </a:lnTo>
                <a:lnTo>
                  <a:pt x="84231" y="70192"/>
                </a:lnTo>
                <a:lnTo>
                  <a:pt x="84423" y="70385"/>
                </a:lnTo>
                <a:lnTo>
                  <a:pt x="83846" y="70962"/>
                </a:lnTo>
                <a:lnTo>
                  <a:pt x="83462" y="70962"/>
                </a:lnTo>
                <a:lnTo>
                  <a:pt x="82885" y="70385"/>
                </a:lnTo>
                <a:lnTo>
                  <a:pt x="82885" y="54231"/>
                </a:lnTo>
                <a:lnTo>
                  <a:pt x="82692" y="54038"/>
                </a:lnTo>
                <a:lnTo>
                  <a:pt x="82500" y="53846"/>
                </a:lnTo>
                <a:lnTo>
                  <a:pt x="82500" y="52692"/>
                </a:lnTo>
                <a:lnTo>
                  <a:pt x="82308" y="52500"/>
                </a:lnTo>
                <a:lnTo>
                  <a:pt x="82115" y="52308"/>
                </a:lnTo>
                <a:lnTo>
                  <a:pt x="82115" y="51923"/>
                </a:lnTo>
                <a:lnTo>
                  <a:pt x="82115" y="51538"/>
                </a:lnTo>
                <a:lnTo>
                  <a:pt x="81346" y="50000"/>
                </a:lnTo>
                <a:lnTo>
                  <a:pt x="78846" y="47500"/>
                </a:lnTo>
                <a:lnTo>
                  <a:pt x="76538" y="46346"/>
                </a:lnTo>
                <a:lnTo>
                  <a:pt x="76154" y="46346"/>
                </a:lnTo>
                <a:lnTo>
                  <a:pt x="75769" y="46346"/>
                </a:lnTo>
                <a:lnTo>
                  <a:pt x="74615" y="45577"/>
                </a:lnTo>
                <a:lnTo>
                  <a:pt x="73462" y="45577"/>
                </a:lnTo>
                <a:lnTo>
                  <a:pt x="73269" y="45385"/>
                </a:lnTo>
                <a:lnTo>
                  <a:pt x="73077" y="45192"/>
                </a:lnTo>
                <a:lnTo>
                  <a:pt x="72692" y="45192"/>
                </a:lnTo>
                <a:lnTo>
                  <a:pt x="70385" y="47885"/>
                </a:lnTo>
                <a:lnTo>
                  <a:pt x="68846" y="48654"/>
                </a:lnTo>
                <a:lnTo>
                  <a:pt x="68462" y="48654"/>
                </a:lnTo>
                <a:lnTo>
                  <a:pt x="68077" y="48654"/>
                </a:lnTo>
                <a:lnTo>
                  <a:pt x="67885" y="48846"/>
                </a:lnTo>
                <a:lnTo>
                  <a:pt x="67692" y="49038"/>
                </a:lnTo>
                <a:lnTo>
                  <a:pt x="65385" y="49038"/>
                </a:lnTo>
                <a:lnTo>
                  <a:pt x="65192" y="48846"/>
                </a:lnTo>
                <a:lnTo>
                  <a:pt x="65000" y="48654"/>
                </a:lnTo>
                <a:lnTo>
                  <a:pt x="64615" y="48654"/>
                </a:lnTo>
                <a:lnTo>
                  <a:pt x="64231" y="48654"/>
                </a:lnTo>
                <a:lnTo>
                  <a:pt x="63462" y="48269"/>
                </a:lnTo>
                <a:lnTo>
                  <a:pt x="61346" y="46538"/>
                </a:lnTo>
                <a:lnTo>
                  <a:pt x="60769" y="45192"/>
                </a:lnTo>
                <a:lnTo>
                  <a:pt x="58462" y="45192"/>
                </a:lnTo>
                <a:lnTo>
                  <a:pt x="58269" y="45385"/>
                </a:lnTo>
                <a:lnTo>
                  <a:pt x="58269" y="47692"/>
                </a:lnTo>
                <a:lnTo>
                  <a:pt x="58462" y="47885"/>
                </a:lnTo>
                <a:lnTo>
                  <a:pt x="58654" y="48077"/>
                </a:lnTo>
                <a:lnTo>
                  <a:pt x="58654" y="49231"/>
                </a:lnTo>
                <a:lnTo>
                  <a:pt x="58846" y="49423"/>
                </a:lnTo>
                <a:lnTo>
                  <a:pt x="59038" y="49615"/>
                </a:lnTo>
                <a:lnTo>
                  <a:pt x="59038" y="51923"/>
                </a:lnTo>
                <a:lnTo>
                  <a:pt x="60192" y="53462"/>
                </a:lnTo>
                <a:lnTo>
                  <a:pt x="60192" y="56923"/>
                </a:lnTo>
                <a:lnTo>
                  <a:pt x="59423" y="58462"/>
                </a:lnTo>
                <a:lnTo>
                  <a:pt x="58654" y="59231"/>
                </a:lnTo>
                <a:lnTo>
                  <a:pt x="60192" y="60769"/>
                </a:lnTo>
                <a:lnTo>
                  <a:pt x="60962" y="62308"/>
                </a:lnTo>
                <a:lnTo>
                  <a:pt x="61346" y="64231"/>
                </a:lnTo>
                <a:lnTo>
                  <a:pt x="61538" y="64423"/>
                </a:lnTo>
                <a:lnTo>
                  <a:pt x="61731" y="64615"/>
                </a:lnTo>
                <a:lnTo>
                  <a:pt x="61731" y="66538"/>
                </a:lnTo>
                <a:lnTo>
                  <a:pt x="61923" y="66731"/>
                </a:lnTo>
                <a:lnTo>
                  <a:pt x="62115" y="66923"/>
                </a:lnTo>
                <a:lnTo>
                  <a:pt x="62115" y="69615"/>
                </a:lnTo>
                <a:lnTo>
                  <a:pt x="62308" y="69808"/>
                </a:lnTo>
                <a:lnTo>
                  <a:pt x="62500" y="70000"/>
                </a:lnTo>
                <a:lnTo>
                  <a:pt x="62308" y="70962"/>
                </a:lnTo>
                <a:lnTo>
                  <a:pt x="61538" y="71346"/>
                </a:lnTo>
                <a:lnTo>
                  <a:pt x="61346" y="71154"/>
                </a:lnTo>
                <a:lnTo>
                  <a:pt x="61346" y="70000"/>
                </a:lnTo>
                <a:lnTo>
                  <a:pt x="61154" y="69808"/>
                </a:lnTo>
                <a:lnTo>
                  <a:pt x="60962" y="69615"/>
                </a:lnTo>
                <a:lnTo>
                  <a:pt x="60962" y="66154"/>
                </a:lnTo>
                <a:lnTo>
                  <a:pt x="60769" y="65962"/>
                </a:lnTo>
                <a:lnTo>
                  <a:pt x="60577" y="65769"/>
                </a:lnTo>
                <a:lnTo>
                  <a:pt x="60577" y="64231"/>
                </a:lnTo>
                <a:lnTo>
                  <a:pt x="60385" y="64038"/>
                </a:lnTo>
                <a:lnTo>
                  <a:pt x="60192" y="63846"/>
                </a:lnTo>
                <a:lnTo>
                  <a:pt x="60192" y="63462"/>
                </a:lnTo>
                <a:lnTo>
                  <a:pt x="60192" y="63077"/>
                </a:lnTo>
                <a:lnTo>
                  <a:pt x="59423" y="61538"/>
                </a:lnTo>
                <a:lnTo>
                  <a:pt x="57308" y="59423"/>
                </a:lnTo>
                <a:lnTo>
                  <a:pt x="56923" y="59423"/>
                </a:lnTo>
                <a:lnTo>
                  <a:pt x="56538" y="59423"/>
                </a:lnTo>
                <a:lnTo>
                  <a:pt x="55385" y="58654"/>
                </a:lnTo>
                <a:lnTo>
                  <a:pt x="54231" y="58654"/>
                </a:lnTo>
                <a:lnTo>
                  <a:pt x="54038" y="58462"/>
                </a:lnTo>
                <a:lnTo>
                  <a:pt x="53846" y="58269"/>
                </a:lnTo>
                <a:lnTo>
                  <a:pt x="53462" y="58269"/>
                </a:lnTo>
                <a:lnTo>
                  <a:pt x="53077" y="58269"/>
                </a:lnTo>
                <a:lnTo>
                  <a:pt x="52885" y="57308"/>
                </a:lnTo>
                <a:lnTo>
                  <a:pt x="52308" y="56731"/>
                </a:lnTo>
                <a:lnTo>
                  <a:pt x="51538" y="57115"/>
                </a:lnTo>
                <a:lnTo>
                  <a:pt x="50000" y="57115"/>
                </a:lnTo>
                <a:lnTo>
                  <a:pt x="49808" y="57308"/>
                </a:lnTo>
                <a:lnTo>
                  <a:pt x="49615" y="57500"/>
                </a:lnTo>
                <a:lnTo>
                  <a:pt x="49423" y="57308"/>
                </a:lnTo>
                <a:lnTo>
                  <a:pt x="49231" y="57115"/>
                </a:lnTo>
                <a:lnTo>
                  <a:pt x="48846" y="57115"/>
                </a:lnTo>
                <a:lnTo>
                  <a:pt x="48462" y="57115"/>
                </a:lnTo>
                <a:lnTo>
                  <a:pt x="47692" y="56731"/>
                </a:lnTo>
                <a:lnTo>
                  <a:pt x="46538" y="58269"/>
                </a:lnTo>
                <a:lnTo>
                  <a:pt x="46154" y="58269"/>
                </a:lnTo>
                <a:lnTo>
                  <a:pt x="45769" y="58269"/>
                </a:lnTo>
                <a:lnTo>
                  <a:pt x="45577" y="58462"/>
                </a:lnTo>
                <a:lnTo>
                  <a:pt x="45385" y="58654"/>
                </a:lnTo>
                <a:lnTo>
                  <a:pt x="45000" y="58654"/>
                </a:lnTo>
                <a:lnTo>
                  <a:pt x="44615" y="58654"/>
                </a:lnTo>
                <a:lnTo>
                  <a:pt x="43077" y="59423"/>
                </a:lnTo>
                <a:lnTo>
                  <a:pt x="40577" y="61923"/>
                </a:lnTo>
                <a:lnTo>
                  <a:pt x="40192" y="62692"/>
                </a:lnTo>
                <a:lnTo>
                  <a:pt x="40192" y="63077"/>
                </a:lnTo>
                <a:lnTo>
                  <a:pt x="40192" y="63462"/>
                </a:lnTo>
                <a:lnTo>
                  <a:pt x="40000" y="63654"/>
                </a:lnTo>
                <a:lnTo>
                  <a:pt x="39808" y="63846"/>
                </a:lnTo>
                <a:lnTo>
                  <a:pt x="39808" y="65000"/>
                </a:lnTo>
                <a:lnTo>
                  <a:pt x="39615" y="65192"/>
                </a:lnTo>
                <a:lnTo>
                  <a:pt x="39423" y="65385"/>
                </a:lnTo>
                <a:lnTo>
                  <a:pt x="39423" y="68077"/>
                </a:lnTo>
                <a:lnTo>
                  <a:pt x="39231" y="68269"/>
                </a:lnTo>
                <a:lnTo>
                  <a:pt x="39038" y="68462"/>
                </a:lnTo>
                <a:lnTo>
                  <a:pt x="39038" y="70769"/>
                </a:lnTo>
                <a:lnTo>
                  <a:pt x="38846" y="70962"/>
                </a:lnTo>
                <a:lnTo>
                  <a:pt x="37885" y="70769"/>
                </a:lnTo>
                <a:lnTo>
                  <a:pt x="37885" y="70385"/>
                </a:lnTo>
                <a:lnTo>
                  <a:pt x="37885" y="70000"/>
                </a:lnTo>
                <a:lnTo>
                  <a:pt x="38077" y="69808"/>
                </a:lnTo>
                <a:lnTo>
                  <a:pt x="38269" y="69615"/>
                </a:lnTo>
                <a:lnTo>
                  <a:pt x="38269" y="66154"/>
                </a:lnTo>
                <a:lnTo>
                  <a:pt x="38654" y="65385"/>
                </a:lnTo>
                <a:lnTo>
                  <a:pt x="38654" y="63846"/>
                </a:lnTo>
                <a:lnTo>
                  <a:pt x="38846" y="63654"/>
                </a:lnTo>
                <a:lnTo>
                  <a:pt x="39038" y="63462"/>
                </a:lnTo>
                <a:lnTo>
                  <a:pt x="39038" y="62308"/>
                </a:lnTo>
                <a:lnTo>
                  <a:pt x="39423" y="61538"/>
                </a:lnTo>
                <a:lnTo>
                  <a:pt x="41731" y="59231"/>
                </a:lnTo>
                <a:lnTo>
                  <a:pt x="40577" y="58077"/>
                </a:lnTo>
                <a:lnTo>
                  <a:pt x="40192" y="57308"/>
                </a:lnTo>
                <a:lnTo>
                  <a:pt x="40192" y="56923"/>
                </a:lnTo>
                <a:lnTo>
                  <a:pt x="40192" y="56538"/>
                </a:lnTo>
                <a:lnTo>
                  <a:pt x="40000" y="56346"/>
                </a:lnTo>
                <a:lnTo>
                  <a:pt x="39808" y="56154"/>
                </a:lnTo>
                <a:lnTo>
                  <a:pt x="39808" y="54231"/>
                </a:lnTo>
                <a:lnTo>
                  <a:pt x="40000" y="54038"/>
                </a:lnTo>
                <a:lnTo>
                  <a:pt x="40192" y="53846"/>
                </a:lnTo>
                <a:lnTo>
                  <a:pt x="40192" y="53462"/>
                </a:lnTo>
                <a:lnTo>
                  <a:pt x="40192" y="53077"/>
                </a:lnTo>
                <a:lnTo>
                  <a:pt x="40962" y="51538"/>
                </a:lnTo>
                <a:lnTo>
                  <a:pt x="40769" y="51346"/>
                </a:lnTo>
                <a:lnTo>
                  <a:pt x="40385" y="51346"/>
                </a:lnTo>
                <a:lnTo>
                  <a:pt x="39231" y="52500"/>
                </a:lnTo>
                <a:lnTo>
                  <a:pt x="37692" y="53269"/>
                </a:lnTo>
                <a:lnTo>
                  <a:pt x="35769" y="53269"/>
                </a:lnTo>
                <a:lnTo>
                  <a:pt x="35577" y="53077"/>
                </a:lnTo>
                <a:lnTo>
                  <a:pt x="35385" y="52885"/>
                </a:lnTo>
                <a:lnTo>
                  <a:pt x="35000" y="52885"/>
                </a:lnTo>
                <a:lnTo>
                  <a:pt x="34615" y="52885"/>
                </a:lnTo>
                <a:lnTo>
                  <a:pt x="33077" y="52115"/>
                </a:lnTo>
                <a:lnTo>
                  <a:pt x="31346" y="50000"/>
                </a:lnTo>
                <a:lnTo>
                  <a:pt x="30962" y="49231"/>
                </a:lnTo>
                <a:lnTo>
                  <a:pt x="30962" y="48846"/>
                </a:lnTo>
                <a:lnTo>
                  <a:pt x="30962" y="48462"/>
                </a:lnTo>
                <a:lnTo>
                  <a:pt x="30769" y="48269"/>
                </a:lnTo>
                <a:lnTo>
                  <a:pt x="30577" y="48077"/>
                </a:lnTo>
                <a:lnTo>
                  <a:pt x="30577" y="46923"/>
                </a:lnTo>
                <a:lnTo>
                  <a:pt x="30385" y="46731"/>
                </a:lnTo>
                <a:lnTo>
                  <a:pt x="30192" y="46538"/>
                </a:lnTo>
                <a:lnTo>
                  <a:pt x="30192" y="46154"/>
                </a:lnTo>
                <a:lnTo>
                  <a:pt x="30192" y="45769"/>
                </a:lnTo>
                <a:lnTo>
                  <a:pt x="30000" y="45577"/>
                </a:lnTo>
                <a:lnTo>
                  <a:pt x="29615" y="45577"/>
                </a:lnTo>
                <a:lnTo>
                  <a:pt x="29423" y="45769"/>
                </a:lnTo>
                <a:lnTo>
                  <a:pt x="29231" y="45962"/>
                </a:lnTo>
                <a:lnTo>
                  <a:pt x="28846" y="45962"/>
                </a:lnTo>
                <a:lnTo>
                  <a:pt x="28462" y="45962"/>
                </a:lnTo>
                <a:lnTo>
                  <a:pt x="28269" y="46154"/>
                </a:lnTo>
                <a:lnTo>
                  <a:pt x="28077" y="46346"/>
                </a:lnTo>
                <a:lnTo>
                  <a:pt x="26154" y="46731"/>
                </a:lnTo>
                <a:lnTo>
                  <a:pt x="23846" y="47885"/>
                </a:lnTo>
                <a:lnTo>
                  <a:pt x="22115" y="49615"/>
                </a:lnTo>
                <a:lnTo>
                  <a:pt x="22115" y="50000"/>
                </a:lnTo>
                <a:lnTo>
                  <a:pt x="20962" y="51538"/>
                </a:lnTo>
                <a:lnTo>
                  <a:pt x="20962" y="51923"/>
                </a:lnTo>
                <a:lnTo>
                  <a:pt x="20962" y="52308"/>
                </a:lnTo>
                <a:lnTo>
                  <a:pt x="20769" y="52500"/>
                </a:lnTo>
                <a:lnTo>
                  <a:pt x="20577" y="52692"/>
                </a:lnTo>
                <a:lnTo>
                  <a:pt x="20577" y="54231"/>
                </a:lnTo>
                <a:lnTo>
                  <a:pt x="20385" y="54423"/>
                </a:lnTo>
                <a:lnTo>
                  <a:pt x="20192" y="54615"/>
                </a:lnTo>
                <a:lnTo>
                  <a:pt x="20192" y="70769"/>
                </a:lnTo>
                <a:lnTo>
                  <a:pt x="20000" y="70962"/>
                </a:lnTo>
                <a:lnTo>
                  <a:pt x="19038" y="70769"/>
                </a:lnTo>
                <a:lnTo>
                  <a:pt x="19038" y="53846"/>
                </a:lnTo>
                <a:lnTo>
                  <a:pt x="19231" y="53654"/>
                </a:lnTo>
                <a:lnTo>
                  <a:pt x="19423" y="53462"/>
                </a:lnTo>
                <a:lnTo>
                  <a:pt x="19423" y="52308"/>
                </a:lnTo>
                <a:lnTo>
                  <a:pt x="19615" y="52115"/>
                </a:lnTo>
                <a:lnTo>
                  <a:pt x="19808" y="51923"/>
                </a:lnTo>
                <a:lnTo>
                  <a:pt x="19808" y="51538"/>
                </a:lnTo>
                <a:lnTo>
                  <a:pt x="19808" y="51154"/>
                </a:lnTo>
                <a:lnTo>
                  <a:pt x="20577" y="49615"/>
                </a:lnTo>
                <a:lnTo>
                  <a:pt x="22692" y="47500"/>
                </a:lnTo>
                <a:lnTo>
                  <a:pt x="23846" y="47115"/>
                </a:lnTo>
                <a:lnTo>
                  <a:pt x="24615" y="46346"/>
                </a:lnTo>
                <a:lnTo>
                  <a:pt x="25577" y="46154"/>
                </a:lnTo>
                <a:lnTo>
                  <a:pt x="25577" y="45769"/>
                </a:lnTo>
                <a:lnTo>
                  <a:pt x="25577" y="45385"/>
                </a:lnTo>
                <a:lnTo>
                  <a:pt x="24808" y="43846"/>
                </a:lnTo>
                <a:lnTo>
                  <a:pt x="24808" y="40000"/>
                </a:lnTo>
                <a:lnTo>
                  <a:pt x="25577" y="38846"/>
                </a:lnTo>
                <a:lnTo>
                  <a:pt x="25577" y="38462"/>
                </a:lnTo>
                <a:lnTo>
                  <a:pt x="25577" y="38077"/>
                </a:lnTo>
                <a:lnTo>
                  <a:pt x="25769" y="37885"/>
                </a:lnTo>
                <a:lnTo>
                  <a:pt x="25962" y="37692"/>
                </a:lnTo>
                <a:lnTo>
                  <a:pt x="25962" y="37308"/>
                </a:lnTo>
                <a:lnTo>
                  <a:pt x="25962" y="36923"/>
                </a:lnTo>
                <a:lnTo>
                  <a:pt x="26154" y="36731"/>
                </a:lnTo>
                <a:lnTo>
                  <a:pt x="26346" y="36538"/>
                </a:lnTo>
                <a:lnTo>
                  <a:pt x="26346" y="36154"/>
                </a:lnTo>
                <a:lnTo>
                  <a:pt x="26346" y="35769"/>
                </a:lnTo>
                <a:lnTo>
                  <a:pt x="27115" y="34231"/>
                </a:lnTo>
                <a:lnTo>
                  <a:pt x="27115" y="30000"/>
                </a:lnTo>
                <a:lnTo>
                  <a:pt x="27308" y="29808"/>
                </a:lnTo>
                <a:lnTo>
                  <a:pt x="27500" y="29615"/>
                </a:lnTo>
                <a:lnTo>
                  <a:pt x="27500" y="28462"/>
                </a:lnTo>
                <a:lnTo>
                  <a:pt x="27692" y="28269"/>
                </a:lnTo>
                <a:lnTo>
                  <a:pt x="27885" y="28077"/>
                </a:lnTo>
                <a:lnTo>
                  <a:pt x="27885" y="27692"/>
                </a:lnTo>
                <a:lnTo>
                  <a:pt x="27885" y="27308"/>
                </a:lnTo>
                <a:lnTo>
                  <a:pt x="29038" y="25000"/>
                </a:lnTo>
                <a:lnTo>
                  <a:pt x="30769" y="23269"/>
                </a:lnTo>
                <a:lnTo>
                  <a:pt x="31154" y="23269"/>
                </a:lnTo>
                <a:lnTo>
                  <a:pt x="31923" y="22500"/>
                </a:lnTo>
                <a:lnTo>
                  <a:pt x="32692" y="22115"/>
                </a:lnTo>
                <a:lnTo>
                  <a:pt x="33077" y="22115"/>
                </a:lnTo>
                <a:lnTo>
                  <a:pt x="33462" y="22115"/>
                </a:lnTo>
                <a:lnTo>
                  <a:pt x="33654" y="21923"/>
                </a:lnTo>
                <a:lnTo>
                  <a:pt x="33846" y="21731"/>
                </a:lnTo>
                <a:lnTo>
                  <a:pt x="35385" y="21731"/>
                </a:lnTo>
                <a:lnTo>
                  <a:pt x="35577" y="21538"/>
                </a:lnTo>
                <a:lnTo>
                  <a:pt x="35769" y="21346"/>
                </a:lnTo>
                <a:lnTo>
                  <a:pt x="36538" y="21731"/>
                </a:lnTo>
                <a:lnTo>
                  <a:pt x="38077" y="21731"/>
                </a:lnTo>
                <a:lnTo>
                  <a:pt x="39231" y="22500"/>
                </a:lnTo>
                <a:lnTo>
                  <a:pt x="40769" y="22500"/>
                </a:lnTo>
                <a:lnTo>
                  <a:pt x="41538" y="22885"/>
                </a:lnTo>
                <a:lnTo>
                  <a:pt x="43654" y="24615"/>
                </a:lnTo>
                <a:lnTo>
                  <a:pt x="43654" y="25000"/>
                </a:lnTo>
                <a:lnTo>
                  <a:pt x="44423" y="25769"/>
                </a:lnTo>
                <a:lnTo>
                  <a:pt x="45192" y="27308"/>
                </a:lnTo>
                <a:lnTo>
                  <a:pt x="45192" y="27692"/>
                </a:lnTo>
                <a:lnTo>
                  <a:pt x="45192" y="28077"/>
                </a:lnTo>
                <a:lnTo>
                  <a:pt x="45385" y="28269"/>
                </a:lnTo>
                <a:lnTo>
                  <a:pt x="45577" y="28462"/>
                </a:lnTo>
                <a:lnTo>
                  <a:pt x="45577" y="31538"/>
                </a:lnTo>
                <a:lnTo>
                  <a:pt x="45769" y="31731"/>
                </a:lnTo>
                <a:lnTo>
                  <a:pt x="45962" y="31923"/>
                </a:lnTo>
                <a:lnTo>
                  <a:pt x="45962" y="35000"/>
                </a:lnTo>
                <a:lnTo>
                  <a:pt x="46154" y="35192"/>
                </a:lnTo>
                <a:lnTo>
                  <a:pt x="46346" y="35385"/>
                </a:lnTo>
                <a:lnTo>
                  <a:pt x="46346" y="36538"/>
                </a:lnTo>
                <a:lnTo>
                  <a:pt x="46538" y="36731"/>
                </a:lnTo>
                <a:lnTo>
                  <a:pt x="46731" y="36923"/>
                </a:lnTo>
                <a:lnTo>
                  <a:pt x="46731" y="38077"/>
                </a:lnTo>
                <a:lnTo>
                  <a:pt x="47115" y="38846"/>
                </a:lnTo>
                <a:lnTo>
                  <a:pt x="48077" y="39038"/>
                </a:lnTo>
                <a:lnTo>
                  <a:pt x="48269" y="38846"/>
                </a:lnTo>
                <a:lnTo>
                  <a:pt x="48462" y="38654"/>
                </a:lnTo>
                <a:lnTo>
                  <a:pt x="51538" y="38654"/>
                </a:lnTo>
                <a:lnTo>
                  <a:pt x="51731" y="38846"/>
                </a:lnTo>
                <a:lnTo>
                  <a:pt x="51923" y="39038"/>
                </a:lnTo>
                <a:lnTo>
                  <a:pt x="53846" y="39423"/>
                </a:lnTo>
                <a:lnTo>
                  <a:pt x="55385" y="40577"/>
                </a:lnTo>
                <a:lnTo>
                  <a:pt x="55769" y="40577"/>
                </a:lnTo>
                <a:lnTo>
                  <a:pt x="56731" y="41538"/>
                </a:lnTo>
                <a:lnTo>
                  <a:pt x="56731" y="41923"/>
                </a:lnTo>
                <a:lnTo>
                  <a:pt x="57500" y="42692"/>
                </a:lnTo>
                <a:lnTo>
                  <a:pt x="57500" y="43077"/>
                </a:lnTo>
                <a:lnTo>
                  <a:pt x="57500" y="43462"/>
                </a:lnTo>
                <a:lnTo>
                  <a:pt x="58077" y="44423"/>
                </a:lnTo>
                <a:lnTo>
                  <a:pt x="58846" y="44038"/>
                </a:lnTo>
                <a:lnTo>
                  <a:pt x="59615" y="44423"/>
                </a:lnTo>
                <a:lnTo>
                  <a:pt x="61731" y="43077"/>
                </a:lnTo>
                <a:lnTo>
                  <a:pt x="62115" y="41154"/>
                </a:lnTo>
                <a:lnTo>
                  <a:pt x="60577" y="39615"/>
                </a:lnTo>
                <a:lnTo>
                  <a:pt x="60577" y="39231"/>
                </a:lnTo>
                <a:lnTo>
                  <a:pt x="59808" y="38462"/>
                </a:lnTo>
                <a:lnTo>
                  <a:pt x="59808" y="38077"/>
                </a:lnTo>
                <a:lnTo>
                  <a:pt x="59808" y="37692"/>
                </a:lnTo>
                <a:lnTo>
                  <a:pt x="59231" y="37115"/>
                </a:lnTo>
                <a:lnTo>
                  <a:pt x="58846" y="37115"/>
                </a:lnTo>
                <a:lnTo>
                  <a:pt x="58462" y="37115"/>
                </a:lnTo>
                <a:lnTo>
                  <a:pt x="57500" y="36154"/>
                </a:lnTo>
                <a:lnTo>
                  <a:pt x="56731" y="33462"/>
                </a:lnTo>
                <a:lnTo>
                  <a:pt x="56923" y="33269"/>
                </a:lnTo>
                <a:lnTo>
                  <a:pt x="57115" y="33077"/>
                </a:lnTo>
                <a:lnTo>
                  <a:pt x="57115" y="32692"/>
                </a:lnTo>
                <a:lnTo>
                  <a:pt x="57115" y="32308"/>
                </a:lnTo>
                <a:lnTo>
                  <a:pt x="58654" y="31154"/>
                </a:lnTo>
                <a:lnTo>
                  <a:pt x="58269" y="30385"/>
                </a:lnTo>
                <a:lnTo>
                  <a:pt x="58269" y="28462"/>
                </a:lnTo>
                <a:lnTo>
                  <a:pt x="57885" y="27692"/>
                </a:lnTo>
                <a:lnTo>
                  <a:pt x="58077" y="27500"/>
                </a:lnTo>
                <a:lnTo>
                  <a:pt x="58269" y="27308"/>
                </a:lnTo>
                <a:lnTo>
                  <a:pt x="58269" y="25769"/>
                </a:lnTo>
                <a:lnTo>
                  <a:pt x="59038" y="24231"/>
                </a:lnTo>
                <a:lnTo>
                  <a:pt x="61154" y="21731"/>
                </a:lnTo>
                <a:lnTo>
                  <a:pt x="63462" y="20577"/>
                </a:lnTo>
                <a:lnTo>
                  <a:pt x="64423" y="20385"/>
                </a:lnTo>
                <a:close/>
                <a:moveTo>
                  <a:pt x="66154" y="20962"/>
                </a:moveTo>
                <a:lnTo>
                  <a:pt x="65962" y="21154"/>
                </a:lnTo>
                <a:lnTo>
                  <a:pt x="65769" y="21346"/>
                </a:lnTo>
                <a:lnTo>
                  <a:pt x="64615" y="21346"/>
                </a:lnTo>
                <a:lnTo>
                  <a:pt x="64423" y="21538"/>
                </a:lnTo>
                <a:lnTo>
                  <a:pt x="64231" y="21731"/>
                </a:lnTo>
                <a:lnTo>
                  <a:pt x="63846" y="21731"/>
                </a:lnTo>
                <a:lnTo>
                  <a:pt x="63462" y="21731"/>
                </a:lnTo>
                <a:lnTo>
                  <a:pt x="62692" y="22115"/>
                </a:lnTo>
                <a:lnTo>
                  <a:pt x="60192" y="24231"/>
                </a:lnTo>
                <a:lnTo>
                  <a:pt x="59423" y="25769"/>
                </a:lnTo>
                <a:lnTo>
                  <a:pt x="59423" y="26923"/>
                </a:lnTo>
                <a:lnTo>
                  <a:pt x="59231" y="27115"/>
                </a:lnTo>
                <a:lnTo>
                  <a:pt x="59038" y="27308"/>
                </a:lnTo>
                <a:lnTo>
                  <a:pt x="59038" y="28846"/>
                </a:lnTo>
                <a:lnTo>
                  <a:pt x="59231" y="29038"/>
                </a:lnTo>
                <a:lnTo>
                  <a:pt x="59423" y="29231"/>
                </a:lnTo>
                <a:lnTo>
                  <a:pt x="59423" y="29615"/>
                </a:lnTo>
                <a:lnTo>
                  <a:pt x="59423" y="30000"/>
                </a:lnTo>
                <a:lnTo>
                  <a:pt x="59615" y="30192"/>
                </a:lnTo>
                <a:lnTo>
                  <a:pt x="60000" y="30192"/>
                </a:lnTo>
                <a:lnTo>
                  <a:pt x="60962" y="28077"/>
                </a:lnTo>
                <a:lnTo>
                  <a:pt x="62692" y="26346"/>
                </a:lnTo>
                <a:lnTo>
                  <a:pt x="63077" y="26346"/>
                </a:lnTo>
                <a:lnTo>
                  <a:pt x="64615" y="27500"/>
                </a:lnTo>
                <a:lnTo>
                  <a:pt x="65769" y="27500"/>
                </a:lnTo>
                <a:lnTo>
                  <a:pt x="65962" y="27692"/>
                </a:lnTo>
                <a:lnTo>
                  <a:pt x="66154" y="27885"/>
                </a:lnTo>
                <a:lnTo>
                  <a:pt x="66923" y="27500"/>
                </a:lnTo>
                <a:lnTo>
                  <a:pt x="67308" y="27500"/>
                </a:lnTo>
                <a:lnTo>
                  <a:pt x="67692" y="27500"/>
                </a:lnTo>
                <a:lnTo>
                  <a:pt x="69231" y="26346"/>
                </a:lnTo>
                <a:lnTo>
                  <a:pt x="70000" y="25962"/>
                </a:lnTo>
                <a:lnTo>
                  <a:pt x="70385" y="25962"/>
                </a:lnTo>
                <a:lnTo>
                  <a:pt x="70769" y="25962"/>
                </a:lnTo>
                <a:lnTo>
                  <a:pt x="72500" y="29615"/>
                </a:lnTo>
                <a:lnTo>
                  <a:pt x="73846" y="30962"/>
                </a:lnTo>
                <a:lnTo>
                  <a:pt x="74038" y="30769"/>
                </a:lnTo>
                <a:lnTo>
                  <a:pt x="74038" y="26154"/>
                </a:lnTo>
                <a:lnTo>
                  <a:pt x="73269" y="24615"/>
                </a:lnTo>
                <a:lnTo>
                  <a:pt x="70769" y="22115"/>
                </a:lnTo>
                <a:lnTo>
                  <a:pt x="69231" y="21346"/>
                </a:lnTo>
                <a:lnTo>
                  <a:pt x="68077" y="21346"/>
                </a:lnTo>
                <a:lnTo>
                  <a:pt x="67885" y="21154"/>
                </a:lnTo>
                <a:lnTo>
                  <a:pt x="67692" y="20962"/>
                </a:lnTo>
                <a:lnTo>
                  <a:pt x="66154" y="20962"/>
                </a:lnTo>
                <a:close/>
                <a:moveTo>
                  <a:pt x="34615" y="22500"/>
                </a:moveTo>
                <a:lnTo>
                  <a:pt x="34423" y="22692"/>
                </a:lnTo>
                <a:lnTo>
                  <a:pt x="34231" y="22885"/>
                </a:lnTo>
                <a:lnTo>
                  <a:pt x="33846" y="22885"/>
                </a:lnTo>
                <a:lnTo>
                  <a:pt x="33462" y="22885"/>
                </a:lnTo>
                <a:lnTo>
                  <a:pt x="31923" y="23654"/>
                </a:lnTo>
                <a:lnTo>
                  <a:pt x="30192" y="25385"/>
                </a:lnTo>
                <a:lnTo>
                  <a:pt x="30192" y="25769"/>
                </a:lnTo>
                <a:lnTo>
                  <a:pt x="29423" y="26538"/>
                </a:lnTo>
                <a:lnTo>
                  <a:pt x="29038" y="27308"/>
                </a:lnTo>
                <a:lnTo>
                  <a:pt x="29038" y="27692"/>
                </a:lnTo>
                <a:lnTo>
                  <a:pt x="29038" y="28077"/>
                </a:lnTo>
                <a:lnTo>
                  <a:pt x="28846" y="28269"/>
                </a:lnTo>
                <a:lnTo>
                  <a:pt x="28654" y="28462"/>
                </a:lnTo>
                <a:lnTo>
                  <a:pt x="28654" y="29615"/>
                </a:lnTo>
                <a:lnTo>
                  <a:pt x="28462" y="29808"/>
                </a:lnTo>
                <a:lnTo>
                  <a:pt x="28269" y="30000"/>
                </a:lnTo>
                <a:lnTo>
                  <a:pt x="28269" y="33846"/>
                </a:lnTo>
                <a:lnTo>
                  <a:pt x="28462" y="34038"/>
                </a:lnTo>
                <a:lnTo>
                  <a:pt x="28846" y="34038"/>
                </a:lnTo>
                <a:lnTo>
                  <a:pt x="29231" y="32885"/>
                </a:lnTo>
                <a:lnTo>
                  <a:pt x="30385" y="32885"/>
                </a:lnTo>
                <a:lnTo>
                  <a:pt x="30577" y="32692"/>
                </a:lnTo>
                <a:lnTo>
                  <a:pt x="30769" y="32500"/>
                </a:lnTo>
                <a:lnTo>
                  <a:pt x="31154" y="32500"/>
                </a:lnTo>
                <a:lnTo>
                  <a:pt x="31538" y="32500"/>
                </a:lnTo>
                <a:lnTo>
                  <a:pt x="31731" y="32308"/>
                </a:lnTo>
                <a:lnTo>
                  <a:pt x="31923" y="32115"/>
                </a:lnTo>
                <a:lnTo>
                  <a:pt x="33846" y="31731"/>
                </a:lnTo>
                <a:lnTo>
                  <a:pt x="35385" y="30577"/>
                </a:lnTo>
                <a:lnTo>
                  <a:pt x="35769" y="30577"/>
                </a:lnTo>
                <a:lnTo>
                  <a:pt x="37115" y="29231"/>
                </a:lnTo>
                <a:lnTo>
                  <a:pt x="38077" y="27115"/>
                </a:lnTo>
                <a:lnTo>
                  <a:pt x="38269" y="26923"/>
                </a:lnTo>
                <a:lnTo>
                  <a:pt x="38462" y="26731"/>
                </a:lnTo>
                <a:lnTo>
                  <a:pt x="38846" y="26731"/>
                </a:lnTo>
                <a:lnTo>
                  <a:pt x="39038" y="26923"/>
                </a:lnTo>
                <a:lnTo>
                  <a:pt x="39038" y="28846"/>
                </a:lnTo>
                <a:lnTo>
                  <a:pt x="39423" y="29615"/>
                </a:lnTo>
                <a:lnTo>
                  <a:pt x="41923" y="32115"/>
                </a:lnTo>
                <a:lnTo>
                  <a:pt x="44615" y="33269"/>
                </a:lnTo>
                <a:lnTo>
                  <a:pt x="44808" y="33077"/>
                </a:lnTo>
                <a:lnTo>
                  <a:pt x="44808" y="30000"/>
                </a:lnTo>
                <a:lnTo>
                  <a:pt x="44615" y="29808"/>
                </a:lnTo>
                <a:lnTo>
                  <a:pt x="44423" y="29615"/>
                </a:lnTo>
                <a:lnTo>
                  <a:pt x="44423" y="28462"/>
                </a:lnTo>
                <a:lnTo>
                  <a:pt x="43654" y="27308"/>
                </a:lnTo>
                <a:lnTo>
                  <a:pt x="43654" y="26923"/>
                </a:lnTo>
                <a:lnTo>
                  <a:pt x="43654" y="26538"/>
                </a:lnTo>
                <a:lnTo>
                  <a:pt x="42885" y="25769"/>
                </a:lnTo>
                <a:lnTo>
                  <a:pt x="42885" y="25385"/>
                </a:lnTo>
                <a:lnTo>
                  <a:pt x="41538" y="24038"/>
                </a:lnTo>
                <a:lnTo>
                  <a:pt x="40769" y="23654"/>
                </a:lnTo>
                <a:lnTo>
                  <a:pt x="39231" y="23654"/>
                </a:lnTo>
                <a:lnTo>
                  <a:pt x="37692" y="22500"/>
                </a:lnTo>
                <a:lnTo>
                  <a:pt x="34615" y="22500"/>
                </a:lnTo>
                <a:close/>
                <a:moveTo>
                  <a:pt x="63077" y="27500"/>
                </a:moveTo>
                <a:lnTo>
                  <a:pt x="62115" y="28462"/>
                </a:lnTo>
                <a:lnTo>
                  <a:pt x="62115" y="28846"/>
                </a:lnTo>
                <a:lnTo>
                  <a:pt x="61346" y="29615"/>
                </a:lnTo>
                <a:lnTo>
                  <a:pt x="60577" y="31154"/>
                </a:lnTo>
                <a:lnTo>
                  <a:pt x="59423" y="31923"/>
                </a:lnTo>
                <a:lnTo>
                  <a:pt x="59423" y="33077"/>
                </a:lnTo>
                <a:lnTo>
                  <a:pt x="59615" y="33269"/>
                </a:lnTo>
                <a:lnTo>
                  <a:pt x="59808" y="33462"/>
                </a:lnTo>
                <a:lnTo>
                  <a:pt x="59808" y="35000"/>
                </a:lnTo>
                <a:lnTo>
                  <a:pt x="60000" y="35192"/>
                </a:lnTo>
                <a:lnTo>
                  <a:pt x="60192" y="35385"/>
                </a:lnTo>
                <a:lnTo>
                  <a:pt x="60577" y="37308"/>
                </a:lnTo>
                <a:lnTo>
                  <a:pt x="61346" y="38846"/>
                </a:lnTo>
                <a:lnTo>
                  <a:pt x="63846" y="41346"/>
                </a:lnTo>
                <a:lnTo>
                  <a:pt x="65385" y="42115"/>
                </a:lnTo>
                <a:lnTo>
                  <a:pt x="67308" y="42115"/>
                </a:lnTo>
                <a:lnTo>
                  <a:pt x="69615" y="40962"/>
                </a:lnTo>
                <a:lnTo>
                  <a:pt x="71731" y="38846"/>
                </a:lnTo>
                <a:lnTo>
                  <a:pt x="71731" y="38462"/>
                </a:lnTo>
                <a:lnTo>
                  <a:pt x="72500" y="37692"/>
                </a:lnTo>
                <a:lnTo>
                  <a:pt x="72500" y="37308"/>
                </a:lnTo>
                <a:lnTo>
                  <a:pt x="72500" y="36923"/>
                </a:lnTo>
                <a:lnTo>
                  <a:pt x="73269" y="35385"/>
                </a:lnTo>
                <a:lnTo>
                  <a:pt x="73269" y="34231"/>
                </a:lnTo>
                <a:lnTo>
                  <a:pt x="73462" y="34038"/>
                </a:lnTo>
                <a:lnTo>
                  <a:pt x="73654" y="33846"/>
                </a:lnTo>
                <a:lnTo>
                  <a:pt x="73654" y="31923"/>
                </a:lnTo>
                <a:lnTo>
                  <a:pt x="73462" y="31731"/>
                </a:lnTo>
                <a:lnTo>
                  <a:pt x="73077" y="31731"/>
                </a:lnTo>
                <a:lnTo>
                  <a:pt x="71731" y="30385"/>
                </a:lnTo>
                <a:lnTo>
                  <a:pt x="70385" y="27500"/>
                </a:lnTo>
                <a:lnTo>
                  <a:pt x="70000" y="27500"/>
                </a:lnTo>
                <a:lnTo>
                  <a:pt x="69615" y="27500"/>
                </a:lnTo>
                <a:lnTo>
                  <a:pt x="68462" y="28269"/>
                </a:lnTo>
                <a:lnTo>
                  <a:pt x="64231" y="28269"/>
                </a:lnTo>
                <a:lnTo>
                  <a:pt x="63462" y="27500"/>
                </a:lnTo>
                <a:lnTo>
                  <a:pt x="63077" y="27500"/>
                </a:lnTo>
                <a:close/>
                <a:moveTo>
                  <a:pt x="38077" y="29423"/>
                </a:moveTo>
                <a:lnTo>
                  <a:pt x="35385" y="32115"/>
                </a:lnTo>
                <a:lnTo>
                  <a:pt x="33846" y="32885"/>
                </a:lnTo>
                <a:lnTo>
                  <a:pt x="33462" y="32885"/>
                </a:lnTo>
                <a:lnTo>
                  <a:pt x="33077" y="32885"/>
                </a:lnTo>
                <a:lnTo>
                  <a:pt x="32885" y="33077"/>
                </a:lnTo>
                <a:lnTo>
                  <a:pt x="32692" y="33269"/>
                </a:lnTo>
                <a:lnTo>
                  <a:pt x="30769" y="33654"/>
                </a:lnTo>
                <a:lnTo>
                  <a:pt x="30192" y="34231"/>
                </a:lnTo>
                <a:lnTo>
                  <a:pt x="30577" y="35000"/>
                </a:lnTo>
                <a:lnTo>
                  <a:pt x="30577" y="36538"/>
                </a:lnTo>
                <a:lnTo>
                  <a:pt x="30769" y="36731"/>
                </a:lnTo>
                <a:lnTo>
                  <a:pt x="30962" y="36923"/>
                </a:lnTo>
                <a:lnTo>
                  <a:pt x="30962" y="37308"/>
                </a:lnTo>
                <a:lnTo>
                  <a:pt x="30962" y="37692"/>
                </a:lnTo>
                <a:lnTo>
                  <a:pt x="31731" y="39231"/>
                </a:lnTo>
                <a:lnTo>
                  <a:pt x="32885" y="40385"/>
                </a:lnTo>
                <a:lnTo>
                  <a:pt x="32885" y="40769"/>
                </a:lnTo>
                <a:lnTo>
                  <a:pt x="33077" y="40962"/>
                </a:lnTo>
                <a:lnTo>
                  <a:pt x="33462" y="40962"/>
                </a:lnTo>
                <a:lnTo>
                  <a:pt x="34231" y="41731"/>
                </a:lnTo>
                <a:lnTo>
                  <a:pt x="34615" y="41731"/>
                </a:lnTo>
                <a:lnTo>
                  <a:pt x="34808" y="41923"/>
                </a:lnTo>
                <a:lnTo>
                  <a:pt x="35000" y="42115"/>
                </a:lnTo>
                <a:lnTo>
                  <a:pt x="37692" y="42115"/>
                </a:lnTo>
                <a:lnTo>
                  <a:pt x="38462" y="41731"/>
                </a:lnTo>
                <a:lnTo>
                  <a:pt x="39615" y="40577"/>
                </a:lnTo>
                <a:lnTo>
                  <a:pt x="40000" y="40577"/>
                </a:lnTo>
                <a:lnTo>
                  <a:pt x="40962" y="39615"/>
                </a:lnTo>
                <a:lnTo>
                  <a:pt x="41731" y="38077"/>
                </a:lnTo>
                <a:lnTo>
                  <a:pt x="42115" y="36154"/>
                </a:lnTo>
                <a:lnTo>
                  <a:pt x="42308" y="35962"/>
                </a:lnTo>
                <a:lnTo>
                  <a:pt x="42500" y="35769"/>
                </a:lnTo>
                <a:lnTo>
                  <a:pt x="42500" y="33462"/>
                </a:lnTo>
                <a:lnTo>
                  <a:pt x="41154" y="32885"/>
                </a:lnTo>
                <a:lnTo>
                  <a:pt x="39423" y="31154"/>
                </a:lnTo>
                <a:lnTo>
                  <a:pt x="38654" y="29615"/>
                </a:lnTo>
                <a:lnTo>
                  <a:pt x="38462" y="29423"/>
                </a:lnTo>
                <a:lnTo>
                  <a:pt x="38077" y="29423"/>
                </a:lnTo>
                <a:close/>
                <a:moveTo>
                  <a:pt x="58077" y="32885"/>
                </a:moveTo>
                <a:lnTo>
                  <a:pt x="57500" y="33846"/>
                </a:lnTo>
                <a:lnTo>
                  <a:pt x="57692" y="34038"/>
                </a:lnTo>
                <a:lnTo>
                  <a:pt x="57885" y="34231"/>
                </a:lnTo>
                <a:lnTo>
                  <a:pt x="57885" y="34615"/>
                </a:lnTo>
                <a:lnTo>
                  <a:pt x="57885" y="35000"/>
                </a:lnTo>
                <a:lnTo>
                  <a:pt x="58462" y="35962"/>
                </a:lnTo>
                <a:lnTo>
                  <a:pt x="58846" y="35962"/>
                </a:lnTo>
                <a:lnTo>
                  <a:pt x="59038" y="35769"/>
                </a:lnTo>
                <a:lnTo>
                  <a:pt x="59038" y="35385"/>
                </a:lnTo>
                <a:lnTo>
                  <a:pt x="59038" y="35000"/>
                </a:lnTo>
                <a:lnTo>
                  <a:pt x="58846" y="34808"/>
                </a:lnTo>
                <a:lnTo>
                  <a:pt x="58654" y="34615"/>
                </a:lnTo>
                <a:lnTo>
                  <a:pt x="58654" y="33077"/>
                </a:lnTo>
                <a:lnTo>
                  <a:pt x="58462" y="32885"/>
                </a:lnTo>
                <a:lnTo>
                  <a:pt x="58077" y="32885"/>
                </a:lnTo>
                <a:close/>
                <a:moveTo>
                  <a:pt x="74615" y="32885"/>
                </a:moveTo>
                <a:lnTo>
                  <a:pt x="74423" y="33846"/>
                </a:lnTo>
                <a:lnTo>
                  <a:pt x="74231" y="34038"/>
                </a:lnTo>
                <a:lnTo>
                  <a:pt x="74038" y="34231"/>
                </a:lnTo>
                <a:lnTo>
                  <a:pt x="74038" y="35385"/>
                </a:lnTo>
                <a:lnTo>
                  <a:pt x="74231" y="35577"/>
                </a:lnTo>
                <a:lnTo>
                  <a:pt x="74423" y="35385"/>
                </a:lnTo>
                <a:lnTo>
                  <a:pt x="74615" y="35192"/>
                </a:lnTo>
                <a:lnTo>
                  <a:pt x="75577" y="33846"/>
                </a:lnTo>
                <a:lnTo>
                  <a:pt x="75192" y="33077"/>
                </a:lnTo>
                <a:lnTo>
                  <a:pt x="75000" y="32885"/>
                </a:lnTo>
                <a:lnTo>
                  <a:pt x="74615" y="32885"/>
                </a:lnTo>
                <a:close/>
                <a:moveTo>
                  <a:pt x="43462" y="34423"/>
                </a:moveTo>
                <a:lnTo>
                  <a:pt x="43269" y="34615"/>
                </a:lnTo>
                <a:lnTo>
                  <a:pt x="43269" y="35000"/>
                </a:lnTo>
                <a:lnTo>
                  <a:pt x="43462" y="35192"/>
                </a:lnTo>
                <a:lnTo>
                  <a:pt x="43846" y="35192"/>
                </a:lnTo>
                <a:lnTo>
                  <a:pt x="44038" y="35000"/>
                </a:lnTo>
                <a:lnTo>
                  <a:pt x="44038" y="34615"/>
                </a:lnTo>
                <a:lnTo>
                  <a:pt x="43846" y="34423"/>
                </a:lnTo>
                <a:lnTo>
                  <a:pt x="43462" y="34423"/>
                </a:lnTo>
                <a:close/>
                <a:moveTo>
                  <a:pt x="28077" y="34808"/>
                </a:moveTo>
                <a:lnTo>
                  <a:pt x="27885" y="35769"/>
                </a:lnTo>
                <a:lnTo>
                  <a:pt x="27692" y="35962"/>
                </a:lnTo>
                <a:lnTo>
                  <a:pt x="27500" y="36154"/>
                </a:lnTo>
                <a:lnTo>
                  <a:pt x="27500" y="36538"/>
                </a:lnTo>
                <a:lnTo>
                  <a:pt x="27500" y="36923"/>
                </a:lnTo>
                <a:lnTo>
                  <a:pt x="27308" y="37115"/>
                </a:lnTo>
                <a:lnTo>
                  <a:pt x="27115" y="37308"/>
                </a:lnTo>
                <a:lnTo>
                  <a:pt x="27115" y="37692"/>
                </a:lnTo>
                <a:lnTo>
                  <a:pt x="27115" y="38077"/>
                </a:lnTo>
                <a:lnTo>
                  <a:pt x="25962" y="40000"/>
                </a:lnTo>
                <a:lnTo>
                  <a:pt x="25962" y="43846"/>
                </a:lnTo>
                <a:lnTo>
                  <a:pt x="26154" y="44038"/>
                </a:lnTo>
                <a:lnTo>
                  <a:pt x="26346" y="44231"/>
                </a:lnTo>
                <a:lnTo>
                  <a:pt x="26538" y="45192"/>
                </a:lnTo>
                <a:lnTo>
                  <a:pt x="27692" y="45192"/>
                </a:lnTo>
                <a:lnTo>
                  <a:pt x="27885" y="45000"/>
                </a:lnTo>
                <a:lnTo>
                  <a:pt x="28077" y="44808"/>
                </a:lnTo>
                <a:lnTo>
                  <a:pt x="30000" y="44423"/>
                </a:lnTo>
                <a:lnTo>
                  <a:pt x="30385" y="44423"/>
                </a:lnTo>
                <a:lnTo>
                  <a:pt x="30769" y="44423"/>
                </a:lnTo>
                <a:lnTo>
                  <a:pt x="32115" y="43462"/>
                </a:lnTo>
                <a:lnTo>
                  <a:pt x="32115" y="41538"/>
                </a:lnTo>
                <a:lnTo>
                  <a:pt x="30577" y="39615"/>
                </a:lnTo>
                <a:lnTo>
                  <a:pt x="30192" y="38846"/>
                </a:lnTo>
                <a:lnTo>
                  <a:pt x="30192" y="38462"/>
                </a:lnTo>
                <a:lnTo>
                  <a:pt x="30192" y="38077"/>
                </a:lnTo>
                <a:lnTo>
                  <a:pt x="28654" y="36538"/>
                </a:lnTo>
                <a:lnTo>
                  <a:pt x="28654" y="36154"/>
                </a:lnTo>
                <a:lnTo>
                  <a:pt x="28846" y="35962"/>
                </a:lnTo>
                <a:lnTo>
                  <a:pt x="29231" y="35962"/>
                </a:lnTo>
                <a:lnTo>
                  <a:pt x="29423" y="35769"/>
                </a:lnTo>
                <a:lnTo>
                  <a:pt x="29423" y="35385"/>
                </a:lnTo>
                <a:lnTo>
                  <a:pt x="28077" y="34808"/>
                </a:lnTo>
                <a:close/>
                <a:moveTo>
                  <a:pt x="44615" y="34808"/>
                </a:moveTo>
                <a:lnTo>
                  <a:pt x="44423" y="36154"/>
                </a:lnTo>
                <a:lnTo>
                  <a:pt x="42885" y="37308"/>
                </a:lnTo>
                <a:lnTo>
                  <a:pt x="41731" y="40000"/>
                </a:lnTo>
                <a:lnTo>
                  <a:pt x="40577" y="41154"/>
                </a:lnTo>
                <a:lnTo>
                  <a:pt x="40577" y="43462"/>
                </a:lnTo>
                <a:lnTo>
                  <a:pt x="41538" y="44423"/>
                </a:lnTo>
                <a:lnTo>
                  <a:pt x="41923" y="44423"/>
                </a:lnTo>
                <a:lnTo>
                  <a:pt x="42500" y="43846"/>
                </a:lnTo>
                <a:lnTo>
                  <a:pt x="42500" y="43462"/>
                </a:lnTo>
                <a:lnTo>
                  <a:pt x="42500" y="43077"/>
                </a:lnTo>
                <a:lnTo>
                  <a:pt x="45962" y="39615"/>
                </a:lnTo>
                <a:lnTo>
                  <a:pt x="45962" y="37692"/>
                </a:lnTo>
                <a:lnTo>
                  <a:pt x="45769" y="37500"/>
                </a:lnTo>
                <a:lnTo>
                  <a:pt x="45577" y="37308"/>
                </a:lnTo>
                <a:lnTo>
                  <a:pt x="45577" y="35385"/>
                </a:lnTo>
                <a:lnTo>
                  <a:pt x="45000" y="34808"/>
                </a:lnTo>
                <a:lnTo>
                  <a:pt x="44615" y="34808"/>
                </a:lnTo>
                <a:close/>
                <a:moveTo>
                  <a:pt x="48077" y="39808"/>
                </a:moveTo>
                <a:lnTo>
                  <a:pt x="46538" y="40577"/>
                </a:lnTo>
                <a:lnTo>
                  <a:pt x="45769" y="41346"/>
                </a:lnTo>
                <a:lnTo>
                  <a:pt x="45385" y="41346"/>
                </a:lnTo>
                <a:lnTo>
                  <a:pt x="44038" y="42692"/>
                </a:lnTo>
                <a:lnTo>
                  <a:pt x="42885" y="45000"/>
                </a:lnTo>
                <a:lnTo>
                  <a:pt x="42885" y="46923"/>
                </a:lnTo>
                <a:lnTo>
                  <a:pt x="42692" y="47115"/>
                </a:lnTo>
                <a:lnTo>
                  <a:pt x="42500" y="47308"/>
                </a:lnTo>
                <a:lnTo>
                  <a:pt x="42500" y="47692"/>
                </a:lnTo>
                <a:lnTo>
                  <a:pt x="42500" y="48077"/>
                </a:lnTo>
                <a:lnTo>
                  <a:pt x="43077" y="48654"/>
                </a:lnTo>
                <a:lnTo>
                  <a:pt x="43269" y="48462"/>
                </a:lnTo>
                <a:lnTo>
                  <a:pt x="43462" y="48269"/>
                </a:lnTo>
                <a:lnTo>
                  <a:pt x="43846" y="48269"/>
                </a:lnTo>
                <a:lnTo>
                  <a:pt x="44231" y="48269"/>
                </a:lnTo>
                <a:lnTo>
                  <a:pt x="45769" y="47500"/>
                </a:lnTo>
                <a:lnTo>
                  <a:pt x="46538" y="46731"/>
                </a:lnTo>
                <a:lnTo>
                  <a:pt x="46923" y="46731"/>
                </a:lnTo>
                <a:lnTo>
                  <a:pt x="47115" y="46538"/>
                </a:lnTo>
                <a:lnTo>
                  <a:pt x="47115" y="46154"/>
                </a:lnTo>
                <a:lnTo>
                  <a:pt x="46346" y="45769"/>
                </a:lnTo>
                <a:lnTo>
                  <a:pt x="46923" y="45192"/>
                </a:lnTo>
                <a:lnTo>
                  <a:pt x="48077" y="45192"/>
                </a:lnTo>
                <a:lnTo>
                  <a:pt x="48269" y="45385"/>
                </a:lnTo>
                <a:lnTo>
                  <a:pt x="48462" y="45577"/>
                </a:lnTo>
                <a:lnTo>
                  <a:pt x="48654" y="45385"/>
                </a:lnTo>
                <a:lnTo>
                  <a:pt x="48846" y="45192"/>
                </a:lnTo>
                <a:lnTo>
                  <a:pt x="49231" y="45192"/>
                </a:lnTo>
                <a:lnTo>
                  <a:pt x="49615" y="45192"/>
                </a:lnTo>
                <a:lnTo>
                  <a:pt x="49808" y="45385"/>
                </a:lnTo>
                <a:lnTo>
                  <a:pt x="50000" y="45577"/>
                </a:lnTo>
                <a:lnTo>
                  <a:pt x="51154" y="45192"/>
                </a:lnTo>
                <a:lnTo>
                  <a:pt x="52308" y="44038"/>
                </a:lnTo>
                <a:lnTo>
                  <a:pt x="52885" y="44615"/>
                </a:lnTo>
                <a:lnTo>
                  <a:pt x="52885" y="45000"/>
                </a:lnTo>
                <a:lnTo>
                  <a:pt x="52885" y="45385"/>
                </a:lnTo>
                <a:lnTo>
                  <a:pt x="53269" y="46154"/>
                </a:lnTo>
                <a:lnTo>
                  <a:pt x="54615" y="47500"/>
                </a:lnTo>
                <a:lnTo>
                  <a:pt x="56154" y="48269"/>
                </a:lnTo>
                <a:lnTo>
                  <a:pt x="57308" y="48269"/>
                </a:lnTo>
                <a:lnTo>
                  <a:pt x="57500" y="46923"/>
                </a:lnTo>
                <a:lnTo>
                  <a:pt x="57308" y="46731"/>
                </a:lnTo>
                <a:lnTo>
                  <a:pt x="57115" y="46538"/>
                </a:lnTo>
                <a:lnTo>
                  <a:pt x="57115" y="44615"/>
                </a:lnTo>
                <a:lnTo>
                  <a:pt x="56346" y="43077"/>
                </a:lnTo>
                <a:lnTo>
                  <a:pt x="53846" y="40577"/>
                </a:lnTo>
                <a:lnTo>
                  <a:pt x="53077" y="40192"/>
                </a:lnTo>
                <a:lnTo>
                  <a:pt x="52692" y="40192"/>
                </a:lnTo>
                <a:lnTo>
                  <a:pt x="52308" y="40192"/>
                </a:lnTo>
                <a:lnTo>
                  <a:pt x="52115" y="40000"/>
                </a:lnTo>
                <a:lnTo>
                  <a:pt x="51923" y="39808"/>
                </a:lnTo>
                <a:lnTo>
                  <a:pt x="48077" y="39808"/>
                </a:lnTo>
                <a:close/>
                <a:moveTo>
                  <a:pt x="63077" y="41731"/>
                </a:moveTo>
                <a:lnTo>
                  <a:pt x="62500" y="42308"/>
                </a:lnTo>
                <a:lnTo>
                  <a:pt x="62500" y="43462"/>
                </a:lnTo>
                <a:lnTo>
                  <a:pt x="61731" y="44231"/>
                </a:lnTo>
                <a:lnTo>
                  <a:pt x="61731" y="44615"/>
                </a:lnTo>
                <a:lnTo>
                  <a:pt x="61731" y="45000"/>
                </a:lnTo>
                <a:lnTo>
                  <a:pt x="62115" y="45769"/>
                </a:lnTo>
                <a:lnTo>
                  <a:pt x="63462" y="47115"/>
                </a:lnTo>
                <a:lnTo>
                  <a:pt x="65000" y="47885"/>
                </a:lnTo>
                <a:lnTo>
                  <a:pt x="68077" y="47885"/>
                </a:lnTo>
                <a:lnTo>
                  <a:pt x="69808" y="46923"/>
                </a:lnTo>
                <a:lnTo>
                  <a:pt x="71346" y="45385"/>
                </a:lnTo>
                <a:lnTo>
                  <a:pt x="71346" y="45000"/>
                </a:lnTo>
                <a:lnTo>
                  <a:pt x="71346" y="44615"/>
                </a:lnTo>
                <a:lnTo>
                  <a:pt x="70192" y="43462"/>
                </a:lnTo>
                <a:lnTo>
                  <a:pt x="70000" y="42115"/>
                </a:lnTo>
                <a:lnTo>
                  <a:pt x="68846" y="42115"/>
                </a:lnTo>
                <a:lnTo>
                  <a:pt x="67308" y="42885"/>
                </a:lnTo>
                <a:lnTo>
                  <a:pt x="65769" y="42885"/>
                </a:lnTo>
                <a:lnTo>
                  <a:pt x="65577" y="42692"/>
                </a:lnTo>
                <a:lnTo>
                  <a:pt x="65385" y="42500"/>
                </a:lnTo>
                <a:lnTo>
                  <a:pt x="65000" y="42500"/>
                </a:lnTo>
                <a:lnTo>
                  <a:pt x="64615" y="42500"/>
                </a:lnTo>
                <a:lnTo>
                  <a:pt x="63077" y="41731"/>
                </a:lnTo>
                <a:close/>
                <a:moveTo>
                  <a:pt x="33462" y="42115"/>
                </a:moveTo>
                <a:lnTo>
                  <a:pt x="32885" y="42692"/>
                </a:lnTo>
                <a:lnTo>
                  <a:pt x="32885" y="43846"/>
                </a:lnTo>
                <a:lnTo>
                  <a:pt x="30962" y="45385"/>
                </a:lnTo>
                <a:lnTo>
                  <a:pt x="31346" y="46154"/>
                </a:lnTo>
                <a:lnTo>
                  <a:pt x="31346" y="46538"/>
                </a:lnTo>
                <a:lnTo>
                  <a:pt x="31346" y="46923"/>
                </a:lnTo>
                <a:lnTo>
                  <a:pt x="31538" y="47115"/>
                </a:lnTo>
                <a:lnTo>
                  <a:pt x="31731" y="47308"/>
                </a:lnTo>
                <a:lnTo>
                  <a:pt x="31731" y="48462"/>
                </a:lnTo>
                <a:lnTo>
                  <a:pt x="32500" y="50000"/>
                </a:lnTo>
                <a:lnTo>
                  <a:pt x="33846" y="51346"/>
                </a:lnTo>
                <a:lnTo>
                  <a:pt x="35385" y="52115"/>
                </a:lnTo>
                <a:lnTo>
                  <a:pt x="37692" y="52115"/>
                </a:lnTo>
                <a:lnTo>
                  <a:pt x="39231" y="50962"/>
                </a:lnTo>
                <a:lnTo>
                  <a:pt x="39615" y="50962"/>
                </a:lnTo>
                <a:lnTo>
                  <a:pt x="40577" y="50000"/>
                </a:lnTo>
                <a:lnTo>
                  <a:pt x="40577" y="49615"/>
                </a:lnTo>
                <a:lnTo>
                  <a:pt x="41731" y="48077"/>
                </a:lnTo>
                <a:lnTo>
                  <a:pt x="41731" y="45769"/>
                </a:lnTo>
                <a:lnTo>
                  <a:pt x="41154" y="45192"/>
                </a:lnTo>
                <a:lnTo>
                  <a:pt x="40769" y="45192"/>
                </a:lnTo>
                <a:lnTo>
                  <a:pt x="40385" y="45192"/>
                </a:lnTo>
                <a:lnTo>
                  <a:pt x="39808" y="44615"/>
                </a:lnTo>
                <a:lnTo>
                  <a:pt x="39808" y="42308"/>
                </a:lnTo>
                <a:lnTo>
                  <a:pt x="39615" y="42115"/>
                </a:lnTo>
                <a:lnTo>
                  <a:pt x="39231" y="42115"/>
                </a:lnTo>
                <a:lnTo>
                  <a:pt x="38077" y="42885"/>
                </a:lnTo>
                <a:lnTo>
                  <a:pt x="36154" y="43269"/>
                </a:lnTo>
                <a:lnTo>
                  <a:pt x="35962" y="43077"/>
                </a:lnTo>
                <a:lnTo>
                  <a:pt x="35769" y="42885"/>
                </a:lnTo>
                <a:lnTo>
                  <a:pt x="34615" y="42885"/>
                </a:lnTo>
                <a:lnTo>
                  <a:pt x="33462" y="42115"/>
                </a:lnTo>
                <a:close/>
                <a:moveTo>
                  <a:pt x="52308" y="45577"/>
                </a:moveTo>
                <a:lnTo>
                  <a:pt x="51538" y="46346"/>
                </a:lnTo>
                <a:lnTo>
                  <a:pt x="49231" y="46346"/>
                </a:lnTo>
                <a:lnTo>
                  <a:pt x="47692" y="47115"/>
                </a:lnTo>
                <a:lnTo>
                  <a:pt x="46923" y="47885"/>
                </a:lnTo>
                <a:lnTo>
                  <a:pt x="44038" y="49231"/>
                </a:lnTo>
                <a:lnTo>
                  <a:pt x="44423" y="50000"/>
                </a:lnTo>
                <a:lnTo>
                  <a:pt x="44423" y="51923"/>
                </a:lnTo>
                <a:lnTo>
                  <a:pt x="45192" y="53462"/>
                </a:lnTo>
                <a:lnTo>
                  <a:pt x="47692" y="55962"/>
                </a:lnTo>
                <a:lnTo>
                  <a:pt x="48077" y="55962"/>
                </a:lnTo>
                <a:lnTo>
                  <a:pt x="48462" y="55962"/>
                </a:lnTo>
                <a:lnTo>
                  <a:pt x="48654" y="56154"/>
                </a:lnTo>
                <a:lnTo>
                  <a:pt x="48846" y="56346"/>
                </a:lnTo>
                <a:lnTo>
                  <a:pt x="50769" y="56346"/>
                </a:lnTo>
                <a:lnTo>
                  <a:pt x="52308" y="55577"/>
                </a:lnTo>
                <a:lnTo>
                  <a:pt x="53077" y="54808"/>
                </a:lnTo>
                <a:lnTo>
                  <a:pt x="53462" y="54808"/>
                </a:lnTo>
                <a:lnTo>
                  <a:pt x="54808" y="52692"/>
                </a:lnTo>
                <a:lnTo>
                  <a:pt x="55577" y="48846"/>
                </a:lnTo>
                <a:lnTo>
                  <a:pt x="54231" y="48269"/>
                </a:lnTo>
                <a:lnTo>
                  <a:pt x="52885" y="46923"/>
                </a:lnTo>
                <a:lnTo>
                  <a:pt x="52308" y="45577"/>
                </a:lnTo>
                <a:close/>
                <a:moveTo>
                  <a:pt x="58077" y="50577"/>
                </a:moveTo>
                <a:lnTo>
                  <a:pt x="57500" y="51154"/>
                </a:lnTo>
                <a:lnTo>
                  <a:pt x="57500" y="51538"/>
                </a:lnTo>
                <a:lnTo>
                  <a:pt x="56154" y="52885"/>
                </a:lnTo>
                <a:lnTo>
                  <a:pt x="55769" y="52885"/>
                </a:lnTo>
                <a:lnTo>
                  <a:pt x="55577" y="53077"/>
                </a:lnTo>
                <a:lnTo>
                  <a:pt x="54808" y="55000"/>
                </a:lnTo>
                <a:lnTo>
                  <a:pt x="53269" y="56538"/>
                </a:lnTo>
                <a:lnTo>
                  <a:pt x="54231" y="57500"/>
                </a:lnTo>
                <a:lnTo>
                  <a:pt x="54615" y="57500"/>
                </a:lnTo>
                <a:lnTo>
                  <a:pt x="55000" y="57500"/>
                </a:lnTo>
                <a:lnTo>
                  <a:pt x="55192" y="57692"/>
                </a:lnTo>
                <a:lnTo>
                  <a:pt x="55385" y="57885"/>
                </a:lnTo>
                <a:lnTo>
                  <a:pt x="55769" y="57885"/>
                </a:lnTo>
                <a:lnTo>
                  <a:pt x="56154" y="57885"/>
                </a:lnTo>
                <a:lnTo>
                  <a:pt x="57692" y="58654"/>
                </a:lnTo>
                <a:lnTo>
                  <a:pt x="58654" y="57692"/>
                </a:lnTo>
                <a:lnTo>
                  <a:pt x="59423" y="56154"/>
                </a:lnTo>
                <a:lnTo>
                  <a:pt x="59423" y="54615"/>
                </a:lnTo>
                <a:lnTo>
                  <a:pt x="58654" y="53462"/>
                </a:lnTo>
                <a:lnTo>
                  <a:pt x="58077" y="50577"/>
                </a:lnTo>
                <a:close/>
                <a:moveTo>
                  <a:pt x="41923" y="51346"/>
                </a:moveTo>
                <a:lnTo>
                  <a:pt x="41731" y="52308"/>
                </a:lnTo>
                <a:lnTo>
                  <a:pt x="41538" y="52500"/>
                </a:lnTo>
                <a:lnTo>
                  <a:pt x="41346" y="52692"/>
                </a:lnTo>
                <a:lnTo>
                  <a:pt x="41346" y="53077"/>
                </a:lnTo>
                <a:lnTo>
                  <a:pt x="41346" y="53462"/>
                </a:lnTo>
                <a:lnTo>
                  <a:pt x="41154" y="53654"/>
                </a:lnTo>
                <a:lnTo>
                  <a:pt x="40962" y="53846"/>
                </a:lnTo>
                <a:lnTo>
                  <a:pt x="40962" y="56538"/>
                </a:lnTo>
                <a:lnTo>
                  <a:pt x="42308" y="58269"/>
                </a:lnTo>
                <a:lnTo>
                  <a:pt x="43462" y="58269"/>
                </a:lnTo>
                <a:lnTo>
                  <a:pt x="44615" y="57500"/>
                </a:lnTo>
                <a:lnTo>
                  <a:pt x="45000" y="57500"/>
                </a:lnTo>
                <a:lnTo>
                  <a:pt x="45385" y="57500"/>
                </a:lnTo>
                <a:lnTo>
                  <a:pt x="46154" y="57115"/>
                </a:lnTo>
                <a:lnTo>
                  <a:pt x="46346" y="56154"/>
                </a:lnTo>
                <a:lnTo>
                  <a:pt x="44423" y="54231"/>
                </a:lnTo>
                <a:lnTo>
                  <a:pt x="44423" y="53846"/>
                </a:lnTo>
                <a:lnTo>
                  <a:pt x="42885" y="52308"/>
                </a:lnTo>
                <a:lnTo>
                  <a:pt x="42885" y="51923"/>
                </a:lnTo>
                <a:lnTo>
                  <a:pt x="42308" y="51346"/>
                </a:lnTo>
                <a:lnTo>
                  <a:pt x="41923" y="513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hape 49"/>
          <p:cNvSpPr/>
          <p:nvPr/>
        </p:nvSpPr>
        <p:spPr>
          <a:xfrm>
            <a:off x="10543032" y="5285232"/>
            <a:ext cx="1060704" cy="106070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VECTOR_young_14"/>
          <p:cNvSpPr/>
          <p:nvPr/>
        </p:nvSpPr>
        <p:spPr>
          <a:xfrm>
            <a:off x="10543032" y="5285232"/>
            <a:ext cx="1060704" cy="106070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8654" y="16154"/>
                </a:moveTo>
                <a:lnTo>
                  <a:pt x="50385" y="15962"/>
                </a:lnTo>
                <a:lnTo>
                  <a:pt x="50577" y="16154"/>
                </a:lnTo>
                <a:lnTo>
                  <a:pt x="50769" y="16346"/>
                </a:lnTo>
                <a:lnTo>
                  <a:pt x="51154" y="16346"/>
                </a:lnTo>
                <a:lnTo>
                  <a:pt x="51538" y="16346"/>
                </a:lnTo>
                <a:lnTo>
                  <a:pt x="53077" y="17115"/>
                </a:lnTo>
                <a:lnTo>
                  <a:pt x="53846" y="17885"/>
                </a:lnTo>
                <a:lnTo>
                  <a:pt x="57308" y="17885"/>
                </a:lnTo>
                <a:lnTo>
                  <a:pt x="58846" y="18654"/>
                </a:lnTo>
                <a:lnTo>
                  <a:pt x="60192" y="20385"/>
                </a:lnTo>
                <a:lnTo>
                  <a:pt x="60192" y="21538"/>
                </a:lnTo>
                <a:lnTo>
                  <a:pt x="61154" y="22115"/>
                </a:lnTo>
                <a:lnTo>
                  <a:pt x="61538" y="22115"/>
                </a:lnTo>
                <a:lnTo>
                  <a:pt x="61923" y="22115"/>
                </a:lnTo>
                <a:lnTo>
                  <a:pt x="63654" y="23846"/>
                </a:lnTo>
                <a:lnTo>
                  <a:pt x="64038" y="24615"/>
                </a:lnTo>
                <a:lnTo>
                  <a:pt x="64038" y="27308"/>
                </a:lnTo>
                <a:lnTo>
                  <a:pt x="63269" y="28462"/>
                </a:lnTo>
                <a:lnTo>
                  <a:pt x="63269" y="28846"/>
                </a:lnTo>
                <a:lnTo>
                  <a:pt x="63269" y="29231"/>
                </a:lnTo>
                <a:lnTo>
                  <a:pt x="63462" y="29423"/>
                </a:lnTo>
                <a:lnTo>
                  <a:pt x="63654" y="29615"/>
                </a:lnTo>
                <a:lnTo>
                  <a:pt x="63654" y="32692"/>
                </a:lnTo>
                <a:lnTo>
                  <a:pt x="62500" y="33846"/>
                </a:lnTo>
                <a:lnTo>
                  <a:pt x="62500" y="34231"/>
                </a:lnTo>
                <a:lnTo>
                  <a:pt x="62500" y="34615"/>
                </a:lnTo>
                <a:lnTo>
                  <a:pt x="63269" y="35769"/>
                </a:lnTo>
                <a:lnTo>
                  <a:pt x="63269" y="36923"/>
                </a:lnTo>
                <a:lnTo>
                  <a:pt x="63462" y="37115"/>
                </a:lnTo>
                <a:lnTo>
                  <a:pt x="63654" y="37308"/>
                </a:lnTo>
                <a:lnTo>
                  <a:pt x="63462" y="37500"/>
                </a:lnTo>
                <a:lnTo>
                  <a:pt x="63269" y="37692"/>
                </a:lnTo>
                <a:lnTo>
                  <a:pt x="63269" y="38846"/>
                </a:lnTo>
                <a:lnTo>
                  <a:pt x="62885" y="39615"/>
                </a:lnTo>
                <a:lnTo>
                  <a:pt x="61154" y="41346"/>
                </a:lnTo>
                <a:lnTo>
                  <a:pt x="60000" y="41346"/>
                </a:lnTo>
                <a:lnTo>
                  <a:pt x="59423" y="41923"/>
                </a:lnTo>
                <a:lnTo>
                  <a:pt x="59423" y="42308"/>
                </a:lnTo>
                <a:lnTo>
                  <a:pt x="59423" y="42692"/>
                </a:lnTo>
                <a:lnTo>
                  <a:pt x="58654" y="43846"/>
                </a:lnTo>
                <a:lnTo>
                  <a:pt x="58654" y="44231"/>
                </a:lnTo>
                <a:lnTo>
                  <a:pt x="58654" y="44615"/>
                </a:lnTo>
                <a:lnTo>
                  <a:pt x="58269" y="45385"/>
                </a:lnTo>
                <a:lnTo>
                  <a:pt x="57115" y="46538"/>
                </a:lnTo>
                <a:lnTo>
                  <a:pt x="57115" y="46923"/>
                </a:lnTo>
                <a:lnTo>
                  <a:pt x="57692" y="47500"/>
                </a:lnTo>
                <a:lnTo>
                  <a:pt x="59231" y="47500"/>
                </a:lnTo>
                <a:lnTo>
                  <a:pt x="59423" y="47692"/>
                </a:lnTo>
                <a:lnTo>
                  <a:pt x="59615" y="47885"/>
                </a:lnTo>
                <a:lnTo>
                  <a:pt x="60000" y="47885"/>
                </a:lnTo>
                <a:lnTo>
                  <a:pt x="60385" y="47885"/>
                </a:lnTo>
                <a:lnTo>
                  <a:pt x="61923" y="49038"/>
                </a:lnTo>
                <a:lnTo>
                  <a:pt x="62308" y="49038"/>
                </a:lnTo>
                <a:lnTo>
                  <a:pt x="64038" y="50769"/>
                </a:lnTo>
                <a:lnTo>
                  <a:pt x="64808" y="52308"/>
                </a:lnTo>
                <a:lnTo>
                  <a:pt x="64808" y="52692"/>
                </a:lnTo>
                <a:lnTo>
                  <a:pt x="64808" y="53077"/>
                </a:lnTo>
                <a:lnTo>
                  <a:pt x="65000" y="53269"/>
                </a:lnTo>
                <a:lnTo>
                  <a:pt x="65192" y="53462"/>
                </a:lnTo>
                <a:lnTo>
                  <a:pt x="65385" y="54423"/>
                </a:lnTo>
                <a:lnTo>
                  <a:pt x="66154" y="54808"/>
                </a:lnTo>
                <a:lnTo>
                  <a:pt x="66538" y="54808"/>
                </a:lnTo>
                <a:lnTo>
                  <a:pt x="66923" y="54808"/>
                </a:lnTo>
                <a:lnTo>
                  <a:pt x="70000" y="56346"/>
                </a:lnTo>
                <a:lnTo>
                  <a:pt x="70769" y="57115"/>
                </a:lnTo>
                <a:lnTo>
                  <a:pt x="71154" y="57115"/>
                </a:lnTo>
                <a:lnTo>
                  <a:pt x="72885" y="58846"/>
                </a:lnTo>
                <a:lnTo>
                  <a:pt x="72885" y="59231"/>
                </a:lnTo>
                <a:lnTo>
                  <a:pt x="74038" y="60769"/>
                </a:lnTo>
                <a:lnTo>
                  <a:pt x="74038" y="61154"/>
                </a:lnTo>
                <a:lnTo>
                  <a:pt x="74038" y="61538"/>
                </a:lnTo>
                <a:lnTo>
                  <a:pt x="75192" y="63846"/>
                </a:lnTo>
                <a:lnTo>
                  <a:pt x="75192" y="65000"/>
                </a:lnTo>
                <a:lnTo>
                  <a:pt x="75385" y="65192"/>
                </a:lnTo>
                <a:lnTo>
                  <a:pt x="75577" y="65385"/>
                </a:lnTo>
                <a:lnTo>
                  <a:pt x="75577" y="66538"/>
                </a:lnTo>
                <a:lnTo>
                  <a:pt x="75769" y="66731"/>
                </a:lnTo>
                <a:lnTo>
                  <a:pt x="75962" y="66923"/>
                </a:lnTo>
                <a:lnTo>
                  <a:pt x="75962" y="68462"/>
                </a:lnTo>
                <a:lnTo>
                  <a:pt x="76154" y="68654"/>
                </a:lnTo>
                <a:lnTo>
                  <a:pt x="76346" y="68846"/>
                </a:lnTo>
                <a:lnTo>
                  <a:pt x="76346" y="71154"/>
                </a:lnTo>
                <a:lnTo>
                  <a:pt x="76538" y="71346"/>
                </a:lnTo>
                <a:lnTo>
                  <a:pt x="76731" y="71538"/>
                </a:lnTo>
                <a:lnTo>
                  <a:pt x="76731" y="71923"/>
                </a:lnTo>
                <a:lnTo>
                  <a:pt x="76731" y="72308"/>
                </a:lnTo>
                <a:lnTo>
                  <a:pt x="76154" y="72885"/>
                </a:lnTo>
                <a:lnTo>
                  <a:pt x="75577" y="72308"/>
                </a:lnTo>
                <a:lnTo>
                  <a:pt x="75577" y="70769"/>
                </a:lnTo>
                <a:lnTo>
                  <a:pt x="75385" y="70577"/>
                </a:lnTo>
                <a:lnTo>
                  <a:pt x="75192" y="70385"/>
                </a:lnTo>
                <a:lnTo>
                  <a:pt x="75192" y="68462"/>
                </a:lnTo>
                <a:lnTo>
                  <a:pt x="75000" y="68269"/>
                </a:lnTo>
                <a:lnTo>
                  <a:pt x="74808" y="68077"/>
                </a:lnTo>
                <a:lnTo>
                  <a:pt x="74808" y="66538"/>
                </a:lnTo>
                <a:lnTo>
                  <a:pt x="74615" y="66346"/>
                </a:lnTo>
                <a:lnTo>
                  <a:pt x="74423" y="66154"/>
                </a:lnTo>
                <a:lnTo>
                  <a:pt x="74423" y="65000"/>
                </a:lnTo>
                <a:lnTo>
                  <a:pt x="73269" y="62692"/>
                </a:lnTo>
                <a:lnTo>
                  <a:pt x="73269" y="62308"/>
                </a:lnTo>
                <a:lnTo>
                  <a:pt x="73269" y="61923"/>
                </a:lnTo>
                <a:lnTo>
                  <a:pt x="72500" y="60385"/>
                </a:lnTo>
                <a:lnTo>
                  <a:pt x="71346" y="59231"/>
                </a:lnTo>
                <a:lnTo>
                  <a:pt x="71346" y="58846"/>
                </a:lnTo>
                <a:lnTo>
                  <a:pt x="71154" y="58654"/>
                </a:lnTo>
                <a:lnTo>
                  <a:pt x="70769" y="58654"/>
                </a:lnTo>
                <a:lnTo>
                  <a:pt x="69231" y="57115"/>
                </a:lnTo>
                <a:lnTo>
                  <a:pt x="67692" y="56346"/>
                </a:lnTo>
                <a:lnTo>
                  <a:pt x="67308" y="56346"/>
                </a:lnTo>
                <a:lnTo>
                  <a:pt x="66923" y="56346"/>
                </a:lnTo>
                <a:lnTo>
                  <a:pt x="65769" y="55577"/>
                </a:lnTo>
                <a:lnTo>
                  <a:pt x="65385" y="55577"/>
                </a:lnTo>
                <a:lnTo>
                  <a:pt x="65000" y="55577"/>
                </a:lnTo>
                <a:lnTo>
                  <a:pt x="64231" y="55192"/>
                </a:lnTo>
                <a:lnTo>
                  <a:pt x="64038" y="55000"/>
                </a:lnTo>
                <a:lnTo>
                  <a:pt x="64038" y="53077"/>
                </a:lnTo>
                <a:lnTo>
                  <a:pt x="63269" y="51538"/>
                </a:lnTo>
                <a:lnTo>
                  <a:pt x="61154" y="49423"/>
                </a:lnTo>
                <a:lnTo>
                  <a:pt x="60385" y="49038"/>
                </a:lnTo>
                <a:lnTo>
                  <a:pt x="60192" y="49231"/>
                </a:lnTo>
                <a:lnTo>
                  <a:pt x="60000" y="49423"/>
                </a:lnTo>
                <a:lnTo>
                  <a:pt x="59231" y="48269"/>
                </a:lnTo>
                <a:lnTo>
                  <a:pt x="57692" y="48269"/>
                </a:lnTo>
                <a:lnTo>
                  <a:pt x="57500" y="48077"/>
                </a:lnTo>
                <a:lnTo>
                  <a:pt x="57308" y="47885"/>
                </a:lnTo>
                <a:lnTo>
                  <a:pt x="56346" y="48077"/>
                </a:lnTo>
                <a:lnTo>
                  <a:pt x="56346" y="51923"/>
                </a:lnTo>
                <a:lnTo>
                  <a:pt x="56538" y="52115"/>
                </a:lnTo>
                <a:lnTo>
                  <a:pt x="56923" y="52115"/>
                </a:lnTo>
                <a:lnTo>
                  <a:pt x="59615" y="49423"/>
                </a:lnTo>
                <a:lnTo>
                  <a:pt x="59808" y="50769"/>
                </a:lnTo>
                <a:lnTo>
                  <a:pt x="50769" y="59038"/>
                </a:lnTo>
                <a:lnTo>
                  <a:pt x="50000" y="59808"/>
                </a:lnTo>
                <a:lnTo>
                  <a:pt x="49615" y="59808"/>
                </a:lnTo>
                <a:lnTo>
                  <a:pt x="49231" y="59808"/>
                </a:lnTo>
                <a:lnTo>
                  <a:pt x="47308" y="57500"/>
                </a:lnTo>
                <a:lnTo>
                  <a:pt x="46923" y="57500"/>
                </a:lnTo>
                <a:lnTo>
                  <a:pt x="44231" y="54808"/>
                </a:lnTo>
                <a:lnTo>
                  <a:pt x="43846" y="54808"/>
                </a:lnTo>
                <a:lnTo>
                  <a:pt x="41923" y="52885"/>
                </a:lnTo>
                <a:lnTo>
                  <a:pt x="41538" y="52885"/>
                </a:lnTo>
                <a:lnTo>
                  <a:pt x="39423" y="50769"/>
                </a:lnTo>
                <a:lnTo>
                  <a:pt x="40000" y="50192"/>
                </a:lnTo>
                <a:lnTo>
                  <a:pt x="40385" y="50192"/>
                </a:lnTo>
                <a:lnTo>
                  <a:pt x="42692" y="52500"/>
                </a:lnTo>
                <a:lnTo>
                  <a:pt x="42885" y="51538"/>
                </a:lnTo>
                <a:lnTo>
                  <a:pt x="43077" y="51346"/>
                </a:lnTo>
                <a:lnTo>
                  <a:pt x="43269" y="51154"/>
                </a:lnTo>
                <a:lnTo>
                  <a:pt x="43269" y="48462"/>
                </a:lnTo>
                <a:lnTo>
                  <a:pt x="43077" y="48269"/>
                </a:lnTo>
                <a:lnTo>
                  <a:pt x="40385" y="48269"/>
                </a:lnTo>
                <a:lnTo>
                  <a:pt x="40192" y="48462"/>
                </a:lnTo>
                <a:lnTo>
                  <a:pt x="40000" y="48654"/>
                </a:lnTo>
                <a:lnTo>
                  <a:pt x="39615" y="48654"/>
                </a:lnTo>
                <a:lnTo>
                  <a:pt x="39231" y="48654"/>
                </a:lnTo>
                <a:lnTo>
                  <a:pt x="38462" y="49423"/>
                </a:lnTo>
                <a:lnTo>
                  <a:pt x="38077" y="49423"/>
                </a:lnTo>
                <a:lnTo>
                  <a:pt x="36346" y="51538"/>
                </a:lnTo>
                <a:lnTo>
                  <a:pt x="35577" y="53077"/>
                </a:lnTo>
                <a:lnTo>
                  <a:pt x="35577" y="55000"/>
                </a:lnTo>
                <a:lnTo>
                  <a:pt x="35385" y="55192"/>
                </a:lnTo>
                <a:lnTo>
                  <a:pt x="35000" y="55192"/>
                </a:lnTo>
                <a:lnTo>
                  <a:pt x="34615" y="55192"/>
                </a:lnTo>
                <a:lnTo>
                  <a:pt x="33462" y="55962"/>
                </a:lnTo>
                <a:lnTo>
                  <a:pt x="33077" y="55962"/>
                </a:lnTo>
                <a:lnTo>
                  <a:pt x="32692" y="55962"/>
                </a:lnTo>
                <a:lnTo>
                  <a:pt x="31923" y="56346"/>
                </a:lnTo>
                <a:lnTo>
                  <a:pt x="31154" y="57115"/>
                </a:lnTo>
                <a:lnTo>
                  <a:pt x="29615" y="57885"/>
                </a:lnTo>
                <a:lnTo>
                  <a:pt x="28269" y="59231"/>
                </a:lnTo>
                <a:lnTo>
                  <a:pt x="28269" y="59615"/>
                </a:lnTo>
                <a:lnTo>
                  <a:pt x="26731" y="61538"/>
                </a:lnTo>
                <a:lnTo>
                  <a:pt x="25962" y="63077"/>
                </a:lnTo>
                <a:lnTo>
                  <a:pt x="25577" y="65000"/>
                </a:lnTo>
                <a:lnTo>
                  <a:pt x="25385" y="65192"/>
                </a:lnTo>
                <a:lnTo>
                  <a:pt x="25192" y="65385"/>
                </a:lnTo>
                <a:lnTo>
                  <a:pt x="25192" y="66538"/>
                </a:lnTo>
                <a:lnTo>
                  <a:pt x="25000" y="66731"/>
                </a:lnTo>
                <a:lnTo>
                  <a:pt x="24808" y="66923"/>
                </a:lnTo>
                <a:lnTo>
                  <a:pt x="24808" y="68462"/>
                </a:lnTo>
                <a:lnTo>
                  <a:pt x="24615" y="68654"/>
                </a:lnTo>
                <a:lnTo>
                  <a:pt x="24423" y="68846"/>
                </a:lnTo>
                <a:lnTo>
                  <a:pt x="24423" y="70769"/>
                </a:lnTo>
                <a:lnTo>
                  <a:pt x="24231" y="70962"/>
                </a:lnTo>
                <a:lnTo>
                  <a:pt x="24038" y="71154"/>
                </a:lnTo>
                <a:lnTo>
                  <a:pt x="24038" y="72308"/>
                </a:lnTo>
                <a:lnTo>
                  <a:pt x="23846" y="72500"/>
                </a:lnTo>
                <a:lnTo>
                  <a:pt x="23462" y="72500"/>
                </a:lnTo>
                <a:lnTo>
                  <a:pt x="22885" y="71923"/>
                </a:lnTo>
                <a:lnTo>
                  <a:pt x="23269" y="71154"/>
                </a:lnTo>
                <a:lnTo>
                  <a:pt x="23269" y="68846"/>
                </a:lnTo>
                <a:lnTo>
                  <a:pt x="23462" y="68654"/>
                </a:lnTo>
                <a:lnTo>
                  <a:pt x="23654" y="68462"/>
                </a:lnTo>
                <a:lnTo>
                  <a:pt x="23654" y="67308"/>
                </a:lnTo>
                <a:lnTo>
                  <a:pt x="23846" y="67115"/>
                </a:lnTo>
                <a:lnTo>
                  <a:pt x="24038" y="66923"/>
                </a:lnTo>
                <a:lnTo>
                  <a:pt x="24423" y="64231"/>
                </a:lnTo>
                <a:lnTo>
                  <a:pt x="24615" y="64038"/>
                </a:lnTo>
                <a:lnTo>
                  <a:pt x="24808" y="63846"/>
                </a:lnTo>
                <a:lnTo>
                  <a:pt x="25192" y="61923"/>
                </a:lnTo>
                <a:lnTo>
                  <a:pt x="26346" y="60385"/>
                </a:lnTo>
                <a:lnTo>
                  <a:pt x="26731" y="59231"/>
                </a:lnTo>
                <a:lnTo>
                  <a:pt x="29231" y="56731"/>
                </a:lnTo>
                <a:lnTo>
                  <a:pt x="29615" y="56731"/>
                </a:lnTo>
                <a:lnTo>
                  <a:pt x="30385" y="55962"/>
                </a:lnTo>
                <a:lnTo>
                  <a:pt x="32692" y="54808"/>
                </a:lnTo>
                <a:lnTo>
                  <a:pt x="33077" y="54808"/>
                </a:lnTo>
                <a:lnTo>
                  <a:pt x="33462" y="54808"/>
                </a:lnTo>
                <a:lnTo>
                  <a:pt x="34231" y="54423"/>
                </a:lnTo>
                <a:lnTo>
                  <a:pt x="34423" y="52692"/>
                </a:lnTo>
                <a:lnTo>
                  <a:pt x="35192" y="51154"/>
                </a:lnTo>
                <a:lnTo>
                  <a:pt x="35962" y="50385"/>
                </a:lnTo>
                <a:lnTo>
                  <a:pt x="35962" y="50000"/>
                </a:lnTo>
                <a:lnTo>
                  <a:pt x="36923" y="49038"/>
                </a:lnTo>
                <a:lnTo>
                  <a:pt x="37308" y="49038"/>
                </a:lnTo>
                <a:lnTo>
                  <a:pt x="38846" y="47885"/>
                </a:lnTo>
                <a:lnTo>
                  <a:pt x="39231" y="47885"/>
                </a:lnTo>
                <a:lnTo>
                  <a:pt x="39615" y="47885"/>
                </a:lnTo>
                <a:lnTo>
                  <a:pt x="39808" y="47692"/>
                </a:lnTo>
                <a:lnTo>
                  <a:pt x="40000" y="47500"/>
                </a:lnTo>
                <a:lnTo>
                  <a:pt x="41154" y="47500"/>
                </a:lnTo>
                <a:lnTo>
                  <a:pt x="42115" y="46923"/>
                </a:lnTo>
                <a:lnTo>
                  <a:pt x="40577" y="45000"/>
                </a:lnTo>
                <a:lnTo>
                  <a:pt x="39808" y="43462"/>
                </a:lnTo>
                <a:lnTo>
                  <a:pt x="39808" y="43077"/>
                </a:lnTo>
                <a:lnTo>
                  <a:pt x="39808" y="42692"/>
                </a:lnTo>
                <a:lnTo>
                  <a:pt x="39423" y="41923"/>
                </a:lnTo>
                <a:lnTo>
                  <a:pt x="38846" y="41346"/>
                </a:lnTo>
                <a:lnTo>
                  <a:pt x="38462" y="41346"/>
                </a:lnTo>
                <a:lnTo>
                  <a:pt x="38077" y="41346"/>
                </a:lnTo>
                <a:lnTo>
                  <a:pt x="37308" y="40962"/>
                </a:lnTo>
                <a:lnTo>
                  <a:pt x="35962" y="39615"/>
                </a:lnTo>
                <a:lnTo>
                  <a:pt x="35577" y="38846"/>
                </a:lnTo>
                <a:lnTo>
                  <a:pt x="35577" y="35385"/>
                </a:lnTo>
                <a:lnTo>
                  <a:pt x="36346" y="33846"/>
                </a:lnTo>
                <a:lnTo>
                  <a:pt x="35192" y="32308"/>
                </a:lnTo>
                <a:lnTo>
                  <a:pt x="35192" y="30000"/>
                </a:lnTo>
                <a:lnTo>
                  <a:pt x="35962" y="28846"/>
                </a:lnTo>
                <a:lnTo>
                  <a:pt x="35192" y="27308"/>
                </a:lnTo>
                <a:lnTo>
                  <a:pt x="35192" y="26154"/>
                </a:lnTo>
                <a:lnTo>
                  <a:pt x="35000" y="25962"/>
                </a:lnTo>
                <a:lnTo>
                  <a:pt x="34808" y="25769"/>
                </a:lnTo>
                <a:lnTo>
                  <a:pt x="35000" y="25577"/>
                </a:lnTo>
                <a:lnTo>
                  <a:pt x="35192" y="25385"/>
                </a:lnTo>
                <a:lnTo>
                  <a:pt x="35192" y="24231"/>
                </a:lnTo>
                <a:lnTo>
                  <a:pt x="35962" y="23462"/>
                </a:lnTo>
                <a:lnTo>
                  <a:pt x="35962" y="23077"/>
                </a:lnTo>
                <a:lnTo>
                  <a:pt x="36154" y="22885"/>
                </a:lnTo>
                <a:lnTo>
                  <a:pt x="36538" y="22885"/>
                </a:lnTo>
                <a:lnTo>
                  <a:pt x="37308" y="22115"/>
                </a:lnTo>
                <a:lnTo>
                  <a:pt x="37692" y="22115"/>
                </a:lnTo>
                <a:lnTo>
                  <a:pt x="38077" y="22115"/>
                </a:lnTo>
                <a:lnTo>
                  <a:pt x="39038" y="21538"/>
                </a:lnTo>
                <a:lnTo>
                  <a:pt x="39038" y="20385"/>
                </a:lnTo>
                <a:lnTo>
                  <a:pt x="39423" y="19615"/>
                </a:lnTo>
                <a:lnTo>
                  <a:pt x="40769" y="18269"/>
                </a:lnTo>
                <a:lnTo>
                  <a:pt x="41538" y="17885"/>
                </a:lnTo>
                <a:lnTo>
                  <a:pt x="44615" y="17885"/>
                </a:lnTo>
                <a:lnTo>
                  <a:pt x="44808" y="18077"/>
                </a:lnTo>
                <a:lnTo>
                  <a:pt x="45000" y="18269"/>
                </a:lnTo>
                <a:lnTo>
                  <a:pt x="46154" y="17115"/>
                </a:lnTo>
                <a:lnTo>
                  <a:pt x="48654" y="16154"/>
                </a:lnTo>
                <a:close/>
                <a:moveTo>
                  <a:pt x="48077" y="17115"/>
                </a:moveTo>
                <a:lnTo>
                  <a:pt x="47308" y="17500"/>
                </a:lnTo>
                <a:lnTo>
                  <a:pt x="45385" y="19423"/>
                </a:lnTo>
                <a:lnTo>
                  <a:pt x="44615" y="18654"/>
                </a:lnTo>
                <a:lnTo>
                  <a:pt x="42308" y="18654"/>
                </a:lnTo>
                <a:lnTo>
                  <a:pt x="41538" y="19038"/>
                </a:lnTo>
                <a:lnTo>
                  <a:pt x="40192" y="20769"/>
                </a:lnTo>
                <a:lnTo>
                  <a:pt x="40192" y="22308"/>
                </a:lnTo>
                <a:lnTo>
                  <a:pt x="39615" y="22885"/>
                </a:lnTo>
                <a:lnTo>
                  <a:pt x="38077" y="22885"/>
                </a:lnTo>
                <a:lnTo>
                  <a:pt x="36731" y="23846"/>
                </a:lnTo>
                <a:lnTo>
                  <a:pt x="36346" y="24615"/>
                </a:lnTo>
                <a:lnTo>
                  <a:pt x="36346" y="27308"/>
                </a:lnTo>
                <a:lnTo>
                  <a:pt x="37115" y="28846"/>
                </a:lnTo>
                <a:lnTo>
                  <a:pt x="36346" y="30000"/>
                </a:lnTo>
                <a:lnTo>
                  <a:pt x="36346" y="31923"/>
                </a:lnTo>
                <a:lnTo>
                  <a:pt x="37692" y="33654"/>
                </a:lnTo>
                <a:lnTo>
                  <a:pt x="39231" y="33654"/>
                </a:lnTo>
                <a:lnTo>
                  <a:pt x="40192" y="33077"/>
                </a:lnTo>
                <a:lnTo>
                  <a:pt x="40962" y="31538"/>
                </a:lnTo>
                <a:lnTo>
                  <a:pt x="40962" y="29231"/>
                </a:lnTo>
                <a:lnTo>
                  <a:pt x="41154" y="29038"/>
                </a:lnTo>
                <a:lnTo>
                  <a:pt x="41923" y="29423"/>
                </a:lnTo>
                <a:lnTo>
                  <a:pt x="44615" y="29423"/>
                </a:lnTo>
                <a:lnTo>
                  <a:pt x="45385" y="28654"/>
                </a:lnTo>
                <a:lnTo>
                  <a:pt x="45769" y="28654"/>
                </a:lnTo>
                <a:lnTo>
                  <a:pt x="45962" y="28846"/>
                </a:lnTo>
                <a:lnTo>
                  <a:pt x="44231" y="30192"/>
                </a:lnTo>
                <a:lnTo>
                  <a:pt x="43846" y="30192"/>
                </a:lnTo>
                <a:lnTo>
                  <a:pt x="43462" y="30192"/>
                </a:lnTo>
                <a:lnTo>
                  <a:pt x="43269" y="30385"/>
                </a:lnTo>
                <a:lnTo>
                  <a:pt x="43077" y="30577"/>
                </a:lnTo>
                <a:lnTo>
                  <a:pt x="42308" y="30192"/>
                </a:lnTo>
                <a:lnTo>
                  <a:pt x="41731" y="30769"/>
                </a:lnTo>
                <a:lnTo>
                  <a:pt x="41731" y="32308"/>
                </a:lnTo>
                <a:lnTo>
                  <a:pt x="40385" y="34038"/>
                </a:lnTo>
                <a:lnTo>
                  <a:pt x="38846" y="34808"/>
                </a:lnTo>
                <a:lnTo>
                  <a:pt x="37692" y="34423"/>
                </a:lnTo>
                <a:lnTo>
                  <a:pt x="37115" y="35000"/>
                </a:lnTo>
                <a:lnTo>
                  <a:pt x="36731" y="35769"/>
                </a:lnTo>
                <a:lnTo>
                  <a:pt x="36731" y="38462"/>
                </a:lnTo>
                <a:lnTo>
                  <a:pt x="38077" y="40192"/>
                </a:lnTo>
                <a:lnTo>
                  <a:pt x="40192" y="40769"/>
                </a:lnTo>
                <a:lnTo>
                  <a:pt x="40192" y="41154"/>
                </a:lnTo>
                <a:lnTo>
                  <a:pt x="40192" y="41538"/>
                </a:lnTo>
                <a:lnTo>
                  <a:pt x="40385" y="41731"/>
                </a:lnTo>
                <a:lnTo>
                  <a:pt x="40577" y="41923"/>
                </a:lnTo>
                <a:lnTo>
                  <a:pt x="40577" y="42308"/>
                </a:lnTo>
                <a:lnTo>
                  <a:pt x="40577" y="42692"/>
                </a:lnTo>
                <a:lnTo>
                  <a:pt x="41346" y="44231"/>
                </a:lnTo>
                <a:lnTo>
                  <a:pt x="42500" y="45385"/>
                </a:lnTo>
                <a:lnTo>
                  <a:pt x="42500" y="45769"/>
                </a:lnTo>
                <a:lnTo>
                  <a:pt x="45000" y="48269"/>
                </a:lnTo>
                <a:lnTo>
                  <a:pt x="47308" y="49423"/>
                </a:lnTo>
                <a:lnTo>
                  <a:pt x="47692" y="49423"/>
                </a:lnTo>
                <a:lnTo>
                  <a:pt x="48077" y="49423"/>
                </a:lnTo>
                <a:lnTo>
                  <a:pt x="48269" y="49615"/>
                </a:lnTo>
                <a:lnTo>
                  <a:pt x="48462" y="49808"/>
                </a:lnTo>
                <a:lnTo>
                  <a:pt x="50385" y="49808"/>
                </a:lnTo>
                <a:lnTo>
                  <a:pt x="50577" y="49615"/>
                </a:lnTo>
                <a:lnTo>
                  <a:pt x="50769" y="49423"/>
                </a:lnTo>
                <a:lnTo>
                  <a:pt x="51923" y="49423"/>
                </a:lnTo>
                <a:lnTo>
                  <a:pt x="53462" y="48654"/>
                </a:lnTo>
                <a:lnTo>
                  <a:pt x="55577" y="46923"/>
                </a:lnTo>
                <a:lnTo>
                  <a:pt x="55577" y="46538"/>
                </a:lnTo>
                <a:lnTo>
                  <a:pt x="57115" y="45000"/>
                </a:lnTo>
                <a:lnTo>
                  <a:pt x="57500" y="44231"/>
                </a:lnTo>
                <a:lnTo>
                  <a:pt x="58269" y="43077"/>
                </a:lnTo>
                <a:lnTo>
                  <a:pt x="58654" y="41154"/>
                </a:lnTo>
                <a:lnTo>
                  <a:pt x="59231" y="40577"/>
                </a:lnTo>
                <a:lnTo>
                  <a:pt x="60769" y="40577"/>
                </a:lnTo>
                <a:lnTo>
                  <a:pt x="61731" y="39615"/>
                </a:lnTo>
                <a:lnTo>
                  <a:pt x="62500" y="38077"/>
                </a:lnTo>
                <a:lnTo>
                  <a:pt x="62500" y="35769"/>
                </a:lnTo>
                <a:lnTo>
                  <a:pt x="62115" y="35000"/>
                </a:lnTo>
                <a:lnTo>
                  <a:pt x="61538" y="34423"/>
                </a:lnTo>
                <a:lnTo>
                  <a:pt x="59231" y="34423"/>
                </a:lnTo>
                <a:lnTo>
                  <a:pt x="58462" y="34038"/>
                </a:lnTo>
                <a:lnTo>
                  <a:pt x="57885" y="33462"/>
                </a:lnTo>
                <a:lnTo>
                  <a:pt x="57115" y="31923"/>
                </a:lnTo>
                <a:lnTo>
                  <a:pt x="57115" y="30000"/>
                </a:lnTo>
                <a:lnTo>
                  <a:pt x="56923" y="29808"/>
                </a:lnTo>
                <a:lnTo>
                  <a:pt x="56154" y="30192"/>
                </a:lnTo>
                <a:lnTo>
                  <a:pt x="55000" y="30192"/>
                </a:lnTo>
                <a:lnTo>
                  <a:pt x="53077" y="29038"/>
                </a:lnTo>
                <a:lnTo>
                  <a:pt x="51154" y="30192"/>
                </a:lnTo>
                <a:lnTo>
                  <a:pt x="48077" y="30192"/>
                </a:lnTo>
                <a:lnTo>
                  <a:pt x="47308" y="29808"/>
                </a:lnTo>
                <a:lnTo>
                  <a:pt x="45962" y="28462"/>
                </a:lnTo>
                <a:lnTo>
                  <a:pt x="45962" y="28077"/>
                </a:lnTo>
                <a:lnTo>
                  <a:pt x="45962" y="27692"/>
                </a:lnTo>
                <a:lnTo>
                  <a:pt x="46154" y="27500"/>
                </a:lnTo>
                <a:lnTo>
                  <a:pt x="46538" y="27500"/>
                </a:lnTo>
                <a:lnTo>
                  <a:pt x="47308" y="28654"/>
                </a:lnTo>
                <a:lnTo>
                  <a:pt x="48846" y="29423"/>
                </a:lnTo>
                <a:lnTo>
                  <a:pt x="50385" y="29423"/>
                </a:lnTo>
                <a:lnTo>
                  <a:pt x="50577" y="29231"/>
                </a:lnTo>
                <a:lnTo>
                  <a:pt x="50769" y="29038"/>
                </a:lnTo>
                <a:lnTo>
                  <a:pt x="51154" y="29038"/>
                </a:lnTo>
                <a:lnTo>
                  <a:pt x="51538" y="29038"/>
                </a:lnTo>
                <a:lnTo>
                  <a:pt x="53077" y="27500"/>
                </a:lnTo>
                <a:lnTo>
                  <a:pt x="53654" y="28077"/>
                </a:lnTo>
                <a:lnTo>
                  <a:pt x="53654" y="28462"/>
                </a:lnTo>
                <a:lnTo>
                  <a:pt x="53846" y="28654"/>
                </a:lnTo>
                <a:lnTo>
                  <a:pt x="54231" y="28654"/>
                </a:lnTo>
                <a:lnTo>
                  <a:pt x="55000" y="29423"/>
                </a:lnTo>
                <a:lnTo>
                  <a:pt x="56538" y="29423"/>
                </a:lnTo>
                <a:lnTo>
                  <a:pt x="57692" y="28654"/>
                </a:lnTo>
                <a:lnTo>
                  <a:pt x="57885" y="28846"/>
                </a:lnTo>
                <a:lnTo>
                  <a:pt x="57885" y="31154"/>
                </a:lnTo>
                <a:lnTo>
                  <a:pt x="58077" y="31346"/>
                </a:lnTo>
                <a:lnTo>
                  <a:pt x="58269" y="31538"/>
                </a:lnTo>
                <a:lnTo>
                  <a:pt x="58269" y="31923"/>
                </a:lnTo>
                <a:lnTo>
                  <a:pt x="58269" y="32308"/>
                </a:lnTo>
                <a:lnTo>
                  <a:pt x="59615" y="33654"/>
                </a:lnTo>
                <a:lnTo>
                  <a:pt x="61154" y="33654"/>
                </a:lnTo>
                <a:lnTo>
                  <a:pt x="62500" y="32308"/>
                </a:lnTo>
                <a:lnTo>
                  <a:pt x="62885" y="31538"/>
                </a:lnTo>
                <a:lnTo>
                  <a:pt x="62885" y="30385"/>
                </a:lnTo>
                <a:lnTo>
                  <a:pt x="61731" y="28462"/>
                </a:lnTo>
                <a:lnTo>
                  <a:pt x="62885" y="27308"/>
                </a:lnTo>
                <a:lnTo>
                  <a:pt x="62885" y="24615"/>
                </a:lnTo>
                <a:lnTo>
                  <a:pt x="61538" y="23269"/>
                </a:lnTo>
                <a:lnTo>
                  <a:pt x="60769" y="22885"/>
                </a:lnTo>
                <a:lnTo>
                  <a:pt x="59231" y="22885"/>
                </a:lnTo>
                <a:lnTo>
                  <a:pt x="59038" y="22692"/>
                </a:lnTo>
                <a:lnTo>
                  <a:pt x="59038" y="20769"/>
                </a:lnTo>
                <a:lnTo>
                  <a:pt x="57308" y="19038"/>
                </a:lnTo>
                <a:lnTo>
                  <a:pt x="56538" y="18654"/>
                </a:lnTo>
                <a:lnTo>
                  <a:pt x="54615" y="18654"/>
                </a:lnTo>
                <a:lnTo>
                  <a:pt x="53462" y="19423"/>
                </a:lnTo>
                <a:lnTo>
                  <a:pt x="53269" y="19231"/>
                </a:lnTo>
                <a:lnTo>
                  <a:pt x="53269" y="18846"/>
                </a:lnTo>
                <a:lnTo>
                  <a:pt x="52308" y="17885"/>
                </a:lnTo>
                <a:lnTo>
                  <a:pt x="50769" y="17115"/>
                </a:lnTo>
                <a:lnTo>
                  <a:pt x="48077" y="17115"/>
                </a:lnTo>
                <a:close/>
                <a:moveTo>
                  <a:pt x="49038" y="21154"/>
                </a:moveTo>
                <a:lnTo>
                  <a:pt x="50385" y="20962"/>
                </a:lnTo>
                <a:lnTo>
                  <a:pt x="50577" y="21154"/>
                </a:lnTo>
                <a:lnTo>
                  <a:pt x="50577" y="21538"/>
                </a:lnTo>
                <a:lnTo>
                  <a:pt x="50385" y="21731"/>
                </a:lnTo>
                <a:lnTo>
                  <a:pt x="50000" y="21731"/>
                </a:lnTo>
                <a:lnTo>
                  <a:pt x="49038" y="21154"/>
                </a:lnTo>
                <a:close/>
                <a:moveTo>
                  <a:pt x="48269" y="21923"/>
                </a:moveTo>
                <a:lnTo>
                  <a:pt x="48462" y="21731"/>
                </a:lnTo>
                <a:lnTo>
                  <a:pt x="48654" y="21923"/>
                </a:lnTo>
                <a:lnTo>
                  <a:pt x="48654" y="22308"/>
                </a:lnTo>
                <a:lnTo>
                  <a:pt x="48462" y="22500"/>
                </a:lnTo>
                <a:lnTo>
                  <a:pt x="48077" y="22500"/>
                </a:lnTo>
                <a:lnTo>
                  <a:pt x="47885" y="22308"/>
                </a:lnTo>
                <a:lnTo>
                  <a:pt x="48077" y="22115"/>
                </a:lnTo>
                <a:lnTo>
                  <a:pt x="48269" y="21923"/>
                </a:lnTo>
                <a:close/>
                <a:moveTo>
                  <a:pt x="42885" y="23846"/>
                </a:moveTo>
                <a:lnTo>
                  <a:pt x="44231" y="23654"/>
                </a:lnTo>
                <a:lnTo>
                  <a:pt x="45192" y="24615"/>
                </a:lnTo>
                <a:lnTo>
                  <a:pt x="45000" y="24808"/>
                </a:lnTo>
                <a:lnTo>
                  <a:pt x="44615" y="24808"/>
                </a:lnTo>
                <a:lnTo>
                  <a:pt x="44423" y="24615"/>
                </a:lnTo>
                <a:lnTo>
                  <a:pt x="44231" y="24423"/>
                </a:lnTo>
                <a:lnTo>
                  <a:pt x="43077" y="24423"/>
                </a:lnTo>
                <a:lnTo>
                  <a:pt x="42308" y="25192"/>
                </a:lnTo>
                <a:lnTo>
                  <a:pt x="42115" y="25000"/>
                </a:lnTo>
                <a:lnTo>
                  <a:pt x="42115" y="24615"/>
                </a:lnTo>
                <a:lnTo>
                  <a:pt x="42885" y="23846"/>
                </a:lnTo>
                <a:close/>
                <a:moveTo>
                  <a:pt x="54038" y="23846"/>
                </a:moveTo>
                <a:lnTo>
                  <a:pt x="54231" y="23654"/>
                </a:lnTo>
                <a:lnTo>
                  <a:pt x="54615" y="23654"/>
                </a:lnTo>
                <a:lnTo>
                  <a:pt x="54808" y="23846"/>
                </a:lnTo>
                <a:lnTo>
                  <a:pt x="55000" y="24038"/>
                </a:lnTo>
                <a:lnTo>
                  <a:pt x="56154" y="24038"/>
                </a:lnTo>
                <a:lnTo>
                  <a:pt x="56346" y="24231"/>
                </a:lnTo>
                <a:lnTo>
                  <a:pt x="56346" y="24615"/>
                </a:lnTo>
                <a:lnTo>
                  <a:pt x="56154" y="24808"/>
                </a:lnTo>
                <a:lnTo>
                  <a:pt x="55769" y="24808"/>
                </a:lnTo>
                <a:lnTo>
                  <a:pt x="55577" y="24615"/>
                </a:lnTo>
                <a:lnTo>
                  <a:pt x="55385" y="24423"/>
                </a:lnTo>
                <a:lnTo>
                  <a:pt x="54231" y="24423"/>
                </a:lnTo>
                <a:lnTo>
                  <a:pt x="54038" y="24231"/>
                </a:lnTo>
                <a:lnTo>
                  <a:pt x="54038" y="23846"/>
                </a:lnTo>
                <a:close/>
                <a:moveTo>
                  <a:pt x="41731" y="25385"/>
                </a:moveTo>
                <a:lnTo>
                  <a:pt x="41923" y="25192"/>
                </a:lnTo>
                <a:lnTo>
                  <a:pt x="42115" y="25385"/>
                </a:lnTo>
                <a:lnTo>
                  <a:pt x="42115" y="25769"/>
                </a:lnTo>
                <a:lnTo>
                  <a:pt x="42115" y="26154"/>
                </a:lnTo>
                <a:lnTo>
                  <a:pt x="40769" y="26346"/>
                </a:lnTo>
                <a:lnTo>
                  <a:pt x="40000" y="27115"/>
                </a:lnTo>
                <a:lnTo>
                  <a:pt x="39423" y="26538"/>
                </a:lnTo>
                <a:lnTo>
                  <a:pt x="39423" y="26154"/>
                </a:lnTo>
                <a:lnTo>
                  <a:pt x="41154" y="25962"/>
                </a:lnTo>
                <a:lnTo>
                  <a:pt x="41731" y="25385"/>
                </a:lnTo>
                <a:close/>
                <a:moveTo>
                  <a:pt x="59038" y="26154"/>
                </a:moveTo>
                <a:lnTo>
                  <a:pt x="59231" y="25962"/>
                </a:lnTo>
                <a:lnTo>
                  <a:pt x="59808" y="26538"/>
                </a:lnTo>
                <a:lnTo>
                  <a:pt x="59808" y="26923"/>
                </a:lnTo>
                <a:lnTo>
                  <a:pt x="59038" y="27692"/>
                </a:lnTo>
                <a:lnTo>
                  <a:pt x="58846" y="27885"/>
                </a:lnTo>
                <a:lnTo>
                  <a:pt x="58269" y="26923"/>
                </a:lnTo>
                <a:lnTo>
                  <a:pt x="59038" y="26154"/>
                </a:lnTo>
                <a:close/>
                <a:moveTo>
                  <a:pt x="43269" y="34231"/>
                </a:moveTo>
                <a:lnTo>
                  <a:pt x="43462" y="34038"/>
                </a:lnTo>
                <a:lnTo>
                  <a:pt x="46538" y="34038"/>
                </a:lnTo>
                <a:lnTo>
                  <a:pt x="47115" y="34615"/>
                </a:lnTo>
                <a:lnTo>
                  <a:pt x="47115" y="35000"/>
                </a:lnTo>
                <a:lnTo>
                  <a:pt x="47115" y="35385"/>
                </a:lnTo>
                <a:lnTo>
                  <a:pt x="46923" y="35577"/>
                </a:lnTo>
                <a:lnTo>
                  <a:pt x="46731" y="35385"/>
                </a:lnTo>
                <a:lnTo>
                  <a:pt x="46538" y="35192"/>
                </a:lnTo>
                <a:lnTo>
                  <a:pt x="45769" y="34808"/>
                </a:lnTo>
                <a:lnTo>
                  <a:pt x="44231" y="34808"/>
                </a:lnTo>
                <a:lnTo>
                  <a:pt x="43462" y="35577"/>
                </a:lnTo>
                <a:lnTo>
                  <a:pt x="43077" y="35577"/>
                </a:lnTo>
                <a:lnTo>
                  <a:pt x="42885" y="34615"/>
                </a:lnTo>
                <a:lnTo>
                  <a:pt x="43077" y="34423"/>
                </a:lnTo>
                <a:lnTo>
                  <a:pt x="43269" y="34231"/>
                </a:lnTo>
                <a:close/>
                <a:moveTo>
                  <a:pt x="52885" y="34231"/>
                </a:moveTo>
                <a:lnTo>
                  <a:pt x="53077" y="34038"/>
                </a:lnTo>
                <a:lnTo>
                  <a:pt x="55385" y="34038"/>
                </a:lnTo>
                <a:lnTo>
                  <a:pt x="56346" y="35000"/>
                </a:lnTo>
                <a:lnTo>
                  <a:pt x="56346" y="35385"/>
                </a:lnTo>
                <a:lnTo>
                  <a:pt x="56154" y="35577"/>
                </a:lnTo>
                <a:lnTo>
                  <a:pt x="55192" y="35385"/>
                </a:lnTo>
                <a:lnTo>
                  <a:pt x="54615" y="34808"/>
                </a:lnTo>
                <a:lnTo>
                  <a:pt x="54231" y="34808"/>
                </a:lnTo>
                <a:lnTo>
                  <a:pt x="53846" y="34808"/>
                </a:lnTo>
                <a:lnTo>
                  <a:pt x="52308" y="35577"/>
                </a:lnTo>
                <a:lnTo>
                  <a:pt x="52115" y="35385"/>
                </a:lnTo>
                <a:lnTo>
                  <a:pt x="52115" y="35000"/>
                </a:lnTo>
                <a:lnTo>
                  <a:pt x="52885" y="34231"/>
                </a:lnTo>
                <a:close/>
                <a:moveTo>
                  <a:pt x="44423" y="36154"/>
                </a:moveTo>
                <a:lnTo>
                  <a:pt x="45385" y="35962"/>
                </a:lnTo>
                <a:lnTo>
                  <a:pt x="45962" y="36538"/>
                </a:lnTo>
                <a:lnTo>
                  <a:pt x="45962" y="36923"/>
                </a:lnTo>
                <a:lnTo>
                  <a:pt x="45962" y="37308"/>
                </a:lnTo>
                <a:lnTo>
                  <a:pt x="45769" y="37500"/>
                </a:lnTo>
                <a:lnTo>
                  <a:pt x="45577" y="37692"/>
                </a:lnTo>
                <a:lnTo>
                  <a:pt x="45385" y="37885"/>
                </a:lnTo>
                <a:lnTo>
                  <a:pt x="45000" y="37885"/>
                </a:lnTo>
                <a:lnTo>
                  <a:pt x="44038" y="36923"/>
                </a:lnTo>
                <a:lnTo>
                  <a:pt x="44423" y="36154"/>
                </a:lnTo>
                <a:close/>
                <a:moveTo>
                  <a:pt x="53654" y="36154"/>
                </a:moveTo>
                <a:lnTo>
                  <a:pt x="53846" y="35962"/>
                </a:lnTo>
                <a:lnTo>
                  <a:pt x="54808" y="36154"/>
                </a:lnTo>
                <a:lnTo>
                  <a:pt x="55192" y="36923"/>
                </a:lnTo>
                <a:lnTo>
                  <a:pt x="54615" y="37500"/>
                </a:lnTo>
                <a:lnTo>
                  <a:pt x="54423" y="37692"/>
                </a:lnTo>
                <a:lnTo>
                  <a:pt x="54231" y="37885"/>
                </a:lnTo>
                <a:lnTo>
                  <a:pt x="53269" y="36923"/>
                </a:lnTo>
                <a:lnTo>
                  <a:pt x="53654" y="36154"/>
                </a:lnTo>
                <a:close/>
                <a:moveTo>
                  <a:pt x="47500" y="44615"/>
                </a:moveTo>
                <a:lnTo>
                  <a:pt x="48846" y="44423"/>
                </a:lnTo>
                <a:lnTo>
                  <a:pt x="49038" y="44615"/>
                </a:lnTo>
                <a:lnTo>
                  <a:pt x="49231" y="44808"/>
                </a:lnTo>
                <a:lnTo>
                  <a:pt x="50385" y="44808"/>
                </a:lnTo>
                <a:lnTo>
                  <a:pt x="51154" y="44423"/>
                </a:lnTo>
                <a:lnTo>
                  <a:pt x="51346" y="44615"/>
                </a:lnTo>
                <a:lnTo>
                  <a:pt x="51346" y="45000"/>
                </a:lnTo>
                <a:lnTo>
                  <a:pt x="51154" y="45192"/>
                </a:lnTo>
                <a:lnTo>
                  <a:pt x="50000" y="45962"/>
                </a:lnTo>
                <a:lnTo>
                  <a:pt x="48846" y="45962"/>
                </a:lnTo>
                <a:lnTo>
                  <a:pt x="48077" y="45577"/>
                </a:lnTo>
                <a:lnTo>
                  <a:pt x="47500" y="45000"/>
                </a:lnTo>
                <a:lnTo>
                  <a:pt x="47500" y="44615"/>
                </a:lnTo>
                <a:close/>
                <a:moveTo>
                  <a:pt x="44231" y="48654"/>
                </a:moveTo>
                <a:lnTo>
                  <a:pt x="44038" y="48846"/>
                </a:lnTo>
                <a:lnTo>
                  <a:pt x="44038" y="53077"/>
                </a:lnTo>
                <a:lnTo>
                  <a:pt x="47692" y="56731"/>
                </a:lnTo>
                <a:lnTo>
                  <a:pt x="48077" y="56731"/>
                </a:lnTo>
                <a:lnTo>
                  <a:pt x="49038" y="57692"/>
                </a:lnTo>
                <a:lnTo>
                  <a:pt x="49038" y="58077"/>
                </a:lnTo>
                <a:lnTo>
                  <a:pt x="49231" y="58269"/>
                </a:lnTo>
                <a:lnTo>
                  <a:pt x="49615" y="58269"/>
                </a:lnTo>
                <a:lnTo>
                  <a:pt x="50000" y="58269"/>
                </a:lnTo>
                <a:lnTo>
                  <a:pt x="53846" y="54808"/>
                </a:lnTo>
                <a:lnTo>
                  <a:pt x="55577" y="53462"/>
                </a:lnTo>
                <a:lnTo>
                  <a:pt x="55577" y="48846"/>
                </a:lnTo>
                <a:lnTo>
                  <a:pt x="55385" y="48654"/>
                </a:lnTo>
                <a:lnTo>
                  <a:pt x="51538" y="50577"/>
                </a:lnTo>
                <a:lnTo>
                  <a:pt x="47692" y="50577"/>
                </a:lnTo>
                <a:lnTo>
                  <a:pt x="47500" y="50385"/>
                </a:lnTo>
                <a:lnTo>
                  <a:pt x="47308" y="50192"/>
                </a:lnTo>
                <a:lnTo>
                  <a:pt x="46923" y="50192"/>
                </a:lnTo>
                <a:lnTo>
                  <a:pt x="46538" y="50192"/>
                </a:lnTo>
                <a:lnTo>
                  <a:pt x="45000" y="49423"/>
                </a:lnTo>
                <a:lnTo>
                  <a:pt x="44231" y="48654"/>
                </a:lnTo>
                <a:close/>
                <a:moveTo>
                  <a:pt x="44808" y="58462"/>
                </a:moveTo>
                <a:lnTo>
                  <a:pt x="45000" y="58269"/>
                </a:lnTo>
                <a:lnTo>
                  <a:pt x="45385" y="58269"/>
                </a:lnTo>
                <a:lnTo>
                  <a:pt x="45962" y="58846"/>
                </a:lnTo>
                <a:lnTo>
                  <a:pt x="45962" y="68462"/>
                </a:lnTo>
                <a:lnTo>
                  <a:pt x="45769" y="68654"/>
                </a:lnTo>
                <a:lnTo>
                  <a:pt x="45577" y="68846"/>
                </a:lnTo>
                <a:lnTo>
                  <a:pt x="45385" y="69038"/>
                </a:lnTo>
                <a:lnTo>
                  <a:pt x="44808" y="68462"/>
                </a:lnTo>
                <a:lnTo>
                  <a:pt x="44808" y="58462"/>
                </a:lnTo>
                <a:close/>
                <a:moveTo>
                  <a:pt x="53654" y="58462"/>
                </a:moveTo>
                <a:lnTo>
                  <a:pt x="53846" y="58269"/>
                </a:lnTo>
                <a:lnTo>
                  <a:pt x="54808" y="58462"/>
                </a:lnTo>
                <a:lnTo>
                  <a:pt x="54808" y="68462"/>
                </a:lnTo>
                <a:lnTo>
                  <a:pt x="54615" y="68654"/>
                </a:lnTo>
                <a:lnTo>
                  <a:pt x="53654" y="68462"/>
                </a:lnTo>
                <a:lnTo>
                  <a:pt x="53654" y="58462"/>
                </a:lnTo>
                <a:close/>
                <a:moveTo>
                  <a:pt x="70192" y="60000"/>
                </a:moveTo>
                <a:lnTo>
                  <a:pt x="70385" y="59808"/>
                </a:lnTo>
                <a:lnTo>
                  <a:pt x="70577" y="60000"/>
                </a:lnTo>
                <a:lnTo>
                  <a:pt x="70577" y="61154"/>
                </a:lnTo>
                <a:lnTo>
                  <a:pt x="69808" y="62308"/>
                </a:lnTo>
                <a:lnTo>
                  <a:pt x="69808" y="62692"/>
                </a:lnTo>
                <a:lnTo>
                  <a:pt x="69808" y="63077"/>
                </a:lnTo>
                <a:lnTo>
                  <a:pt x="69615" y="63269"/>
                </a:lnTo>
                <a:lnTo>
                  <a:pt x="69423" y="63462"/>
                </a:lnTo>
                <a:lnTo>
                  <a:pt x="69423" y="64615"/>
                </a:lnTo>
                <a:lnTo>
                  <a:pt x="69231" y="64808"/>
                </a:lnTo>
                <a:lnTo>
                  <a:pt x="69038" y="65000"/>
                </a:lnTo>
                <a:lnTo>
                  <a:pt x="69038" y="66538"/>
                </a:lnTo>
                <a:lnTo>
                  <a:pt x="68846" y="66731"/>
                </a:lnTo>
                <a:lnTo>
                  <a:pt x="68654" y="66923"/>
                </a:lnTo>
                <a:lnTo>
                  <a:pt x="68654" y="70000"/>
                </a:lnTo>
                <a:lnTo>
                  <a:pt x="68462" y="70192"/>
                </a:lnTo>
                <a:lnTo>
                  <a:pt x="68269" y="70385"/>
                </a:lnTo>
                <a:lnTo>
                  <a:pt x="68269" y="72308"/>
                </a:lnTo>
                <a:lnTo>
                  <a:pt x="68077" y="72500"/>
                </a:lnTo>
                <a:lnTo>
                  <a:pt x="67692" y="72500"/>
                </a:lnTo>
                <a:lnTo>
                  <a:pt x="67500" y="72308"/>
                </a:lnTo>
                <a:lnTo>
                  <a:pt x="67500" y="69231"/>
                </a:lnTo>
                <a:lnTo>
                  <a:pt x="67692" y="69038"/>
                </a:lnTo>
                <a:lnTo>
                  <a:pt x="67885" y="68846"/>
                </a:lnTo>
                <a:lnTo>
                  <a:pt x="67885" y="66154"/>
                </a:lnTo>
                <a:lnTo>
                  <a:pt x="68077" y="65962"/>
                </a:lnTo>
                <a:lnTo>
                  <a:pt x="68269" y="65769"/>
                </a:lnTo>
                <a:lnTo>
                  <a:pt x="68269" y="64615"/>
                </a:lnTo>
                <a:lnTo>
                  <a:pt x="68462" y="64423"/>
                </a:lnTo>
                <a:lnTo>
                  <a:pt x="68654" y="64231"/>
                </a:lnTo>
                <a:lnTo>
                  <a:pt x="68654" y="63077"/>
                </a:lnTo>
                <a:lnTo>
                  <a:pt x="68846" y="62885"/>
                </a:lnTo>
                <a:lnTo>
                  <a:pt x="69038" y="62692"/>
                </a:lnTo>
                <a:lnTo>
                  <a:pt x="69038" y="62308"/>
                </a:lnTo>
                <a:lnTo>
                  <a:pt x="69038" y="61923"/>
                </a:lnTo>
                <a:lnTo>
                  <a:pt x="70192" y="6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03. CONTEXTE &amp; OBJECTIFS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Décrire des profils d’achat et formuler des hypothèses de ciblage à évaluer.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VECTOR_database_dark_15"/>
          <p:cNvSpPr/>
          <p:nvPr/>
        </p:nvSpPr>
        <p:spPr>
          <a:xfrm>
            <a:off x="457200" y="2084832"/>
            <a:ext cx="1627632" cy="162763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2708" y="7083"/>
                </a:moveTo>
                <a:lnTo>
                  <a:pt x="42917" y="6875"/>
                </a:lnTo>
                <a:lnTo>
                  <a:pt x="57500" y="6875"/>
                </a:lnTo>
                <a:lnTo>
                  <a:pt x="57708" y="7083"/>
                </a:lnTo>
                <a:lnTo>
                  <a:pt x="57917" y="7292"/>
                </a:lnTo>
                <a:lnTo>
                  <a:pt x="60833" y="7292"/>
                </a:lnTo>
                <a:lnTo>
                  <a:pt x="61042" y="7500"/>
                </a:lnTo>
                <a:lnTo>
                  <a:pt x="61250" y="7708"/>
                </a:lnTo>
                <a:lnTo>
                  <a:pt x="63333" y="7708"/>
                </a:lnTo>
                <a:lnTo>
                  <a:pt x="63542" y="7917"/>
                </a:lnTo>
                <a:lnTo>
                  <a:pt x="63750" y="8125"/>
                </a:lnTo>
                <a:lnTo>
                  <a:pt x="65000" y="8125"/>
                </a:lnTo>
                <a:lnTo>
                  <a:pt x="65208" y="8333"/>
                </a:lnTo>
                <a:lnTo>
                  <a:pt x="65417" y="8542"/>
                </a:lnTo>
                <a:lnTo>
                  <a:pt x="66667" y="8542"/>
                </a:lnTo>
                <a:lnTo>
                  <a:pt x="66875" y="8750"/>
                </a:lnTo>
                <a:lnTo>
                  <a:pt x="67083" y="8958"/>
                </a:lnTo>
                <a:lnTo>
                  <a:pt x="70000" y="9375"/>
                </a:lnTo>
                <a:lnTo>
                  <a:pt x="72500" y="10625"/>
                </a:lnTo>
                <a:lnTo>
                  <a:pt x="72917" y="10625"/>
                </a:lnTo>
                <a:lnTo>
                  <a:pt x="73333" y="10625"/>
                </a:lnTo>
                <a:lnTo>
                  <a:pt x="75000" y="11458"/>
                </a:lnTo>
                <a:lnTo>
                  <a:pt x="75833" y="12292"/>
                </a:lnTo>
                <a:lnTo>
                  <a:pt x="77917" y="13125"/>
                </a:lnTo>
                <a:lnTo>
                  <a:pt x="81042" y="15833"/>
                </a:lnTo>
                <a:lnTo>
                  <a:pt x="81042" y="16250"/>
                </a:lnTo>
                <a:lnTo>
                  <a:pt x="81875" y="17083"/>
                </a:lnTo>
                <a:lnTo>
                  <a:pt x="82708" y="18750"/>
                </a:lnTo>
                <a:lnTo>
                  <a:pt x="82708" y="27083"/>
                </a:lnTo>
                <a:lnTo>
                  <a:pt x="82917" y="27292"/>
                </a:lnTo>
                <a:lnTo>
                  <a:pt x="83125" y="27500"/>
                </a:lnTo>
                <a:lnTo>
                  <a:pt x="82917" y="27708"/>
                </a:lnTo>
                <a:lnTo>
                  <a:pt x="82708" y="27917"/>
                </a:lnTo>
                <a:lnTo>
                  <a:pt x="83125" y="28750"/>
                </a:lnTo>
                <a:lnTo>
                  <a:pt x="83125" y="31250"/>
                </a:lnTo>
                <a:lnTo>
                  <a:pt x="82917" y="31458"/>
                </a:lnTo>
                <a:lnTo>
                  <a:pt x="82708" y="31667"/>
                </a:lnTo>
                <a:lnTo>
                  <a:pt x="82708" y="39167"/>
                </a:lnTo>
                <a:lnTo>
                  <a:pt x="82917" y="39375"/>
                </a:lnTo>
                <a:lnTo>
                  <a:pt x="83125" y="39583"/>
                </a:lnTo>
                <a:lnTo>
                  <a:pt x="83125" y="41667"/>
                </a:lnTo>
                <a:lnTo>
                  <a:pt x="82917" y="41875"/>
                </a:lnTo>
                <a:lnTo>
                  <a:pt x="82708" y="42083"/>
                </a:lnTo>
                <a:lnTo>
                  <a:pt x="82708" y="44583"/>
                </a:lnTo>
                <a:lnTo>
                  <a:pt x="82917" y="44792"/>
                </a:lnTo>
                <a:lnTo>
                  <a:pt x="83125" y="45000"/>
                </a:lnTo>
                <a:lnTo>
                  <a:pt x="83125" y="46250"/>
                </a:lnTo>
                <a:lnTo>
                  <a:pt x="82917" y="46458"/>
                </a:lnTo>
                <a:lnTo>
                  <a:pt x="82708" y="46667"/>
                </a:lnTo>
                <a:lnTo>
                  <a:pt x="82708" y="50000"/>
                </a:lnTo>
                <a:lnTo>
                  <a:pt x="82917" y="50208"/>
                </a:lnTo>
                <a:lnTo>
                  <a:pt x="83125" y="50417"/>
                </a:lnTo>
                <a:lnTo>
                  <a:pt x="83125" y="52500"/>
                </a:lnTo>
                <a:lnTo>
                  <a:pt x="82917" y="52708"/>
                </a:lnTo>
                <a:lnTo>
                  <a:pt x="82708" y="52917"/>
                </a:lnTo>
                <a:lnTo>
                  <a:pt x="82708" y="56250"/>
                </a:lnTo>
                <a:lnTo>
                  <a:pt x="82917" y="56458"/>
                </a:lnTo>
                <a:lnTo>
                  <a:pt x="83125" y="56667"/>
                </a:lnTo>
                <a:lnTo>
                  <a:pt x="83125" y="59583"/>
                </a:lnTo>
                <a:lnTo>
                  <a:pt x="82917" y="59792"/>
                </a:lnTo>
                <a:lnTo>
                  <a:pt x="82708" y="60000"/>
                </a:lnTo>
                <a:lnTo>
                  <a:pt x="82708" y="63750"/>
                </a:lnTo>
                <a:lnTo>
                  <a:pt x="82917" y="63958"/>
                </a:lnTo>
                <a:lnTo>
                  <a:pt x="83125" y="64167"/>
                </a:lnTo>
                <a:lnTo>
                  <a:pt x="83125" y="66250"/>
                </a:lnTo>
                <a:lnTo>
                  <a:pt x="82917" y="66458"/>
                </a:lnTo>
                <a:lnTo>
                  <a:pt x="82708" y="66667"/>
                </a:lnTo>
                <a:lnTo>
                  <a:pt x="82708" y="81667"/>
                </a:lnTo>
                <a:lnTo>
                  <a:pt x="81875" y="83333"/>
                </a:lnTo>
                <a:lnTo>
                  <a:pt x="81042" y="84167"/>
                </a:lnTo>
                <a:lnTo>
                  <a:pt x="81042" y="84583"/>
                </a:lnTo>
                <a:lnTo>
                  <a:pt x="79583" y="86042"/>
                </a:lnTo>
                <a:lnTo>
                  <a:pt x="79167" y="86042"/>
                </a:lnTo>
                <a:lnTo>
                  <a:pt x="77917" y="87292"/>
                </a:lnTo>
                <a:lnTo>
                  <a:pt x="76667" y="87708"/>
                </a:lnTo>
                <a:lnTo>
                  <a:pt x="75833" y="88542"/>
                </a:lnTo>
                <a:lnTo>
                  <a:pt x="73333" y="89792"/>
                </a:lnTo>
                <a:lnTo>
                  <a:pt x="72917" y="89792"/>
                </a:lnTo>
                <a:lnTo>
                  <a:pt x="72500" y="89792"/>
                </a:lnTo>
                <a:lnTo>
                  <a:pt x="72292" y="90000"/>
                </a:lnTo>
                <a:lnTo>
                  <a:pt x="72083" y="90208"/>
                </a:lnTo>
                <a:lnTo>
                  <a:pt x="71667" y="90208"/>
                </a:lnTo>
                <a:lnTo>
                  <a:pt x="71250" y="90208"/>
                </a:lnTo>
                <a:lnTo>
                  <a:pt x="71042" y="90417"/>
                </a:lnTo>
                <a:lnTo>
                  <a:pt x="70833" y="90625"/>
                </a:lnTo>
                <a:lnTo>
                  <a:pt x="70417" y="90625"/>
                </a:lnTo>
                <a:lnTo>
                  <a:pt x="70000" y="90625"/>
                </a:lnTo>
                <a:lnTo>
                  <a:pt x="69792" y="90833"/>
                </a:lnTo>
                <a:lnTo>
                  <a:pt x="69583" y="91042"/>
                </a:lnTo>
                <a:lnTo>
                  <a:pt x="69167" y="91042"/>
                </a:lnTo>
                <a:lnTo>
                  <a:pt x="68750" y="91042"/>
                </a:lnTo>
                <a:lnTo>
                  <a:pt x="67083" y="91875"/>
                </a:lnTo>
                <a:lnTo>
                  <a:pt x="65833" y="91875"/>
                </a:lnTo>
                <a:lnTo>
                  <a:pt x="65625" y="92083"/>
                </a:lnTo>
                <a:lnTo>
                  <a:pt x="65417" y="92292"/>
                </a:lnTo>
                <a:lnTo>
                  <a:pt x="63750" y="92292"/>
                </a:lnTo>
                <a:lnTo>
                  <a:pt x="63542" y="92500"/>
                </a:lnTo>
                <a:lnTo>
                  <a:pt x="63333" y="92708"/>
                </a:lnTo>
                <a:lnTo>
                  <a:pt x="61250" y="92708"/>
                </a:lnTo>
                <a:lnTo>
                  <a:pt x="61042" y="92917"/>
                </a:lnTo>
                <a:lnTo>
                  <a:pt x="60833" y="93125"/>
                </a:lnTo>
                <a:lnTo>
                  <a:pt x="60417" y="93125"/>
                </a:lnTo>
                <a:lnTo>
                  <a:pt x="60000" y="93125"/>
                </a:lnTo>
                <a:lnTo>
                  <a:pt x="57917" y="93125"/>
                </a:lnTo>
                <a:lnTo>
                  <a:pt x="57708" y="93333"/>
                </a:lnTo>
                <a:lnTo>
                  <a:pt x="57500" y="93542"/>
                </a:lnTo>
                <a:lnTo>
                  <a:pt x="42083" y="93542"/>
                </a:lnTo>
                <a:lnTo>
                  <a:pt x="41875" y="93333"/>
                </a:lnTo>
                <a:lnTo>
                  <a:pt x="41667" y="93125"/>
                </a:lnTo>
                <a:lnTo>
                  <a:pt x="39167" y="93125"/>
                </a:lnTo>
                <a:lnTo>
                  <a:pt x="38958" y="92917"/>
                </a:lnTo>
                <a:lnTo>
                  <a:pt x="38750" y="92708"/>
                </a:lnTo>
                <a:lnTo>
                  <a:pt x="36667" y="92708"/>
                </a:lnTo>
                <a:lnTo>
                  <a:pt x="36458" y="92500"/>
                </a:lnTo>
                <a:lnTo>
                  <a:pt x="36250" y="92292"/>
                </a:lnTo>
                <a:lnTo>
                  <a:pt x="34583" y="92292"/>
                </a:lnTo>
                <a:lnTo>
                  <a:pt x="34375" y="92083"/>
                </a:lnTo>
                <a:lnTo>
                  <a:pt x="34167" y="91875"/>
                </a:lnTo>
                <a:lnTo>
                  <a:pt x="32917" y="91875"/>
                </a:lnTo>
                <a:lnTo>
                  <a:pt x="32708" y="91667"/>
                </a:lnTo>
                <a:lnTo>
                  <a:pt x="32500" y="91458"/>
                </a:lnTo>
                <a:lnTo>
                  <a:pt x="32083" y="91458"/>
                </a:lnTo>
                <a:lnTo>
                  <a:pt x="31667" y="91458"/>
                </a:lnTo>
                <a:lnTo>
                  <a:pt x="31458" y="91250"/>
                </a:lnTo>
                <a:lnTo>
                  <a:pt x="31250" y="91042"/>
                </a:lnTo>
                <a:lnTo>
                  <a:pt x="30833" y="91042"/>
                </a:lnTo>
                <a:lnTo>
                  <a:pt x="30417" y="91042"/>
                </a:lnTo>
                <a:lnTo>
                  <a:pt x="30208" y="90833"/>
                </a:lnTo>
                <a:lnTo>
                  <a:pt x="30000" y="90625"/>
                </a:lnTo>
                <a:lnTo>
                  <a:pt x="29583" y="90625"/>
                </a:lnTo>
                <a:lnTo>
                  <a:pt x="29167" y="90625"/>
                </a:lnTo>
                <a:lnTo>
                  <a:pt x="28958" y="90417"/>
                </a:lnTo>
                <a:lnTo>
                  <a:pt x="28750" y="90208"/>
                </a:lnTo>
                <a:lnTo>
                  <a:pt x="26667" y="89792"/>
                </a:lnTo>
                <a:lnTo>
                  <a:pt x="23333" y="88125"/>
                </a:lnTo>
                <a:lnTo>
                  <a:pt x="22500" y="87292"/>
                </a:lnTo>
                <a:lnTo>
                  <a:pt x="22083" y="87292"/>
                </a:lnTo>
                <a:lnTo>
                  <a:pt x="18958" y="84583"/>
                </a:lnTo>
                <a:lnTo>
                  <a:pt x="17292" y="81250"/>
                </a:lnTo>
                <a:lnTo>
                  <a:pt x="17292" y="19167"/>
                </a:lnTo>
                <a:lnTo>
                  <a:pt x="18125" y="17500"/>
                </a:lnTo>
                <a:lnTo>
                  <a:pt x="18958" y="16667"/>
                </a:lnTo>
                <a:lnTo>
                  <a:pt x="18958" y="16250"/>
                </a:lnTo>
                <a:lnTo>
                  <a:pt x="21250" y="13958"/>
                </a:lnTo>
                <a:lnTo>
                  <a:pt x="21667" y="13958"/>
                </a:lnTo>
                <a:lnTo>
                  <a:pt x="22500" y="13125"/>
                </a:lnTo>
                <a:lnTo>
                  <a:pt x="23750" y="12708"/>
                </a:lnTo>
                <a:lnTo>
                  <a:pt x="24583" y="11875"/>
                </a:lnTo>
                <a:lnTo>
                  <a:pt x="27083" y="10625"/>
                </a:lnTo>
                <a:lnTo>
                  <a:pt x="27500" y="10625"/>
                </a:lnTo>
                <a:lnTo>
                  <a:pt x="27917" y="10625"/>
                </a:lnTo>
                <a:lnTo>
                  <a:pt x="28125" y="10417"/>
                </a:lnTo>
                <a:lnTo>
                  <a:pt x="28333" y="10208"/>
                </a:lnTo>
                <a:lnTo>
                  <a:pt x="28750" y="10208"/>
                </a:lnTo>
                <a:lnTo>
                  <a:pt x="29167" y="10208"/>
                </a:lnTo>
                <a:lnTo>
                  <a:pt x="29375" y="10000"/>
                </a:lnTo>
                <a:lnTo>
                  <a:pt x="29583" y="9792"/>
                </a:lnTo>
                <a:lnTo>
                  <a:pt x="30000" y="9792"/>
                </a:lnTo>
                <a:lnTo>
                  <a:pt x="30417" y="9792"/>
                </a:lnTo>
                <a:lnTo>
                  <a:pt x="32083" y="8958"/>
                </a:lnTo>
                <a:lnTo>
                  <a:pt x="35000" y="8542"/>
                </a:lnTo>
                <a:lnTo>
                  <a:pt x="35208" y="8333"/>
                </a:lnTo>
                <a:lnTo>
                  <a:pt x="35417" y="8125"/>
                </a:lnTo>
                <a:lnTo>
                  <a:pt x="37083" y="8125"/>
                </a:lnTo>
                <a:lnTo>
                  <a:pt x="37292" y="7917"/>
                </a:lnTo>
                <a:lnTo>
                  <a:pt x="37500" y="7708"/>
                </a:lnTo>
                <a:lnTo>
                  <a:pt x="39167" y="7708"/>
                </a:lnTo>
                <a:lnTo>
                  <a:pt x="39375" y="7500"/>
                </a:lnTo>
                <a:lnTo>
                  <a:pt x="39583" y="7292"/>
                </a:lnTo>
                <a:lnTo>
                  <a:pt x="42500" y="7292"/>
                </a:lnTo>
                <a:lnTo>
                  <a:pt x="42708" y="7083"/>
                </a:lnTo>
                <a:close/>
                <a:moveTo>
                  <a:pt x="45417" y="8542"/>
                </a:moveTo>
                <a:lnTo>
                  <a:pt x="45208" y="8750"/>
                </a:lnTo>
                <a:lnTo>
                  <a:pt x="45000" y="8958"/>
                </a:lnTo>
                <a:lnTo>
                  <a:pt x="40833" y="8958"/>
                </a:lnTo>
                <a:lnTo>
                  <a:pt x="40625" y="9167"/>
                </a:lnTo>
                <a:lnTo>
                  <a:pt x="40417" y="9375"/>
                </a:lnTo>
                <a:lnTo>
                  <a:pt x="37917" y="9375"/>
                </a:lnTo>
                <a:lnTo>
                  <a:pt x="37708" y="9583"/>
                </a:lnTo>
                <a:lnTo>
                  <a:pt x="37500" y="9792"/>
                </a:lnTo>
                <a:lnTo>
                  <a:pt x="35833" y="9792"/>
                </a:lnTo>
                <a:lnTo>
                  <a:pt x="35625" y="10000"/>
                </a:lnTo>
                <a:lnTo>
                  <a:pt x="35417" y="10208"/>
                </a:lnTo>
                <a:lnTo>
                  <a:pt x="34167" y="10208"/>
                </a:lnTo>
                <a:lnTo>
                  <a:pt x="32500" y="11042"/>
                </a:lnTo>
                <a:lnTo>
                  <a:pt x="31250" y="11042"/>
                </a:lnTo>
                <a:lnTo>
                  <a:pt x="31042" y="11250"/>
                </a:lnTo>
                <a:lnTo>
                  <a:pt x="30833" y="11458"/>
                </a:lnTo>
                <a:lnTo>
                  <a:pt x="30417" y="11458"/>
                </a:lnTo>
                <a:lnTo>
                  <a:pt x="30000" y="11458"/>
                </a:lnTo>
                <a:lnTo>
                  <a:pt x="28750" y="12292"/>
                </a:lnTo>
                <a:lnTo>
                  <a:pt x="28333" y="12292"/>
                </a:lnTo>
                <a:lnTo>
                  <a:pt x="27917" y="12292"/>
                </a:lnTo>
                <a:lnTo>
                  <a:pt x="24583" y="13958"/>
                </a:lnTo>
                <a:lnTo>
                  <a:pt x="22083" y="16042"/>
                </a:lnTo>
                <a:lnTo>
                  <a:pt x="21667" y="16042"/>
                </a:lnTo>
                <a:lnTo>
                  <a:pt x="19375" y="18750"/>
                </a:lnTo>
                <a:lnTo>
                  <a:pt x="19375" y="19167"/>
                </a:lnTo>
                <a:lnTo>
                  <a:pt x="19375" y="19583"/>
                </a:lnTo>
                <a:lnTo>
                  <a:pt x="19167" y="19792"/>
                </a:lnTo>
                <a:lnTo>
                  <a:pt x="18958" y="20000"/>
                </a:lnTo>
                <a:lnTo>
                  <a:pt x="18958" y="22500"/>
                </a:lnTo>
                <a:lnTo>
                  <a:pt x="19167" y="22708"/>
                </a:lnTo>
                <a:lnTo>
                  <a:pt x="19375" y="22917"/>
                </a:lnTo>
                <a:lnTo>
                  <a:pt x="19375" y="23333"/>
                </a:lnTo>
                <a:lnTo>
                  <a:pt x="19375" y="23750"/>
                </a:lnTo>
                <a:lnTo>
                  <a:pt x="20208" y="24583"/>
                </a:lnTo>
                <a:lnTo>
                  <a:pt x="20208" y="25000"/>
                </a:lnTo>
                <a:lnTo>
                  <a:pt x="22500" y="27292"/>
                </a:lnTo>
                <a:lnTo>
                  <a:pt x="25000" y="28542"/>
                </a:lnTo>
                <a:lnTo>
                  <a:pt x="25833" y="29375"/>
                </a:lnTo>
                <a:lnTo>
                  <a:pt x="26667" y="29792"/>
                </a:lnTo>
                <a:lnTo>
                  <a:pt x="27083" y="29792"/>
                </a:lnTo>
                <a:lnTo>
                  <a:pt x="27500" y="29792"/>
                </a:lnTo>
                <a:lnTo>
                  <a:pt x="27708" y="30000"/>
                </a:lnTo>
                <a:lnTo>
                  <a:pt x="27917" y="30208"/>
                </a:lnTo>
                <a:lnTo>
                  <a:pt x="28333" y="30208"/>
                </a:lnTo>
                <a:lnTo>
                  <a:pt x="28750" y="30208"/>
                </a:lnTo>
                <a:lnTo>
                  <a:pt x="31250" y="31458"/>
                </a:lnTo>
                <a:lnTo>
                  <a:pt x="32500" y="31458"/>
                </a:lnTo>
                <a:lnTo>
                  <a:pt x="32708" y="31667"/>
                </a:lnTo>
                <a:lnTo>
                  <a:pt x="32917" y="31875"/>
                </a:lnTo>
                <a:lnTo>
                  <a:pt x="33333" y="31875"/>
                </a:lnTo>
                <a:lnTo>
                  <a:pt x="33750" y="31875"/>
                </a:lnTo>
                <a:lnTo>
                  <a:pt x="33958" y="32083"/>
                </a:lnTo>
                <a:lnTo>
                  <a:pt x="34167" y="32292"/>
                </a:lnTo>
                <a:lnTo>
                  <a:pt x="35833" y="32292"/>
                </a:lnTo>
                <a:lnTo>
                  <a:pt x="36042" y="32500"/>
                </a:lnTo>
                <a:lnTo>
                  <a:pt x="36250" y="32708"/>
                </a:lnTo>
                <a:lnTo>
                  <a:pt x="37917" y="32708"/>
                </a:lnTo>
                <a:lnTo>
                  <a:pt x="38125" y="32917"/>
                </a:lnTo>
                <a:lnTo>
                  <a:pt x="38333" y="33125"/>
                </a:lnTo>
                <a:lnTo>
                  <a:pt x="40833" y="33125"/>
                </a:lnTo>
                <a:lnTo>
                  <a:pt x="41042" y="33333"/>
                </a:lnTo>
                <a:lnTo>
                  <a:pt x="41250" y="33542"/>
                </a:lnTo>
                <a:lnTo>
                  <a:pt x="45417" y="33542"/>
                </a:lnTo>
                <a:lnTo>
                  <a:pt x="45625" y="33750"/>
                </a:lnTo>
                <a:lnTo>
                  <a:pt x="45833" y="33958"/>
                </a:lnTo>
                <a:lnTo>
                  <a:pt x="53750" y="33958"/>
                </a:lnTo>
                <a:lnTo>
                  <a:pt x="53958" y="33750"/>
                </a:lnTo>
                <a:lnTo>
                  <a:pt x="54167" y="33542"/>
                </a:lnTo>
                <a:lnTo>
                  <a:pt x="59167" y="33542"/>
                </a:lnTo>
                <a:lnTo>
                  <a:pt x="59375" y="33333"/>
                </a:lnTo>
                <a:lnTo>
                  <a:pt x="59583" y="33125"/>
                </a:lnTo>
                <a:lnTo>
                  <a:pt x="62083" y="33125"/>
                </a:lnTo>
                <a:lnTo>
                  <a:pt x="62292" y="32917"/>
                </a:lnTo>
                <a:lnTo>
                  <a:pt x="62500" y="32708"/>
                </a:lnTo>
                <a:lnTo>
                  <a:pt x="64167" y="32708"/>
                </a:lnTo>
                <a:lnTo>
                  <a:pt x="64375" y="32500"/>
                </a:lnTo>
                <a:lnTo>
                  <a:pt x="64583" y="32292"/>
                </a:lnTo>
                <a:lnTo>
                  <a:pt x="65833" y="32292"/>
                </a:lnTo>
                <a:lnTo>
                  <a:pt x="66042" y="32083"/>
                </a:lnTo>
                <a:lnTo>
                  <a:pt x="66250" y="31875"/>
                </a:lnTo>
                <a:lnTo>
                  <a:pt x="67500" y="31875"/>
                </a:lnTo>
                <a:lnTo>
                  <a:pt x="67708" y="31667"/>
                </a:lnTo>
                <a:lnTo>
                  <a:pt x="67917" y="31458"/>
                </a:lnTo>
                <a:lnTo>
                  <a:pt x="68333" y="31458"/>
                </a:lnTo>
                <a:lnTo>
                  <a:pt x="68750" y="31458"/>
                </a:lnTo>
                <a:lnTo>
                  <a:pt x="68958" y="31250"/>
                </a:lnTo>
                <a:lnTo>
                  <a:pt x="69167" y="31042"/>
                </a:lnTo>
                <a:lnTo>
                  <a:pt x="71250" y="30625"/>
                </a:lnTo>
                <a:lnTo>
                  <a:pt x="72500" y="29792"/>
                </a:lnTo>
                <a:lnTo>
                  <a:pt x="72917" y="29792"/>
                </a:lnTo>
                <a:lnTo>
                  <a:pt x="73333" y="29792"/>
                </a:lnTo>
                <a:lnTo>
                  <a:pt x="75000" y="28958"/>
                </a:lnTo>
                <a:lnTo>
                  <a:pt x="75833" y="28125"/>
                </a:lnTo>
                <a:lnTo>
                  <a:pt x="77500" y="27292"/>
                </a:lnTo>
                <a:lnTo>
                  <a:pt x="80208" y="24583"/>
                </a:lnTo>
                <a:lnTo>
                  <a:pt x="80625" y="23750"/>
                </a:lnTo>
                <a:lnTo>
                  <a:pt x="80625" y="23333"/>
                </a:lnTo>
                <a:lnTo>
                  <a:pt x="80625" y="22917"/>
                </a:lnTo>
                <a:lnTo>
                  <a:pt x="80833" y="22708"/>
                </a:lnTo>
                <a:lnTo>
                  <a:pt x="81042" y="22500"/>
                </a:lnTo>
                <a:lnTo>
                  <a:pt x="81042" y="19583"/>
                </a:lnTo>
                <a:lnTo>
                  <a:pt x="80208" y="17917"/>
                </a:lnTo>
                <a:lnTo>
                  <a:pt x="77083" y="14792"/>
                </a:lnTo>
                <a:lnTo>
                  <a:pt x="76667" y="14792"/>
                </a:lnTo>
                <a:lnTo>
                  <a:pt x="75833" y="13958"/>
                </a:lnTo>
                <a:lnTo>
                  <a:pt x="72500" y="12292"/>
                </a:lnTo>
                <a:lnTo>
                  <a:pt x="72083" y="12292"/>
                </a:lnTo>
                <a:lnTo>
                  <a:pt x="71667" y="12292"/>
                </a:lnTo>
                <a:lnTo>
                  <a:pt x="70417" y="11458"/>
                </a:lnTo>
                <a:lnTo>
                  <a:pt x="70000" y="11458"/>
                </a:lnTo>
                <a:lnTo>
                  <a:pt x="69583" y="11458"/>
                </a:lnTo>
                <a:lnTo>
                  <a:pt x="67917" y="10625"/>
                </a:lnTo>
                <a:lnTo>
                  <a:pt x="66667" y="10625"/>
                </a:lnTo>
                <a:lnTo>
                  <a:pt x="66458" y="10417"/>
                </a:lnTo>
                <a:lnTo>
                  <a:pt x="66250" y="10208"/>
                </a:lnTo>
                <a:lnTo>
                  <a:pt x="65000" y="10208"/>
                </a:lnTo>
                <a:lnTo>
                  <a:pt x="64792" y="10000"/>
                </a:lnTo>
                <a:lnTo>
                  <a:pt x="64583" y="9792"/>
                </a:lnTo>
                <a:lnTo>
                  <a:pt x="62917" y="9792"/>
                </a:lnTo>
                <a:lnTo>
                  <a:pt x="62708" y="9583"/>
                </a:lnTo>
                <a:lnTo>
                  <a:pt x="62500" y="9375"/>
                </a:lnTo>
                <a:lnTo>
                  <a:pt x="60417" y="9375"/>
                </a:lnTo>
                <a:lnTo>
                  <a:pt x="60208" y="9167"/>
                </a:lnTo>
                <a:lnTo>
                  <a:pt x="60000" y="8958"/>
                </a:lnTo>
                <a:lnTo>
                  <a:pt x="55833" y="8958"/>
                </a:lnTo>
                <a:lnTo>
                  <a:pt x="55625" y="8750"/>
                </a:lnTo>
                <a:lnTo>
                  <a:pt x="55417" y="8542"/>
                </a:lnTo>
                <a:lnTo>
                  <a:pt x="45417" y="8542"/>
                </a:lnTo>
                <a:close/>
                <a:moveTo>
                  <a:pt x="19167" y="26458"/>
                </a:moveTo>
                <a:lnTo>
                  <a:pt x="18958" y="26667"/>
                </a:lnTo>
                <a:lnTo>
                  <a:pt x="18958" y="42083"/>
                </a:lnTo>
                <a:lnTo>
                  <a:pt x="19792" y="43750"/>
                </a:lnTo>
                <a:lnTo>
                  <a:pt x="22917" y="46875"/>
                </a:lnTo>
                <a:lnTo>
                  <a:pt x="23333" y="46875"/>
                </a:lnTo>
                <a:lnTo>
                  <a:pt x="24167" y="47708"/>
                </a:lnTo>
                <a:lnTo>
                  <a:pt x="28333" y="49792"/>
                </a:lnTo>
                <a:lnTo>
                  <a:pt x="28750" y="49792"/>
                </a:lnTo>
                <a:lnTo>
                  <a:pt x="29167" y="49792"/>
                </a:lnTo>
                <a:lnTo>
                  <a:pt x="30833" y="50625"/>
                </a:lnTo>
                <a:lnTo>
                  <a:pt x="32083" y="50625"/>
                </a:lnTo>
                <a:lnTo>
                  <a:pt x="32292" y="50833"/>
                </a:lnTo>
                <a:lnTo>
                  <a:pt x="32500" y="51042"/>
                </a:lnTo>
                <a:lnTo>
                  <a:pt x="33750" y="51042"/>
                </a:lnTo>
                <a:lnTo>
                  <a:pt x="33958" y="51250"/>
                </a:lnTo>
                <a:lnTo>
                  <a:pt x="34167" y="51458"/>
                </a:lnTo>
                <a:lnTo>
                  <a:pt x="35833" y="51458"/>
                </a:lnTo>
                <a:lnTo>
                  <a:pt x="36042" y="51667"/>
                </a:lnTo>
                <a:lnTo>
                  <a:pt x="36250" y="51875"/>
                </a:lnTo>
                <a:lnTo>
                  <a:pt x="37917" y="51875"/>
                </a:lnTo>
                <a:lnTo>
                  <a:pt x="38125" y="52083"/>
                </a:lnTo>
                <a:lnTo>
                  <a:pt x="38333" y="52292"/>
                </a:lnTo>
                <a:lnTo>
                  <a:pt x="40417" y="52292"/>
                </a:lnTo>
                <a:lnTo>
                  <a:pt x="40625" y="52500"/>
                </a:lnTo>
                <a:lnTo>
                  <a:pt x="40833" y="52708"/>
                </a:lnTo>
                <a:lnTo>
                  <a:pt x="45000" y="52708"/>
                </a:lnTo>
                <a:lnTo>
                  <a:pt x="45208" y="52917"/>
                </a:lnTo>
                <a:lnTo>
                  <a:pt x="45417" y="53125"/>
                </a:lnTo>
                <a:lnTo>
                  <a:pt x="53750" y="53125"/>
                </a:lnTo>
                <a:lnTo>
                  <a:pt x="53958" y="52917"/>
                </a:lnTo>
                <a:lnTo>
                  <a:pt x="54167" y="52708"/>
                </a:lnTo>
                <a:lnTo>
                  <a:pt x="59167" y="52708"/>
                </a:lnTo>
                <a:lnTo>
                  <a:pt x="59375" y="52500"/>
                </a:lnTo>
                <a:lnTo>
                  <a:pt x="59583" y="52292"/>
                </a:lnTo>
                <a:lnTo>
                  <a:pt x="62083" y="52292"/>
                </a:lnTo>
                <a:lnTo>
                  <a:pt x="62292" y="52083"/>
                </a:lnTo>
                <a:lnTo>
                  <a:pt x="62500" y="51875"/>
                </a:lnTo>
                <a:lnTo>
                  <a:pt x="63750" y="51875"/>
                </a:lnTo>
                <a:lnTo>
                  <a:pt x="63958" y="51667"/>
                </a:lnTo>
                <a:lnTo>
                  <a:pt x="64167" y="51458"/>
                </a:lnTo>
                <a:lnTo>
                  <a:pt x="65833" y="51458"/>
                </a:lnTo>
                <a:lnTo>
                  <a:pt x="66042" y="51250"/>
                </a:lnTo>
                <a:lnTo>
                  <a:pt x="66250" y="51042"/>
                </a:lnTo>
                <a:lnTo>
                  <a:pt x="67500" y="51042"/>
                </a:lnTo>
                <a:lnTo>
                  <a:pt x="67708" y="50833"/>
                </a:lnTo>
                <a:lnTo>
                  <a:pt x="67917" y="50625"/>
                </a:lnTo>
                <a:lnTo>
                  <a:pt x="69167" y="50625"/>
                </a:lnTo>
                <a:lnTo>
                  <a:pt x="69375" y="50417"/>
                </a:lnTo>
                <a:lnTo>
                  <a:pt x="69583" y="50208"/>
                </a:lnTo>
                <a:lnTo>
                  <a:pt x="71667" y="49792"/>
                </a:lnTo>
                <a:lnTo>
                  <a:pt x="75833" y="47708"/>
                </a:lnTo>
                <a:lnTo>
                  <a:pt x="76667" y="46875"/>
                </a:lnTo>
                <a:lnTo>
                  <a:pt x="77083" y="46875"/>
                </a:lnTo>
                <a:lnTo>
                  <a:pt x="80208" y="43750"/>
                </a:lnTo>
                <a:lnTo>
                  <a:pt x="80208" y="43333"/>
                </a:lnTo>
                <a:lnTo>
                  <a:pt x="81042" y="42083"/>
                </a:lnTo>
                <a:lnTo>
                  <a:pt x="81042" y="26667"/>
                </a:lnTo>
                <a:lnTo>
                  <a:pt x="80833" y="26458"/>
                </a:lnTo>
                <a:lnTo>
                  <a:pt x="78333" y="28958"/>
                </a:lnTo>
                <a:lnTo>
                  <a:pt x="77917" y="28958"/>
                </a:lnTo>
                <a:lnTo>
                  <a:pt x="77083" y="29792"/>
                </a:lnTo>
                <a:lnTo>
                  <a:pt x="72083" y="32292"/>
                </a:lnTo>
                <a:lnTo>
                  <a:pt x="71667" y="32292"/>
                </a:lnTo>
                <a:lnTo>
                  <a:pt x="71250" y="32292"/>
                </a:lnTo>
                <a:lnTo>
                  <a:pt x="69583" y="33125"/>
                </a:lnTo>
                <a:lnTo>
                  <a:pt x="68333" y="33125"/>
                </a:lnTo>
                <a:lnTo>
                  <a:pt x="66667" y="33958"/>
                </a:lnTo>
                <a:lnTo>
                  <a:pt x="65417" y="33958"/>
                </a:lnTo>
                <a:lnTo>
                  <a:pt x="65208" y="34167"/>
                </a:lnTo>
                <a:lnTo>
                  <a:pt x="65000" y="34375"/>
                </a:lnTo>
                <a:lnTo>
                  <a:pt x="62917" y="34375"/>
                </a:lnTo>
                <a:lnTo>
                  <a:pt x="62708" y="34583"/>
                </a:lnTo>
                <a:lnTo>
                  <a:pt x="62500" y="34792"/>
                </a:lnTo>
                <a:lnTo>
                  <a:pt x="60417" y="34792"/>
                </a:lnTo>
                <a:lnTo>
                  <a:pt x="60208" y="35000"/>
                </a:lnTo>
                <a:lnTo>
                  <a:pt x="60000" y="35208"/>
                </a:lnTo>
                <a:lnTo>
                  <a:pt x="57500" y="35208"/>
                </a:lnTo>
                <a:lnTo>
                  <a:pt x="57292" y="35417"/>
                </a:lnTo>
                <a:lnTo>
                  <a:pt x="57083" y="35625"/>
                </a:lnTo>
                <a:lnTo>
                  <a:pt x="42917" y="35625"/>
                </a:lnTo>
                <a:lnTo>
                  <a:pt x="42708" y="35417"/>
                </a:lnTo>
                <a:lnTo>
                  <a:pt x="42500" y="35208"/>
                </a:lnTo>
                <a:lnTo>
                  <a:pt x="39583" y="35208"/>
                </a:lnTo>
                <a:lnTo>
                  <a:pt x="39375" y="35000"/>
                </a:lnTo>
                <a:lnTo>
                  <a:pt x="39167" y="34792"/>
                </a:lnTo>
                <a:lnTo>
                  <a:pt x="37083" y="34792"/>
                </a:lnTo>
                <a:lnTo>
                  <a:pt x="36875" y="34583"/>
                </a:lnTo>
                <a:lnTo>
                  <a:pt x="36667" y="34375"/>
                </a:lnTo>
                <a:lnTo>
                  <a:pt x="35000" y="34375"/>
                </a:lnTo>
                <a:lnTo>
                  <a:pt x="34792" y="34167"/>
                </a:lnTo>
                <a:lnTo>
                  <a:pt x="34583" y="33958"/>
                </a:lnTo>
                <a:lnTo>
                  <a:pt x="33333" y="33958"/>
                </a:lnTo>
                <a:lnTo>
                  <a:pt x="33125" y="33750"/>
                </a:lnTo>
                <a:lnTo>
                  <a:pt x="32917" y="33542"/>
                </a:lnTo>
                <a:lnTo>
                  <a:pt x="31667" y="33542"/>
                </a:lnTo>
                <a:lnTo>
                  <a:pt x="31458" y="33333"/>
                </a:lnTo>
                <a:lnTo>
                  <a:pt x="31250" y="33125"/>
                </a:lnTo>
                <a:lnTo>
                  <a:pt x="30833" y="33125"/>
                </a:lnTo>
                <a:lnTo>
                  <a:pt x="30417" y="33125"/>
                </a:lnTo>
                <a:lnTo>
                  <a:pt x="30208" y="32917"/>
                </a:lnTo>
                <a:lnTo>
                  <a:pt x="30000" y="32708"/>
                </a:lnTo>
                <a:lnTo>
                  <a:pt x="27917" y="32292"/>
                </a:lnTo>
                <a:lnTo>
                  <a:pt x="22917" y="29792"/>
                </a:lnTo>
                <a:lnTo>
                  <a:pt x="22083" y="28958"/>
                </a:lnTo>
                <a:lnTo>
                  <a:pt x="21667" y="28958"/>
                </a:lnTo>
                <a:lnTo>
                  <a:pt x="19167" y="26458"/>
                </a:lnTo>
                <a:close/>
                <a:moveTo>
                  <a:pt x="71042" y="39167"/>
                </a:moveTo>
                <a:lnTo>
                  <a:pt x="71250" y="38958"/>
                </a:lnTo>
                <a:lnTo>
                  <a:pt x="73333" y="38958"/>
                </a:lnTo>
                <a:lnTo>
                  <a:pt x="74375" y="40000"/>
                </a:lnTo>
                <a:lnTo>
                  <a:pt x="74375" y="40417"/>
                </a:lnTo>
                <a:lnTo>
                  <a:pt x="74375" y="40833"/>
                </a:lnTo>
                <a:lnTo>
                  <a:pt x="74583" y="41042"/>
                </a:lnTo>
                <a:lnTo>
                  <a:pt x="74792" y="41250"/>
                </a:lnTo>
                <a:lnTo>
                  <a:pt x="74583" y="41458"/>
                </a:lnTo>
                <a:lnTo>
                  <a:pt x="74375" y="41667"/>
                </a:lnTo>
                <a:lnTo>
                  <a:pt x="74375" y="42083"/>
                </a:lnTo>
                <a:lnTo>
                  <a:pt x="74375" y="42500"/>
                </a:lnTo>
                <a:lnTo>
                  <a:pt x="73333" y="43542"/>
                </a:lnTo>
                <a:lnTo>
                  <a:pt x="72500" y="43958"/>
                </a:lnTo>
                <a:lnTo>
                  <a:pt x="72083" y="43958"/>
                </a:lnTo>
                <a:lnTo>
                  <a:pt x="71667" y="43958"/>
                </a:lnTo>
                <a:lnTo>
                  <a:pt x="69792" y="42500"/>
                </a:lnTo>
                <a:lnTo>
                  <a:pt x="69792" y="40417"/>
                </a:lnTo>
                <a:lnTo>
                  <a:pt x="70208" y="39583"/>
                </a:lnTo>
                <a:lnTo>
                  <a:pt x="71042" y="39167"/>
                </a:lnTo>
                <a:close/>
                <a:moveTo>
                  <a:pt x="80833" y="45625"/>
                </a:moveTo>
                <a:lnTo>
                  <a:pt x="78333" y="48125"/>
                </a:lnTo>
                <a:lnTo>
                  <a:pt x="77917" y="48125"/>
                </a:lnTo>
                <a:lnTo>
                  <a:pt x="75833" y="49792"/>
                </a:lnTo>
                <a:lnTo>
                  <a:pt x="75000" y="50208"/>
                </a:lnTo>
                <a:lnTo>
                  <a:pt x="74583" y="50208"/>
                </a:lnTo>
                <a:lnTo>
                  <a:pt x="74167" y="50208"/>
                </a:lnTo>
                <a:lnTo>
                  <a:pt x="72083" y="51458"/>
                </a:lnTo>
                <a:lnTo>
                  <a:pt x="71667" y="51458"/>
                </a:lnTo>
                <a:lnTo>
                  <a:pt x="71250" y="51458"/>
                </a:lnTo>
                <a:lnTo>
                  <a:pt x="69583" y="52292"/>
                </a:lnTo>
                <a:lnTo>
                  <a:pt x="68333" y="52292"/>
                </a:lnTo>
                <a:lnTo>
                  <a:pt x="66667" y="53125"/>
                </a:lnTo>
                <a:lnTo>
                  <a:pt x="65417" y="53125"/>
                </a:lnTo>
                <a:lnTo>
                  <a:pt x="65208" y="53333"/>
                </a:lnTo>
                <a:lnTo>
                  <a:pt x="65000" y="53542"/>
                </a:lnTo>
                <a:lnTo>
                  <a:pt x="62917" y="53542"/>
                </a:lnTo>
                <a:lnTo>
                  <a:pt x="62708" y="53750"/>
                </a:lnTo>
                <a:lnTo>
                  <a:pt x="62500" y="53958"/>
                </a:lnTo>
                <a:lnTo>
                  <a:pt x="60000" y="53958"/>
                </a:lnTo>
                <a:lnTo>
                  <a:pt x="59792" y="54167"/>
                </a:lnTo>
                <a:lnTo>
                  <a:pt x="59583" y="54375"/>
                </a:lnTo>
                <a:lnTo>
                  <a:pt x="56250" y="54375"/>
                </a:lnTo>
                <a:lnTo>
                  <a:pt x="56042" y="54583"/>
                </a:lnTo>
                <a:lnTo>
                  <a:pt x="55833" y="54792"/>
                </a:lnTo>
                <a:lnTo>
                  <a:pt x="43750" y="54792"/>
                </a:lnTo>
                <a:lnTo>
                  <a:pt x="43542" y="54583"/>
                </a:lnTo>
                <a:lnTo>
                  <a:pt x="43333" y="54375"/>
                </a:lnTo>
                <a:lnTo>
                  <a:pt x="40000" y="54375"/>
                </a:lnTo>
                <a:lnTo>
                  <a:pt x="39792" y="54167"/>
                </a:lnTo>
                <a:lnTo>
                  <a:pt x="39583" y="53958"/>
                </a:lnTo>
                <a:lnTo>
                  <a:pt x="37083" y="53958"/>
                </a:lnTo>
                <a:lnTo>
                  <a:pt x="36875" y="53750"/>
                </a:lnTo>
                <a:lnTo>
                  <a:pt x="36667" y="53542"/>
                </a:lnTo>
                <a:lnTo>
                  <a:pt x="34583" y="53542"/>
                </a:lnTo>
                <a:lnTo>
                  <a:pt x="34375" y="53333"/>
                </a:lnTo>
                <a:lnTo>
                  <a:pt x="34167" y="53125"/>
                </a:lnTo>
                <a:lnTo>
                  <a:pt x="31250" y="52708"/>
                </a:lnTo>
                <a:lnTo>
                  <a:pt x="28750" y="51458"/>
                </a:lnTo>
                <a:lnTo>
                  <a:pt x="28333" y="51458"/>
                </a:lnTo>
                <a:lnTo>
                  <a:pt x="27917" y="51458"/>
                </a:lnTo>
                <a:lnTo>
                  <a:pt x="26667" y="50625"/>
                </a:lnTo>
                <a:lnTo>
                  <a:pt x="26250" y="50625"/>
                </a:lnTo>
                <a:lnTo>
                  <a:pt x="25833" y="50625"/>
                </a:lnTo>
                <a:lnTo>
                  <a:pt x="23333" y="49375"/>
                </a:lnTo>
                <a:lnTo>
                  <a:pt x="22500" y="48542"/>
                </a:lnTo>
                <a:lnTo>
                  <a:pt x="22083" y="48542"/>
                </a:lnTo>
                <a:lnTo>
                  <a:pt x="20833" y="47292"/>
                </a:lnTo>
                <a:lnTo>
                  <a:pt x="20417" y="47292"/>
                </a:lnTo>
                <a:lnTo>
                  <a:pt x="19583" y="46042"/>
                </a:lnTo>
                <a:lnTo>
                  <a:pt x="19167" y="46042"/>
                </a:lnTo>
                <a:lnTo>
                  <a:pt x="18958" y="46250"/>
                </a:lnTo>
                <a:lnTo>
                  <a:pt x="18958" y="61667"/>
                </a:lnTo>
                <a:lnTo>
                  <a:pt x="19792" y="62917"/>
                </a:lnTo>
                <a:lnTo>
                  <a:pt x="20208" y="63750"/>
                </a:lnTo>
                <a:lnTo>
                  <a:pt x="22917" y="66042"/>
                </a:lnTo>
                <a:lnTo>
                  <a:pt x="23333" y="66042"/>
                </a:lnTo>
                <a:lnTo>
                  <a:pt x="24167" y="66875"/>
                </a:lnTo>
                <a:lnTo>
                  <a:pt x="27500" y="68542"/>
                </a:lnTo>
                <a:lnTo>
                  <a:pt x="27917" y="68542"/>
                </a:lnTo>
                <a:lnTo>
                  <a:pt x="28333" y="68542"/>
                </a:lnTo>
                <a:lnTo>
                  <a:pt x="30833" y="69792"/>
                </a:lnTo>
                <a:lnTo>
                  <a:pt x="32083" y="69792"/>
                </a:lnTo>
                <a:lnTo>
                  <a:pt x="32292" y="70000"/>
                </a:lnTo>
                <a:lnTo>
                  <a:pt x="32500" y="70208"/>
                </a:lnTo>
                <a:lnTo>
                  <a:pt x="33750" y="70208"/>
                </a:lnTo>
                <a:lnTo>
                  <a:pt x="33958" y="70417"/>
                </a:lnTo>
                <a:lnTo>
                  <a:pt x="34167" y="70625"/>
                </a:lnTo>
                <a:lnTo>
                  <a:pt x="35417" y="70625"/>
                </a:lnTo>
                <a:lnTo>
                  <a:pt x="35625" y="70833"/>
                </a:lnTo>
                <a:lnTo>
                  <a:pt x="35833" y="71042"/>
                </a:lnTo>
                <a:lnTo>
                  <a:pt x="37917" y="71042"/>
                </a:lnTo>
                <a:lnTo>
                  <a:pt x="38125" y="71250"/>
                </a:lnTo>
                <a:lnTo>
                  <a:pt x="38333" y="71458"/>
                </a:lnTo>
                <a:lnTo>
                  <a:pt x="40417" y="71458"/>
                </a:lnTo>
                <a:lnTo>
                  <a:pt x="40625" y="71667"/>
                </a:lnTo>
                <a:lnTo>
                  <a:pt x="40833" y="71875"/>
                </a:lnTo>
                <a:lnTo>
                  <a:pt x="46667" y="71875"/>
                </a:lnTo>
                <a:lnTo>
                  <a:pt x="46875" y="72083"/>
                </a:lnTo>
                <a:lnTo>
                  <a:pt x="47083" y="72292"/>
                </a:lnTo>
                <a:lnTo>
                  <a:pt x="53750" y="72292"/>
                </a:lnTo>
                <a:lnTo>
                  <a:pt x="53958" y="72083"/>
                </a:lnTo>
                <a:lnTo>
                  <a:pt x="54167" y="71875"/>
                </a:lnTo>
                <a:lnTo>
                  <a:pt x="58750" y="71875"/>
                </a:lnTo>
                <a:lnTo>
                  <a:pt x="58958" y="71667"/>
                </a:lnTo>
                <a:lnTo>
                  <a:pt x="59167" y="71458"/>
                </a:lnTo>
                <a:lnTo>
                  <a:pt x="62083" y="71458"/>
                </a:lnTo>
                <a:lnTo>
                  <a:pt x="62292" y="71250"/>
                </a:lnTo>
                <a:lnTo>
                  <a:pt x="62500" y="71042"/>
                </a:lnTo>
                <a:lnTo>
                  <a:pt x="64167" y="71042"/>
                </a:lnTo>
                <a:lnTo>
                  <a:pt x="64375" y="70833"/>
                </a:lnTo>
                <a:lnTo>
                  <a:pt x="64583" y="70625"/>
                </a:lnTo>
                <a:lnTo>
                  <a:pt x="65833" y="70625"/>
                </a:lnTo>
                <a:lnTo>
                  <a:pt x="66042" y="70417"/>
                </a:lnTo>
                <a:lnTo>
                  <a:pt x="66250" y="70208"/>
                </a:lnTo>
                <a:lnTo>
                  <a:pt x="69167" y="69792"/>
                </a:lnTo>
                <a:lnTo>
                  <a:pt x="69375" y="69583"/>
                </a:lnTo>
                <a:lnTo>
                  <a:pt x="69583" y="69375"/>
                </a:lnTo>
                <a:lnTo>
                  <a:pt x="71667" y="68958"/>
                </a:lnTo>
                <a:lnTo>
                  <a:pt x="75833" y="66875"/>
                </a:lnTo>
                <a:lnTo>
                  <a:pt x="76667" y="66042"/>
                </a:lnTo>
                <a:lnTo>
                  <a:pt x="77083" y="66042"/>
                </a:lnTo>
                <a:lnTo>
                  <a:pt x="80208" y="62917"/>
                </a:lnTo>
                <a:lnTo>
                  <a:pt x="81042" y="61250"/>
                </a:lnTo>
                <a:lnTo>
                  <a:pt x="81042" y="45833"/>
                </a:lnTo>
                <a:lnTo>
                  <a:pt x="80833" y="45625"/>
                </a:lnTo>
                <a:close/>
                <a:moveTo>
                  <a:pt x="71042" y="58333"/>
                </a:moveTo>
                <a:lnTo>
                  <a:pt x="71250" y="58125"/>
                </a:lnTo>
                <a:lnTo>
                  <a:pt x="73333" y="58125"/>
                </a:lnTo>
                <a:lnTo>
                  <a:pt x="74375" y="59167"/>
                </a:lnTo>
                <a:lnTo>
                  <a:pt x="74375" y="61667"/>
                </a:lnTo>
                <a:lnTo>
                  <a:pt x="73333" y="62708"/>
                </a:lnTo>
                <a:lnTo>
                  <a:pt x="72917" y="62708"/>
                </a:lnTo>
                <a:lnTo>
                  <a:pt x="72708" y="62917"/>
                </a:lnTo>
                <a:lnTo>
                  <a:pt x="72500" y="63125"/>
                </a:lnTo>
                <a:lnTo>
                  <a:pt x="72083" y="63125"/>
                </a:lnTo>
                <a:lnTo>
                  <a:pt x="71667" y="63125"/>
                </a:lnTo>
                <a:lnTo>
                  <a:pt x="69792" y="61667"/>
                </a:lnTo>
                <a:lnTo>
                  <a:pt x="69792" y="59583"/>
                </a:lnTo>
                <a:lnTo>
                  <a:pt x="70208" y="58750"/>
                </a:lnTo>
                <a:lnTo>
                  <a:pt x="71042" y="58333"/>
                </a:lnTo>
                <a:close/>
                <a:moveTo>
                  <a:pt x="19167" y="65208"/>
                </a:moveTo>
                <a:lnTo>
                  <a:pt x="18958" y="65417"/>
                </a:lnTo>
                <a:lnTo>
                  <a:pt x="18958" y="80833"/>
                </a:lnTo>
                <a:lnTo>
                  <a:pt x="19792" y="82500"/>
                </a:lnTo>
                <a:lnTo>
                  <a:pt x="22917" y="85625"/>
                </a:lnTo>
                <a:lnTo>
                  <a:pt x="24167" y="86042"/>
                </a:lnTo>
                <a:lnTo>
                  <a:pt x="25000" y="86875"/>
                </a:lnTo>
                <a:lnTo>
                  <a:pt x="26667" y="87708"/>
                </a:lnTo>
                <a:lnTo>
                  <a:pt x="27083" y="87708"/>
                </a:lnTo>
                <a:lnTo>
                  <a:pt x="27500" y="87708"/>
                </a:lnTo>
                <a:lnTo>
                  <a:pt x="28750" y="88542"/>
                </a:lnTo>
                <a:lnTo>
                  <a:pt x="29167" y="88542"/>
                </a:lnTo>
                <a:lnTo>
                  <a:pt x="29583" y="88542"/>
                </a:lnTo>
                <a:lnTo>
                  <a:pt x="29792" y="88750"/>
                </a:lnTo>
                <a:lnTo>
                  <a:pt x="30000" y="88958"/>
                </a:lnTo>
                <a:lnTo>
                  <a:pt x="32083" y="89375"/>
                </a:lnTo>
                <a:lnTo>
                  <a:pt x="32292" y="89583"/>
                </a:lnTo>
                <a:lnTo>
                  <a:pt x="32500" y="89792"/>
                </a:lnTo>
                <a:lnTo>
                  <a:pt x="33750" y="89792"/>
                </a:lnTo>
                <a:lnTo>
                  <a:pt x="33958" y="90000"/>
                </a:lnTo>
                <a:lnTo>
                  <a:pt x="34167" y="90208"/>
                </a:lnTo>
                <a:lnTo>
                  <a:pt x="35417" y="90208"/>
                </a:lnTo>
                <a:lnTo>
                  <a:pt x="35625" y="90417"/>
                </a:lnTo>
                <a:lnTo>
                  <a:pt x="35833" y="90625"/>
                </a:lnTo>
                <a:lnTo>
                  <a:pt x="38333" y="90625"/>
                </a:lnTo>
                <a:lnTo>
                  <a:pt x="38542" y="90833"/>
                </a:lnTo>
                <a:lnTo>
                  <a:pt x="38750" y="91042"/>
                </a:lnTo>
                <a:lnTo>
                  <a:pt x="41667" y="91042"/>
                </a:lnTo>
                <a:lnTo>
                  <a:pt x="41875" y="91250"/>
                </a:lnTo>
                <a:lnTo>
                  <a:pt x="42083" y="91458"/>
                </a:lnTo>
                <a:lnTo>
                  <a:pt x="48333" y="91458"/>
                </a:lnTo>
                <a:lnTo>
                  <a:pt x="48542" y="91667"/>
                </a:lnTo>
                <a:lnTo>
                  <a:pt x="48750" y="91875"/>
                </a:lnTo>
                <a:lnTo>
                  <a:pt x="51250" y="91875"/>
                </a:lnTo>
                <a:lnTo>
                  <a:pt x="51458" y="91667"/>
                </a:lnTo>
                <a:lnTo>
                  <a:pt x="51667" y="91458"/>
                </a:lnTo>
                <a:lnTo>
                  <a:pt x="57917" y="91458"/>
                </a:lnTo>
                <a:lnTo>
                  <a:pt x="58125" y="91250"/>
                </a:lnTo>
                <a:lnTo>
                  <a:pt x="58333" y="91042"/>
                </a:lnTo>
                <a:lnTo>
                  <a:pt x="61250" y="91042"/>
                </a:lnTo>
                <a:lnTo>
                  <a:pt x="61458" y="90833"/>
                </a:lnTo>
                <a:lnTo>
                  <a:pt x="61667" y="90625"/>
                </a:lnTo>
                <a:lnTo>
                  <a:pt x="63750" y="90625"/>
                </a:lnTo>
                <a:lnTo>
                  <a:pt x="63958" y="90417"/>
                </a:lnTo>
                <a:lnTo>
                  <a:pt x="64167" y="90208"/>
                </a:lnTo>
                <a:lnTo>
                  <a:pt x="65417" y="90208"/>
                </a:lnTo>
                <a:lnTo>
                  <a:pt x="65625" y="90000"/>
                </a:lnTo>
                <a:lnTo>
                  <a:pt x="65833" y="89792"/>
                </a:lnTo>
                <a:lnTo>
                  <a:pt x="68750" y="89375"/>
                </a:lnTo>
                <a:lnTo>
                  <a:pt x="71250" y="88125"/>
                </a:lnTo>
                <a:lnTo>
                  <a:pt x="73333" y="87708"/>
                </a:lnTo>
                <a:lnTo>
                  <a:pt x="75833" y="86458"/>
                </a:lnTo>
                <a:lnTo>
                  <a:pt x="77083" y="85208"/>
                </a:lnTo>
                <a:lnTo>
                  <a:pt x="77500" y="85208"/>
                </a:lnTo>
                <a:lnTo>
                  <a:pt x="80208" y="82500"/>
                </a:lnTo>
                <a:lnTo>
                  <a:pt x="81042" y="80833"/>
                </a:lnTo>
                <a:lnTo>
                  <a:pt x="81042" y="65417"/>
                </a:lnTo>
                <a:lnTo>
                  <a:pt x="80833" y="65208"/>
                </a:lnTo>
                <a:lnTo>
                  <a:pt x="80417" y="65208"/>
                </a:lnTo>
                <a:lnTo>
                  <a:pt x="79583" y="66458"/>
                </a:lnTo>
                <a:lnTo>
                  <a:pt x="79167" y="66458"/>
                </a:lnTo>
                <a:lnTo>
                  <a:pt x="76667" y="68542"/>
                </a:lnTo>
                <a:lnTo>
                  <a:pt x="74167" y="69792"/>
                </a:lnTo>
                <a:lnTo>
                  <a:pt x="73750" y="69792"/>
                </a:lnTo>
                <a:lnTo>
                  <a:pt x="73333" y="69792"/>
                </a:lnTo>
                <a:lnTo>
                  <a:pt x="72083" y="70625"/>
                </a:lnTo>
                <a:lnTo>
                  <a:pt x="71667" y="70625"/>
                </a:lnTo>
                <a:lnTo>
                  <a:pt x="71250" y="70625"/>
                </a:lnTo>
                <a:lnTo>
                  <a:pt x="71042" y="70833"/>
                </a:lnTo>
                <a:lnTo>
                  <a:pt x="70833" y="71042"/>
                </a:lnTo>
                <a:lnTo>
                  <a:pt x="70417" y="71042"/>
                </a:lnTo>
                <a:lnTo>
                  <a:pt x="70000" y="71042"/>
                </a:lnTo>
                <a:lnTo>
                  <a:pt x="68333" y="71875"/>
                </a:lnTo>
                <a:lnTo>
                  <a:pt x="66667" y="71875"/>
                </a:lnTo>
                <a:lnTo>
                  <a:pt x="66458" y="72083"/>
                </a:lnTo>
                <a:lnTo>
                  <a:pt x="66250" y="72292"/>
                </a:lnTo>
                <a:lnTo>
                  <a:pt x="65000" y="72292"/>
                </a:lnTo>
                <a:lnTo>
                  <a:pt x="64792" y="72500"/>
                </a:lnTo>
                <a:lnTo>
                  <a:pt x="64583" y="72708"/>
                </a:lnTo>
                <a:lnTo>
                  <a:pt x="62917" y="72708"/>
                </a:lnTo>
                <a:lnTo>
                  <a:pt x="62708" y="72917"/>
                </a:lnTo>
                <a:lnTo>
                  <a:pt x="62500" y="73125"/>
                </a:lnTo>
                <a:lnTo>
                  <a:pt x="60000" y="73125"/>
                </a:lnTo>
                <a:lnTo>
                  <a:pt x="59792" y="73333"/>
                </a:lnTo>
                <a:lnTo>
                  <a:pt x="59583" y="73542"/>
                </a:lnTo>
                <a:lnTo>
                  <a:pt x="55417" y="73542"/>
                </a:lnTo>
                <a:lnTo>
                  <a:pt x="55208" y="73750"/>
                </a:lnTo>
                <a:lnTo>
                  <a:pt x="55000" y="73958"/>
                </a:lnTo>
                <a:lnTo>
                  <a:pt x="44167" y="73958"/>
                </a:lnTo>
                <a:lnTo>
                  <a:pt x="43958" y="73750"/>
                </a:lnTo>
                <a:lnTo>
                  <a:pt x="43750" y="73542"/>
                </a:lnTo>
                <a:lnTo>
                  <a:pt x="40000" y="73542"/>
                </a:lnTo>
                <a:lnTo>
                  <a:pt x="39792" y="73333"/>
                </a:lnTo>
                <a:lnTo>
                  <a:pt x="39583" y="73125"/>
                </a:lnTo>
                <a:lnTo>
                  <a:pt x="37083" y="73125"/>
                </a:lnTo>
                <a:lnTo>
                  <a:pt x="36875" y="72917"/>
                </a:lnTo>
                <a:lnTo>
                  <a:pt x="36667" y="72708"/>
                </a:lnTo>
                <a:lnTo>
                  <a:pt x="35000" y="72708"/>
                </a:lnTo>
                <a:lnTo>
                  <a:pt x="34792" y="72500"/>
                </a:lnTo>
                <a:lnTo>
                  <a:pt x="34583" y="72292"/>
                </a:lnTo>
                <a:lnTo>
                  <a:pt x="31667" y="71875"/>
                </a:lnTo>
                <a:lnTo>
                  <a:pt x="31458" y="71667"/>
                </a:lnTo>
                <a:lnTo>
                  <a:pt x="31250" y="71458"/>
                </a:lnTo>
                <a:lnTo>
                  <a:pt x="30833" y="71458"/>
                </a:lnTo>
                <a:lnTo>
                  <a:pt x="30417" y="71458"/>
                </a:lnTo>
                <a:lnTo>
                  <a:pt x="30208" y="71250"/>
                </a:lnTo>
                <a:lnTo>
                  <a:pt x="30000" y="71042"/>
                </a:lnTo>
                <a:lnTo>
                  <a:pt x="27917" y="70625"/>
                </a:lnTo>
                <a:lnTo>
                  <a:pt x="26667" y="69792"/>
                </a:lnTo>
                <a:lnTo>
                  <a:pt x="26250" y="69792"/>
                </a:lnTo>
                <a:lnTo>
                  <a:pt x="25833" y="69792"/>
                </a:lnTo>
                <a:lnTo>
                  <a:pt x="23333" y="68542"/>
                </a:lnTo>
                <a:lnTo>
                  <a:pt x="22500" y="67708"/>
                </a:lnTo>
                <a:lnTo>
                  <a:pt x="22083" y="67708"/>
                </a:lnTo>
                <a:lnTo>
                  <a:pt x="19167" y="65208"/>
                </a:lnTo>
                <a:close/>
                <a:moveTo>
                  <a:pt x="70625" y="77500"/>
                </a:moveTo>
                <a:lnTo>
                  <a:pt x="70833" y="77292"/>
                </a:lnTo>
                <a:lnTo>
                  <a:pt x="73333" y="77292"/>
                </a:lnTo>
                <a:lnTo>
                  <a:pt x="74375" y="78333"/>
                </a:lnTo>
                <a:lnTo>
                  <a:pt x="74375" y="80833"/>
                </a:lnTo>
                <a:lnTo>
                  <a:pt x="73333" y="81875"/>
                </a:lnTo>
                <a:lnTo>
                  <a:pt x="72500" y="82292"/>
                </a:lnTo>
                <a:lnTo>
                  <a:pt x="72083" y="82292"/>
                </a:lnTo>
                <a:lnTo>
                  <a:pt x="71667" y="82292"/>
                </a:lnTo>
                <a:lnTo>
                  <a:pt x="69792" y="80833"/>
                </a:lnTo>
                <a:lnTo>
                  <a:pt x="69792" y="78750"/>
                </a:lnTo>
                <a:lnTo>
                  <a:pt x="70625" y="77500"/>
                </a:lnTo>
                <a:close/>
              </a:path>
            </a:pathLst>
          </a:cu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1883664" y="1792224"/>
            <a:ext cx="0" cy="214884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084832" y="1746504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2 240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2103120" y="2523744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 d’une enseigne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 grande distribution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03120" y="3017520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6200" dirty="0"/>
          </a:p>
        </p:txBody>
      </p:sp>
      <p:sp>
        <p:nvSpPr>
          <p:cNvPr id="12" name="Text 9"/>
          <p:cNvSpPr/>
          <p:nvPr/>
        </p:nvSpPr>
        <p:spPr>
          <a:xfrm>
            <a:off x="2112264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488" y="4206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4553712"/>
            <a:ext cx="4233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Dataset public Kaggle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488" y="49926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Dimensions analysées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93776" y="5394960"/>
            <a:ext cx="173736" cy="1737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59536" y="53675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Démographie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" y="5678424"/>
            <a:ext cx="173736" cy="1737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59536" y="565099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Dépenses par catégorie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93776" y="5961888"/>
            <a:ext cx="173736" cy="1737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59536" y="5934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Canaux d’achat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3776" y="6245352"/>
            <a:ext cx="173736" cy="1737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59536" y="6217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Réponses aux campagnes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910328" y="1737360"/>
            <a:ext cx="0" cy="4681728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5175504" y="1728216"/>
            <a:ext cx="6693408" cy="1472184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5431536" y="2048256"/>
            <a:ext cx="1115568" cy="11155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VECTOR_people2_16"/>
          <p:cNvSpPr/>
          <p:nvPr/>
        </p:nvSpPr>
        <p:spPr>
          <a:xfrm>
            <a:off x="5431536" y="2048256"/>
            <a:ext cx="1115568" cy="11155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7768" y="28571"/>
                </a:moveTo>
                <a:lnTo>
                  <a:pt x="48214" y="28125"/>
                </a:lnTo>
                <a:lnTo>
                  <a:pt x="52679" y="28125"/>
                </a:lnTo>
                <a:lnTo>
                  <a:pt x="56250" y="29911"/>
                </a:lnTo>
                <a:lnTo>
                  <a:pt x="56696" y="30357"/>
                </a:lnTo>
                <a:lnTo>
                  <a:pt x="56696" y="31250"/>
                </a:lnTo>
                <a:lnTo>
                  <a:pt x="58482" y="33036"/>
                </a:lnTo>
                <a:lnTo>
                  <a:pt x="58482" y="33929"/>
                </a:lnTo>
                <a:lnTo>
                  <a:pt x="58482" y="34821"/>
                </a:lnTo>
                <a:lnTo>
                  <a:pt x="58929" y="35268"/>
                </a:lnTo>
                <a:lnTo>
                  <a:pt x="59375" y="35714"/>
                </a:lnTo>
                <a:lnTo>
                  <a:pt x="58482" y="40179"/>
                </a:lnTo>
                <a:lnTo>
                  <a:pt x="57589" y="41964"/>
                </a:lnTo>
                <a:lnTo>
                  <a:pt x="54018" y="44643"/>
                </a:lnTo>
                <a:lnTo>
                  <a:pt x="53571" y="45089"/>
                </a:lnTo>
                <a:lnTo>
                  <a:pt x="48214" y="45089"/>
                </a:lnTo>
                <a:lnTo>
                  <a:pt x="46429" y="44196"/>
                </a:lnTo>
                <a:lnTo>
                  <a:pt x="43304" y="41071"/>
                </a:lnTo>
                <a:lnTo>
                  <a:pt x="43304" y="40179"/>
                </a:lnTo>
                <a:lnTo>
                  <a:pt x="43304" y="39286"/>
                </a:lnTo>
                <a:lnTo>
                  <a:pt x="42857" y="38839"/>
                </a:lnTo>
                <a:lnTo>
                  <a:pt x="42411" y="38393"/>
                </a:lnTo>
                <a:lnTo>
                  <a:pt x="42411" y="34821"/>
                </a:lnTo>
                <a:lnTo>
                  <a:pt x="42857" y="34375"/>
                </a:lnTo>
                <a:lnTo>
                  <a:pt x="43304" y="33929"/>
                </a:lnTo>
                <a:lnTo>
                  <a:pt x="43304" y="33036"/>
                </a:lnTo>
                <a:lnTo>
                  <a:pt x="43304" y="32143"/>
                </a:lnTo>
                <a:lnTo>
                  <a:pt x="46429" y="29018"/>
                </a:lnTo>
                <a:lnTo>
                  <a:pt x="47321" y="29018"/>
                </a:lnTo>
                <a:lnTo>
                  <a:pt x="47768" y="28571"/>
                </a:lnTo>
                <a:close/>
                <a:moveTo>
                  <a:pt x="48214" y="30804"/>
                </a:moveTo>
                <a:lnTo>
                  <a:pt x="45982" y="32143"/>
                </a:lnTo>
                <a:lnTo>
                  <a:pt x="44196" y="35714"/>
                </a:lnTo>
                <a:lnTo>
                  <a:pt x="44196" y="36607"/>
                </a:lnTo>
                <a:lnTo>
                  <a:pt x="44196" y="37500"/>
                </a:lnTo>
                <a:lnTo>
                  <a:pt x="45982" y="41071"/>
                </a:lnTo>
                <a:lnTo>
                  <a:pt x="48214" y="43304"/>
                </a:lnTo>
                <a:lnTo>
                  <a:pt x="52679" y="43304"/>
                </a:lnTo>
                <a:lnTo>
                  <a:pt x="54464" y="42411"/>
                </a:lnTo>
                <a:lnTo>
                  <a:pt x="56696" y="39286"/>
                </a:lnTo>
                <a:lnTo>
                  <a:pt x="56696" y="33929"/>
                </a:lnTo>
                <a:lnTo>
                  <a:pt x="53571" y="30804"/>
                </a:lnTo>
                <a:lnTo>
                  <a:pt x="48214" y="30804"/>
                </a:lnTo>
                <a:close/>
                <a:moveTo>
                  <a:pt x="28125" y="37500"/>
                </a:moveTo>
                <a:lnTo>
                  <a:pt x="28571" y="37054"/>
                </a:lnTo>
                <a:lnTo>
                  <a:pt x="33036" y="37054"/>
                </a:lnTo>
                <a:lnTo>
                  <a:pt x="36161" y="39286"/>
                </a:lnTo>
                <a:lnTo>
                  <a:pt x="37054" y="41071"/>
                </a:lnTo>
                <a:lnTo>
                  <a:pt x="37054" y="41964"/>
                </a:lnTo>
                <a:lnTo>
                  <a:pt x="37054" y="42857"/>
                </a:lnTo>
                <a:lnTo>
                  <a:pt x="37500" y="43304"/>
                </a:lnTo>
                <a:lnTo>
                  <a:pt x="37946" y="43750"/>
                </a:lnTo>
                <a:lnTo>
                  <a:pt x="37500" y="44196"/>
                </a:lnTo>
                <a:lnTo>
                  <a:pt x="37054" y="44643"/>
                </a:lnTo>
                <a:lnTo>
                  <a:pt x="37054" y="45536"/>
                </a:lnTo>
                <a:lnTo>
                  <a:pt x="37054" y="46429"/>
                </a:lnTo>
                <a:lnTo>
                  <a:pt x="34821" y="48661"/>
                </a:lnTo>
                <a:lnTo>
                  <a:pt x="33929" y="48661"/>
                </a:lnTo>
                <a:lnTo>
                  <a:pt x="33482" y="49107"/>
                </a:lnTo>
                <a:lnTo>
                  <a:pt x="33036" y="49554"/>
                </a:lnTo>
                <a:lnTo>
                  <a:pt x="28571" y="49554"/>
                </a:lnTo>
                <a:lnTo>
                  <a:pt x="25446" y="47321"/>
                </a:lnTo>
                <a:lnTo>
                  <a:pt x="24554" y="45536"/>
                </a:lnTo>
                <a:lnTo>
                  <a:pt x="24554" y="41071"/>
                </a:lnTo>
                <a:lnTo>
                  <a:pt x="25446" y="39286"/>
                </a:lnTo>
                <a:lnTo>
                  <a:pt x="28125" y="37500"/>
                </a:lnTo>
                <a:close/>
                <a:moveTo>
                  <a:pt x="68304" y="37500"/>
                </a:moveTo>
                <a:lnTo>
                  <a:pt x="68750" y="37054"/>
                </a:lnTo>
                <a:lnTo>
                  <a:pt x="73214" y="37054"/>
                </a:lnTo>
                <a:lnTo>
                  <a:pt x="75000" y="37946"/>
                </a:lnTo>
                <a:lnTo>
                  <a:pt x="77232" y="41071"/>
                </a:lnTo>
                <a:lnTo>
                  <a:pt x="77232" y="45536"/>
                </a:lnTo>
                <a:lnTo>
                  <a:pt x="76339" y="47321"/>
                </a:lnTo>
                <a:lnTo>
                  <a:pt x="73214" y="49554"/>
                </a:lnTo>
                <a:lnTo>
                  <a:pt x="67857" y="49554"/>
                </a:lnTo>
                <a:lnTo>
                  <a:pt x="64732" y="46429"/>
                </a:lnTo>
                <a:lnTo>
                  <a:pt x="63839" y="44643"/>
                </a:lnTo>
                <a:lnTo>
                  <a:pt x="64732" y="40179"/>
                </a:lnTo>
                <a:lnTo>
                  <a:pt x="66964" y="37946"/>
                </a:lnTo>
                <a:lnTo>
                  <a:pt x="67857" y="37946"/>
                </a:lnTo>
                <a:lnTo>
                  <a:pt x="68304" y="37500"/>
                </a:lnTo>
                <a:close/>
                <a:moveTo>
                  <a:pt x="30357" y="38839"/>
                </a:moveTo>
                <a:lnTo>
                  <a:pt x="27232" y="41071"/>
                </a:lnTo>
                <a:lnTo>
                  <a:pt x="26339" y="43750"/>
                </a:lnTo>
                <a:lnTo>
                  <a:pt x="28571" y="47768"/>
                </a:lnTo>
                <a:lnTo>
                  <a:pt x="31250" y="47768"/>
                </a:lnTo>
                <a:lnTo>
                  <a:pt x="32143" y="47768"/>
                </a:lnTo>
                <a:lnTo>
                  <a:pt x="33036" y="47768"/>
                </a:lnTo>
                <a:lnTo>
                  <a:pt x="35268" y="45536"/>
                </a:lnTo>
                <a:lnTo>
                  <a:pt x="35268" y="41964"/>
                </a:lnTo>
                <a:lnTo>
                  <a:pt x="33036" y="39732"/>
                </a:lnTo>
                <a:lnTo>
                  <a:pt x="30357" y="38839"/>
                </a:lnTo>
                <a:close/>
                <a:moveTo>
                  <a:pt x="70536" y="38839"/>
                </a:moveTo>
                <a:lnTo>
                  <a:pt x="66518" y="41964"/>
                </a:lnTo>
                <a:lnTo>
                  <a:pt x="66518" y="45536"/>
                </a:lnTo>
                <a:lnTo>
                  <a:pt x="68750" y="47768"/>
                </a:lnTo>
                <a:lnTo>
                  <a:pt x="71429" y="47768"/>
                </a:lnTo>
                <a:lnTo>
                  <a:pt x="72321" y="47768"/>
                </a:lnTo>
                <a:lnTo>
                  <a:pt x="75446" y="44643"/>
                </a:lnTo>
                <a:lnTo>
                  <a:pt x="75446" y="43750"/>
                </a:lnTo>
                <a:lnTo>
                  <a:pt x="75446" y="42857"/>
                </a:lnTo>
                <a:lnTo>
                  <a:pt x="73214" y="39732"/>
                </a:lnTo>
                <a:lnTo>
                  <a:pt x="70536" y="38839"/>
                </a:lnTo>
                <a:close/>
                <a:moveTo>
                  <a:pt x="46875" y="48214"/>
                </a:moveTo>
                <a:lnTo>
                  <a:pt x="47321" y="47768"/>
                </a:lnTo>
                <a:lnTo>
                  <a:pt x="54464" y="47768"/>
                </a:lnTo>
                <a:lnTo>
                  <a:pt x="58036" y="49554"/>
                </a:lnTo>
                <a:lnTo>
                  <a:pt x="62054" y="53571"/>
                </a:lnTo>
                <a:lnTo>
                  <a:pt x="62946" y="55357"/>
                </a:lnTo>
                <a:lnTo>
                  <a:pt x="62946" y="56250"/>
                </a:lnTo>
                <a:lnTo>
                  <a:pt x="62946" y="57143"/>
                </a:lnTo>
                <a:lnTo>
                  <a:pt x="63393" y="57589"/>
                </a:lnTo>
                <a:lnTo>
                  <a:pt x="63839" y="58036"/>
                </a:lnTo>
                <a:lnTo>
                  <a:pt x="63839" y="66964"/>
                </a:lnTo>
                <a:lnTo>
                  <a:pt x="63393" y="67411"/>
                </a:lnTo>
                <a:lnTo>
                  <a:pt x="54464" y="67411"/>
                </a:lnTo>
                <a:lnTo>
                  <a:pt x="37500" y="67411"/>
                </a:lnTo>
                <a:lnTo>
                  <a:pt x="37054" y="66964"/>
                </a:lnTo>
                <a:lnTo>
                  <a:pt x="37054" y="58036"/>
                </a:lnTo>
                <a:lnTo>
                  <a:pt x="38839" y="54464"/>
                </a:lnTo>
                <a:lnTo>
                  <a:pt x="40625" y="52679"/>
                </a:lnTo>
                <a:lnTo>
                  <a:pt x="40625" y="51786"/>
                </a:lnTo>
                <a:lnTo>
                  <a:pt x="41071" y="51339"/>
                </a:lnTo>
                <a:lnTo>
                  <a:pt x="41964" y="51339"/>
                </a:lnTo>
                <a:lnTo>
                  <a:pt x="43750" y="49554"/>
                </a:lnTo>
                <a:lnTo>
                  <a:pt x="46875" y="48214"/>
                </a:lnTo>
                <a:close/>
                <a:moveTo>
                  <a:pt x="49107" y="49554"/>
                </a:moveTo>
                <a:lnTo>
                  <a:pt x="48661" y="50000"/>
                </a:lnTo>
                <a:lnTo>
                  <a:pt x="48214" y="50446"/>
                </a:lnTo>
                <a:lnTo>
                  <a:pt x="47321" y="50446"/>
                </a:lnTo>
                <a:lnTo>
                  <a:pt x="46429" y="50446"/>
                </a:lnTo>
                <a:lnTo>
                  <a:pt x="44643" y="51339"/>
                </a:lnTo>
                <a:lnTo>
                  <a:pt x="41518" y="54464"/>
                </a:lnTo>
                <a:lnTo>
                  <a:pt x="39732" y="58036"/>
                </a:lnTo>
                <a:lnTo>
                  <a:pt x="39732" y="65179"/>
                </a:lnTo>
                <a:lnTo>
                  <a:pt x="40179" y="65625"/>
                </a:lnTo>
                <a:lnTo>
                  <a:pt x="52679" y="65625"/>
                </a:lnTo>
                <a:lnTo>
                  <a:pt x="61607" y="65625"/>
                </a:lnTo>
                <a:lnTo>
                  <a:pt x="62054" y="65179"/>
                </a:lnTo>
                <a:lnTo>
                  <a:pt x="62054" y="58036"/>
                </a:lnTo>
                <a:lnTo>
                  <a:pt x="59375" y="54464"/>
                </a:lnTo>
                <a:lnTo>
                  <a:pt x="59375" y="53571"/>
                </a:lnTo>
                <a:lnTo>
                  <a:pt x="55357" y="50446"/>
                </a:lnTo>
                <a:lnTo>
                  <a:pt x="54464" y="50446"/>
                </a:lnTo>
                <a:lnTo>
                  <a:pt x="53571" y="50446"/>
                </a:lnTo>
                <a:lnTo>
                  <a:pt x="53125" y="50000"/>
                </a:lnTo>
                <a:lnTo>
                  <a:pt x="52679" y="49554"/>
                </a:lnTo>
                <a:lnTo>
                  <a:pt x="49107" y="49554"/>
                </a:lnTo>
                <a:close/>
                <a:moveTo>
                  <a:pt x="28125" y="52679"/>
                </a:moveTo>
                <a:lnTo>
                  <a:pt x="28571" y="52232"/>
                </a:lnTo>
                <a:lnTo>
                  <a:pt x="33036" y="52232"/>
                </a:lnTo>
                <a:lnTo>
                  <a:pt x="35268" y="53571"/>
                </a:lnTo>
                <a:lnTo>
                  <a:pt x="35268" y="54464"/>
                </a:lnTo>
                <a:lnTo>
                  <a:pt x="34821" y="54911"/>
                </a:lnTo>
                <a:lnTo>
                  <a:pt x="34375" y="54464"/>
                </a:lnTo>
                <a:lnTo>
                  <a:pt x="33929" y="54018"/>
                </a:lnTo>
                <a:lnTo>
                  <a:pt x="28571" y="54018"/>
                </a:lnTo>
                <a:lnTo>
                  <a:pt x="26786" y="54911"/>
                </a:lnTo>
                <a:lnTo>
                  <a:pt x="23661" y="58036"/>
                </a:lnTo>
                <a:lnTo>
                  <a:pt x="23661" y="58929"/>
                </a:lnTo>
                <a:lnTo>
                  <a:pt x="23661" y="59821"/>
                </a:lnTo>
                <a:lnTo>
                  <a:pt x="23214" y="60268"/>
                </a:lnTo>
                <a:lnTo>
                  <a:pt x="22768" y="60714"/>
                </a:lnTo>
                <a:lnTo>
                  <a:pt x="22768" y="65179"/>
                </a:lnTo>
                <a:lnTo>
                  <a:pt x="23214" y="65625"/>
                </a:lnTo>
                <a:lnTo>
                  <a:pt x="28571" y="65625"/>
                </a:lnTo>
                <a:lnTo>
                  <a:pt x="33036" y="65625"/>
                </a:lnTo>
                <a:lnTo>
                  <a:pt x="33482" y="66071"/>
                </a:lnTo>
                <a:lnTo>
                  <a:pt x="33482" y="66964"/>
                </a:lnTo>
                <a:lnTo>
                  <a:pt x="33036" y="67411"/>
                </a:lnTo>
                <a:lnTo>
                  <a:pt x="21429" y="67411"/>
                </a:lnTo>
                <a:lnTo>
                  <a:pt x="20982" y="66964"/>
                </a:lnTo>
                <a:lnTo>
                  <a:pt x="20982" y="58929"/>
                </a:lnTo>
                <a:lnTo>
                  <a:pt x="21875" y="57143"/>
                </a:lnTo>
                <a:lnTo>
                  <a:pt x="25000" y="54018"/>
                </a:lnTo>
                <a:lnTo>
                  <a:pt x="28125" y="52679"/>
                </a:lnTo>
                <a:close/>
                <a:moveTo>
                  <a:pt x="67411" y="52679"/>
                </a:moveTo>
                <a:lnTo>
                  <a:pt x="67857" y="52232"/>
                </a:lnTo>
                <a:lnTo>
                  <a:pt x="72321" y="52232"/>
                </a:lnTo>
                <a:lnTo>
                  <a:pt x="72768" y="52679"/>
                </a:lnTo>
                <a:lnTo>
                  <a:pt x="73214" y="53125"/>
                </a:lnTo>
                <a:lnTo>
                  <a:pt x="74107" y="53125"/>
                </a:lnTo>
                <a:lnTo>
                  <a:pt x="75000" y="53125"/>
                </a:lnTo>
                <a:lnTo>
                  <a:pt x="76786" y="54018"/>
                </a:lnTo>
                <a:lnTo>
                  <a:pt x="79911" y="57143"/>
                </a:lnTo>
                <a:lnTo>
                  <a:pt x="79911" y="58036"/>
                </a:lnTo>
                <a:lnTo>
                  <a:pt x="79911" y="58929"/>
                </a:lnTo>
                <a:lnTo>
                  <a:pt x="80357" y="59375"/>
                </a:lnTo>
                <a:lnTo>
                  <a:pt x="80804" y="59821"/>
                </a:lnTo>
                <a:lnTo>
                  <a:pt x="80804" y="66964"/>
                </a:lnTo>
                <a:lnTo>
                  <a:pt x="80357" y="67411"/>
                </a:lnTo>
                <a:lnTo>
                  <a:pt x="67857" y="67411"/>
                </a:lnTo>
                <a:lnTo>
                  <a:pt x="67411" y="66964"/>
                </a:lnTo>
                <a:lnTo>
                  <a:pt x="67411" y="66071"/>
                </a:lnTo>
                <a:lnTo>
                  <a:pt x="67857" y="65625"/>
                </a:lnTo>
                <a:lnTo>
                  <a:pt x="77679" y="65625"/>
                </a:lnTo>
                <a:lnTo>
                  <a:pt x="79018" y="64286"/>
                </a:lnTo>
                <a:lnTo>
                  <a:pt x="79018" y="60714"/>
                </a:lnTo>
                <a:lnTo>
                  <a:pt x="77232" y="57143"/>
                </a:lnTo>
                <a:lnTo>
                  <a:pt x="75000" y="54911"/>
                </a:lnTo>
                <a:lnTo>
                  <a:pt x="73214" y="54018"/>
                </a:lnTo>
                <a:lnTo>
                  <a:pt x="67857" y="54018"/>
                </a:lnTo>
                <a:lnTo>
                  <a:pt x="67411" y="54464"/>
                </a:lnTo>
                <a:lnTo>
                  <a:pt x="66964" y="54911"/>
                </a:lnTo>
                <a:lnTo>
                  <a:pt x="66518" y="54464"/>
                </a:lnTo>
                <a:lnTo>
                  <a:pt x="66518" y="53571"/>
                </a:lnTo>
                <a:lnTo>
                  <a:pt x="66964" y="53125"/>
                </a:lnTo>
                <a:lnTo>
                  <a:pt x="67411" y="526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5385816" y="1874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413248" y="1911096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500" dirty="0"/>
          </a:p>
        </p:txBody>
      </p:sp>
      <p:sp>
        <p:nvSpPr>
          <p:cNvPr id="30" name="Text 27"/>
          <p:cNvSpPr/>
          <p:nvPr/>
        </p:nvSpPr>
        <p:spPr>
          <a:xfrm>
            <a:off x="7050024" y="2139696"/>
            <a:ext cx="4608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Identifier des segments distincts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050024" y="26334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Regrouper les clients aux profils comparables.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175504" y="3300984"/>
            <a:ext cx="6693408" cy="1472184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5431536" y="3621024"/>
            <a:ext cx="1115568" cy="11155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VECTOR_bag_17"/>
          <p:cNvSpPr/>
          <p:nvPr/>
        </p:nvSpPr>
        <p:spPr>
          <a:xfrm>
            <a:off x="5431536" y="3621024"/>
            <a:ext cx="1115568" cy="11155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5385816" y="34472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413248" y="3483864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500" dirty="0"/>
          </a:p>
        </p:txBody>
      </p:sp>
      <p:sp>
        <p:nvSpPr>
          <p:cNvPr id="37" name="Text 34"/>
          <p:cNvSpPr/>
          <p:nvPr/>
        </p:nvSpPr>
        <p:spPr>
          <a:xfrm>
            <a:off x="7050024" y="3712464"/>
            <a:ext cx="4608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Adapter les produits et services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050024" y="4206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Différencier l’offre selon les besoins.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175504" y="4873752"/>
            <a:ext cx="6693408" cy="1472184"/>
          </a:xfrm>
          <a:prstGeom prst="roundRect">
            <a:avLst>
              <a:gd name="adj" fmla="val 8696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5431536" y="5193792"/>
            <a:ext cx="1115568" cy="11155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VECTOR_target2_18"/>
          <p:cNvSpPr/>
          <p:nvPr/>
        </p:nvSpPr>
        <p:spPr>
          <a:xfrm>
            <a:off x="5431536" y="5193792"/>
            <a:ext cx="1115568" cy="11155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71875" y="19643"/>
                </a:moveTo>
                <a:lnTo>
                  <a:pt x="72321" y="19196"/>
                </a:lnTo>
                <a:lnTo>
                  <a:pt x="72768" y="19643"/>
                </a:lnTo>
                <a:lnTo>
                  <a:pt x="72768" y="24107"/>
                </a:lnTo>
                <a:lnTo>
                  <a:pt x="73214" y="24554"/>
                </a:lnTo>
                <a:lnTo>
                  <a:pt x="73661" y="25000"/>
                </a:lnTo>
                <a:lnTo>
                  <a:pt x="73661" y="25893"/>
                </a:lnTo>
                <a:lnTo>
                  <a:pt x="73661" y="26786"/>
                </a:lnTo>
                <a:lnTo>
                  <a:pt x="75000" y="28125"/>
                </a:lnTo>
                <a:lnTo>
                  <a:pt x="80357" y="28125"/>
                </a:lnTo>
                <a:lnTo>
                  <a:pt x="80804" y="28571"/>
                </a:lnTo>
                <a:lnTo>
                  <a:pt x="72321" y="37054"/>
                </a:lnTo>
                <a:lnTo>
                  <a:pt x="71875" y="36607"/>
                </a:lnTo>
                <a:lnTo>
                  <a:pt x="71429" y="36161"/>
                </a:lnTo>
                <a:lnTo>
                  <a:pt x="68750" y="36161"/>
                </a:lnTo>
                <a:lnTo>
                  <a:pt x="66964" y="35268"/>
                </a:lnTo>
                <a:lnTo>
                  <a:pt x="57589" y="44643"/>
                </a:lnTo>
                <a:lnTo>
                  <a:pt x="54464" y="48661"/>
                </a:lnTo>
                <a:lnTo>
                  <a:pt x="52679" y="49554"/>
                </a:lnTo>
                <a:lnTo>
                  <a:pt x="51339" y="48214"/>
                </a:lnTo>
                <a:lnTo>
                  <a:pt x="64732" y="34821"/>
                </a:lnTo>
                <a:lnTo>
                  <a:pt x="64732" y="26786"/>
                </a:lnTo>
                <a:lnTo>
                  <a:pt x="71875" y="19643"/>
                </a:lnTo>
                <a:close/>
                <a:moveTo>
                  <a:pt x="70536" y="23661"/>
                </a:moveTo>
                <a:lnTo>
                  <a:pt x="66518" y="27679"/>
                </a:lnTo>
                <a:lnTo>
                  <a:pt x="66518" y="33036"/>
                </a:lnTo>
                <a:lnTo>
                  <a:pt x="67857" y="34375"/>
                </a:lnTo>
                <a:lnTo>
                  <a:pt x="72321" y="34375"/>
                </a:lnTo>
                <a:lnTo>
                  <a:pt x="75000" y="31696"/>
                </a:lnTo>
                <a:lnTo>
                  <a:pt x="75893" y="31696"/>
                </a:lnTo>
                <a:lnTo>
                  <a:pt x="76339" y="31250"/>
                </a:lnTo>
                <a:lnTo>
                  <a:pt x="76339" y="30357"/>
                </a:lnTo>
                <a:lnTo>
                  <a:pt x="76339" y="29464"/>
                </a:lnTo>
                <a:lnTo>
                  <a:pt x="72321" y="29018"/>
                </a:lnTo>
                <a:lnTo>
                  <a:pt x="71875" y="28571"/>
                </a:lnTo>
                <a:lnTo>
                  <a:pt x="71875" y="24107"/>
                </a:lnTo>
                <a:lnTo>
                  <a:pt x="71429" y="23661"/>
                </a:lnTo>
                <a:lnTo>
                  <a:pt x="70536" y="23661"/>
                </a:lnTo>
                <a:close/>
                <a:moveTo>
                  <a:pt x="45982" y="27679"/>
                </a:moveTo>
                <a:lnTo>
                  <a:pt x="46429" y="27232"/>
                </a:lnTo>
                <a:lnTo>
                  <a:pt x="51786" y="27232"/>
                </a:lnTo>
                <a:lnTo>
                  <a:pt x="52232" y="27679"/>
                </a:lnTo>
                <a:lnTo>
                  <a:pt x="52679" y="28125"/>
                </a:lnTo>
                <a:lnTo>
                  <a:pt x="55357" y="28125"/>
                </a:lnTo>
                <a:lnTo>
                  <a:pt x="55804" y="28571"/>
                </a:lnTo>
                <a:lnTo>
                  <a:pt x="56250" y="29018"/>
                </a:lnTo>
                <a:lnTo>
                  <a:pt x="57143" y="29018"/>
                </a:lnTo>
                <a:lnTo>
                  <a:pt x="58036" y="29018"/>
                </a:lnTo>
                <a:lnTo>
                  <a:pt x="59821" y="29911"/>
                </a:lnTo>
                <a:lnTo>
                  <a:pt x="60268" y="30357"/>
                </a:lnTo>
                <a:lnTo>
                  <a:pt x="60268" y="31250"/>
                </a:lnTo>
                <a:lnTo>
                  <a:pt x="59821" y="31696"/>
                </a:lnTo>
                <a:lnTo>
                  <a:pt x="58929" y="31696"/>
                </a:lnTo>
                <a:lnTo>
                  <a:pt x="56250" y="29911"/>
                </a:lnTo>
                <a:lnTo>
                  <a:pt x="52679" y="29911"/>
                </a:lnTo>
                <a:lnTo>
                  <a:pt x="52232" y="29464"/>
                </a:lnTo>
                <a:lnTo>
                  <a:pt x="51786" y="29018"/>
                </a:lnTo>
                <a:lnTo>
                  <a:pt x="47321" y="29018"/>
                </a:lnTo>
                <a:lnTo>
                  <a:pt x="46875" y="29464"/>
                </a:lnTo>
                <a:lnTo>
                  <a:pt x="46429" y="29911"/>
                </a:lnTo>
                <a:lnTo>
                  <a:pt x="43750" y="29911"/>
                </a:lnTo>
                <a:lnTo>
                  <a:pt x="43304" y="30357"/>
                </a:lnTo>
                <a:lnTo>
                  <a:pt x="42857" y="30804"/>
                </a:lnTo>
                <a:lnTo>
                  <a:pt x="41964" y="30804"/>
                </a:lnTo>
                <a:lnTo>
                  <a:pt x="41071" y="30804"/>
                </a:lnTo>
                <a:lnTo>
                  <a:pt x="37500" y="32589"/>
                </a:lnTo>
                <a:lnTo>
                  <a:pt x="30804" y="39286"/>
                </a:lnTo>
                <a:lnTo>
                  <a:pt x="29018" y="42857"/>
                </a:lnTo>
                <a:lnTo>
                  <a:pt x="29018" y="43750"/>
                </a:lnTo>
                <a:lnTo>
                  <a:pt x="29018" y="44643"/>
                </a:lnTo>
                <a:lnTo>
                  <a:pt x="28571" y="45089"/>
                </a:lnTo>
                <a:lnTo>
                  <a:pt x="28125" y="45536"/>
                </a:lnTo>
                <a:lnTo>
                  <a:pt x="28125" y="54464"/>
                </a:lnTo>
                <a:lnTo>
                  <a:pt x="28571" y="54911"/>
                </a:lnTo>
                <a:lnTo>
                  <a:pt x="29018" y="55357"/>
                </a:lnTo>
                <a:lnTo>
                  <a:pt x="29018" y="58036"/>
                </a:lnTo>
                <a:lnTo>
                  <a:pt x="31696" y="63393"/>
                </a:lnTo>
                <a:lnTo>
                  <a:pt x="37500" y="69196"/>
                </a:lnTo>
                <a:lnTo>
                  <a:pt x="44643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7143" y="71875"/>
                </a:lnTo>
                <a:lnTo>
                  <a:pt x="62500" y="69196"/>
                </a:lnTo>
                <a:lnTo>
                  <a:pt x="67411" y="64286"/>
                </a:lnTo>
                <a:lnTo>
                  <a:pt x="67411" y="63393"/>
                </a:lnTo>
                <a:lnTo>
                  <a:pt x="70089" y="59821"/>
                </a:lnTo>
                <a:lnTo>
                  <a:pt x="70089" y="58929"/>
                </a:lnTo>
                <a:lnTo>
                  <a:pt x="70089" y="58036"/>
                </a:lnTo>
                <a:lnTo>
                  <a:pt x="71875" y="54464"/>
                </a:lnTo>
                <a:lnTo>
                  <a:pt x="71875" y="50000"/>
                </a:lnTo>
                <a:lnTo>
                  <a:pt x="71429" y="49554"/>
                </a:lnTo>
                <a:lnTo>
                  <a:pt x="70982" y="49107"/>
                </a:lnTo>
                <a:lnTo>
                  <a:pt x="70982" y="45536"/>
                </a:lnTo>
                <a:lnTo>
                  <a:pt x="68304" y="41071"/>
                </a:lnTo>
                <a:lnTo>
                  <a:pt x="69643" y="39732"/>
                </a:lnTo>
                <a:lnTo>
                  <a:pt x="71875" y="41964"/>
                </a:lnTo>
                <a:lnTo>
                  <a:pt x="71875" y="42857"/>
                </a:lnTo>
                <a:lnTo>
                  <a:pt x="71875" y="43750"/>
                </a:lnTo>
                <a:lnTo>
                  <a:pt x="72321" y="44196"/>
                </a:lnTo>
                <a:lnTo>
                  <a:pt x="72768" y="44643"/>
                </a:lnTo>
                <a:lnTo>
                  <a:pt x="72768" y="47321"/>
                </a:lnTo>
                <a:lnTo>
                  <a:pt x="73214" y="47768"/>
                </a:lnTo>
                <a:lnTo>
                  <a:pt x="73661" y="48214"/>
                </a:lnTo>
                <a:lnTo>
                  <a:pt x="73661" y="54464"/>
                </a:lnTo>
                <a:lnTo>
                  <a:pt x="73214" y="54911"/>
                </a:lnTo>
                <a:lnTo>
                  <a:pt x="72768" y="55357"/>
                </a:lnTo>
                <a:lnTo>
                  <a:pt x="72768" y="58036"/>
                </a:lnTo>
                <a:lnTo>
                  <a:pt x="72321" y="58482"/>
                </a:lnTo>
                <a:lnTo>
                  <a:pt x="71875" y="58929"/>
                </a:lnTo>
                <a:lnTo>
                  <a:pt x="71875" y="59821"/>
                </a:lnTo>
                <a:lnTo>
                  <a:pt x="71875" y="60714"/>
                </a:lnTo>
                <a:lnTo>
                  <a:pt x="69196" y="64286"/>
                </a:lnTo>
                <a:lnTo>
                  <a:pt x="69196" y="65179"/>
                </a:lnTo>
                <a:lnTo>
                  <a:pt x="64286" y="70089"/>
                </a:lnTo>
                <a:lnTo>
                  <a:pt x="63393" y="70089"/>
                </a:lnTo>
                <a:lnTo>
                  <a:pt x="61607" y="71875"/>
                </a:lnTo>
                <a:lnTo>
                  <a:pt x="58036" y="73661"/>
                </a:lnTo>
                <a:lnTo>
                  <a:pt x="57143" y="73661"/>
                </a:lnTo>
                <a:lnTo>
                  <a:pt x="56250" y="73661"/>
                </a:lnTo>
                <a:lnTo>
                  <a:pt x="55804" y="74107"/>
                </a:lnTo>
                <a:lnTo>
                  <a:pt x="55357" y="74554"/>
                </a:lnTo>
                <a:lnTo>
                  <a:pt x="44643" y="74554"/>
                </a:lnTo>
                <a:lnTo>
                  <a:pt x="44196" y="74107"/>
                </a:lnTo>
                <a:lnTo>
                  <a:pt x="43750" y="73661"/>
                </a:lnTo>
                <a:lnTo>
                  <a:pt x="39286" y="72768"/>
                </a:lnTo>
                <a:lnTo>
                  <a:pt x="37500" y="70982"/>
                </a:lnTo>
                <a:lnTo>
                  <a:pt x="33929" y="69196"/>
                </a:lnTo>
                <a:lnTo>
                  <a:pt x="29018" y="63393"/>
                </a:lnTo>
                <a:lnTo>
                  <a:pt x="27232" y="59821"/>
                </a:lnTo>
                <a:lnTo>
                  <a:pt x="27232" y="57143"/>
                </a:lnTo>
                <a:lnTo>
                  <a:pt x="26786" y="56696"/>
                </a:lnTo>
                <a:lnTo>
                  <a:pt x="26339" y="56250"/>
                </a:lnTo>
                <a:lnTo>
                  <a:pt x="26339" y="44643"/>
                </a:lnTo>
                <a:lnTo>
                  <a:pt x="26786" y="44196"/>
                </a:lnTo>
                <a:lnTo>
                  <a:pt x="27232" y="43750"/>
                </a:lnTo>
                <a:lnTo>
                  <a:pt x="27232" y="42857"/>
                </a:lnTo>
                <a:lnTo>
                  <a:pt x="27232" y="41964"/>
                </a:lnTo>
                <a:lnTo>
                  <a:pt x="29018" y="38393"/>
                </a:lnTo>
                <a:lnTo>
                  <a:pt x="30804" y="36607"/>
                </a:lnTo>
                <a:lnTo>
                  <a:pt x="30804" y="35714"/>
                </a:lnTo>
                <a:lnTo>
                  <a:pt x="34821" y="31696"/>
                </a:lnTo>
                <a:lnTo>
                  <a:pt x="41964" y="28125"/>
                </a:lnTo>
                <a:lnTo>
                  <a:pt x="45982" y="27679"/>
                </a:lnTo>
                <a:close/>
                <a:moveTo>
                  <a:pt x="45089" y="37500"/>
                </a:moveTo>
                <a:lnTo>
                  <a:pt x="45536" y="37054"/>
                </a:lnTo>
                <a:lnTo>
                  <a:pt x="52679" y="37054"/>
                </a:lnTo>
                <a:lnTo>
                  <a:pt x="54464" y="37946"/>
                </a:lnTo>
                <a:lnTo>
                  <a:pt x="54911" y="38393"/>
                </a:lnTo>
                <a:lnTo>
                  <a:pt x="54911" y="39286"/>
                </a:lnTo>
                <a:lnTo>
                  <a:pt x="51786" y="39732"/>
                </a:lnTo>
                <a:lnTo>
                  <a:pt x="51339" y="39286"/>
                </a:lnTo>
                <a:lnTo>
                  <a:pt x="50893" y="38839"/>
                </a:lnTo>
                <a:lnTo>
                  <a:pt x="45536" y="38839"/>
                </a:lnTo>
                <a:lnTo>
                  <a:pt x="43750" y="39732"/>
                </a:lnTo>
                <a:lnTo>
                  <a:pt x="38839" y="44643"/>
                </a:lnTo>
                <a:lnTo>
                  <a:pt x="37946" y="46429"/>
                </a:lnTo>
                <a:lnTo>
                  <a:pt x="37946" y="49107"/>
                </a:lnTo>
                <a:lnTo>
                  <a:pt x="37054" y="50893"/>
                </a:lnTo>
                <a:lnTo>
                  <a:pt x="37500" y="51339"/>
                </a:lnTo>
                <a:lnTo>
                  <a:pt x="37946" y="51786"/>
                </a:lnTo>
                <a:lnTo>
                  <a:pt x="37946" y="54464"/>
                </a:lnTo>
                <a:lnTo>
                  <a:pt x="38393" y="54911"/>
                </a:lnTo>
                <a:lnTo>
                  <a:pt x="38839" y="55357"/>
                </a:lnTo>
                <a:lnTo>
                  <a:pt x="38839" y="56250"/>
                </a:lnTo>
                <a:lnTo>
                  <a:pt x="38839" y="57143"/>
                </a:lnTo>
                <a:lnTo>
                  <a:pt x="44643" y="62946"/>
                </a:lnTo>
                <a:lnTo>
                  <a:pt x="45536" y="62946"/>
                </a:lnTo>
                <a:lnTo>
                  <a:pt x="46429" y="62946"/>
                </a:lnTo>
                <a:lnTo>
                  <a:pt x="46875" y="63393"/>
                </a:lnTo>
                <a:lnTo>
                  <a:pt x="47321" y="63839"/>
                </a:lnTo>
                <a:lnTo>
                  <a:pt x="51786" y="63839"/>
                </a:lnTo>
                <a:lnTo>
                  <a:pt x="52232" y="63393"/>
                </a:lnTo>
                <a:lnTo>
                  <a:pt x="52679" y="62946"/>
                </a:lnTo>
                <a:lnTo>
                  <a:pt x="53571" y="62946"/>
                </a:lnTo>
                <a:lnTo>
                  <a:pt x="54464" y="62946"/>
                </a:lnTo>
                <a:lnTo>
                  <a:pt x="56250" y="62054"/>
                </a:lnTo>
                <a:lnTo>
                  <a:pt x="60268" y="58036"/>
                </a:lnTo>
                <a:lnTo>
                  <a:pt x="62054" y="54464"/>
                </a:lnTo>
                <a:lnTo>
                  <a:pt x="62054" y="50000"/>
                </a:lnTo>
                <a:lnTo>
                  <a:pt x="61161" y="48214"/>
                </a:lnTo>
                <a:lnTo>
                  <a:pt x="61161" y="47321"/>
                </a:lnTo>
                <a:lnTo>
                  <a:pt x="61161" y="46429"/>
                </a:lnTo>
                <a:lnTo>
                  <a:pt x="62500" y="45089"/>
                </a:lnTo>
                <a:lnTo>
                  <a:pt x="63839" y="47321"/>
                </a:lnTo>
                <a:lnTo>
                  <a:pt x="63839" y="55357"/>
                </a:lnTo>
                <a:lnTo>
                  <a:pt x="62054" y="58929"/>
                </a:lnTo>
                <a:lnTo>
                  <a:pt x="58036" y="62946"/>
                </a:lnTo>
                <a:lnTo>
                  <a:pt x="54464" y="64732"/>
                </a:lnTo>
                <a:lnTo>
                  <a:pt x="48214" y="65625"/>
                </a:lnTo>
                <a:lnTo>
                  <a:pt x="47768" y="65179"/>
                </a:lnTo>
                <a:lnTo>
                  <a:pt x="47321" y="64732"/>
                </a:lnTo>
                <a:lnTo>
                  <a:pt x="42857" y="63839"/>
                </a:lnTo>
                <a:lnTo>
                  <a:pt x="41071" y="62054"/>
                </a:lnTo>
                <a:lnTo>
                  <a:pt x="40179" y="62054"/>
                </a:lnTo>
                <a:lnTo>
                  <a:pt x="37946" y="59821"/>
                </a:lnTo>
                <a:lnTo>
                  <a:pt x="35268" y="54464"/>
                </a:lnTo>
                <a:lnTo>
                  <a:pt x="35268" y="48214"/>
                </a:lnTo>
                <a:lnTo>
                  <a:pt x="35714" y="47768"/>
                </a:lnTo>
                <a:lnTo>
                  <a:pt x="36161" y="47321"/>
                </a:lnTo>
                <a:lnTo>
                  <a:pt x="36161" y="46429"/>
                </a:lnTo>
                <a:lnTo>
                  <a:pt x="36161" y="45536"/>
                </a:lnTo>
                <a:lnTo>
                  <a:pt x="37946" y="41964"/>
                </a:lnTo>
                <a:lnTo>
                  <a:pt x="40179" y="39732"/>
                </a:lnTo>
                <a:lnTo>
                  <a:pt x="45089" y="37500"/>
                </a:lnTo>
                <a:close/>
                <a:moveTo>
                  <a:pt x="47768" y="45536"/>
                </a:moveTo>
                <a:lnTo>
                  <a:pt x="48214" y="45089"/>
                </a:lnTo>
                <a:lnTo>
                  <a:pt x="50446" y="45536"/>
                </a:lnTo>
                <a:lnTo>
                  <a:pt x="45982" y="50000"/>
                </a:lnTo>
                <a:lnTo>
                  <a:pt x="45982" y="50893"/>
                </a:lnTo>
                <a:lnTo>
                  <a:pt x="49107" y="54018"/>
                </a:lnTo>
                <a:lnTo>
                  <a:pt x="50000" y="54018"/>
                </a:lnTo>
                <a:lnTo>
                  <a:pt x="50893" y="54018"/>
                </a:lnTo>
                <a:lnTo>
                  <a:pt x="54464" y="50446"/>
                </a:lnTo>
                <a:lnTo>
                  <a:pt x="54911" y="50893"/>
                </a:lnTo>
                <a:lnTo>
                  <a:pt x="54911" y="51786"/>
                </a:lnTo>
                <a:lnTo>
                  <a:pt x="54911" y="52679"/>
                </a:lnTo>
                <a:lnTo>
                  <a:pt x="54911" y="53571"/>
                </a:lnTo>
                <a:lnTo>
                  <a:pt x="52679" y="55804"/>
                </a:lnTo>
                <a:lnTo>
                  <a:pt x="51786" y="55804"/>
                </a:lnTo>
                <a:lnTo>
                  <a:pt x="50893" y="55804"/>
                </a:lnTo>
                <a:lnTo>
                  <a:pt x="50446" y="56250"/>
                </a:lnTo>
                <a:lnTo>
                  <a:pt x="50000" y="56696"/>
                </a:lnTo>
                <a:lnTo>
                  <a:pt x="49554" y="56250"/>
                </a:lnTo>
                <a:lnTo>
                  <a:pt x="49107" y="55804"/>
                </a:lnTo>
                <a:lnTo>
                  <a:pt x="48214" y="55804"/>
                </a:lnTo>
                <a:lnTo>
                  <a:pt x="47321" y="55804"/>
                </a:lnTo>
                <a:lnTo>
                  <a:pt x="44196" y="52679"/>
                </a:lnTo>
                <a:lnTo>
                  <a:pt x="44196" y="49107"/>
                </a:lnTo>
                <a:lnTo>
                  <a:pt x="45089" y="47321"/>
                </a:lnTo>
                <a:lnTo>
                  <a:pt x="47768" y="45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5385816" y="502005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5413248" y="5056632"/>
            <a:ext cx="448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500" dirty="0"/>
          </a:p>
        </p:txBody>
      </p:sp>
      <p:sp>
        <p:nvSpPr>
          <p:cNvPr id="44" name="Text 41"/>
          <p:cNvSpPr/>
          <p:nvPr/>
        </p:nvSpPr>
        <p:spPr>
          <a:xfrm>
            <a:off x="7050024" y="5285232"/>
            <a:ext cx="4608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des pistes de ciblage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7050024" y="57790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Construire des hypothèses à partir des profils observés.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04. DÉMARCHE MÉTHODOLOGIQUE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Cinq étapes permettent de préparer les données, construire les clusters et profiler les clients.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2057400"/>
            <a:ext cx="3977640" cy="4114800"/>
          </a:xfrm>
          <a:prstGeom prst="roundRect">
            <a:avLst>
              <a:gd name="adj" fmla="val 3218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4791456" y="2057400"/>
            <a:ext cx="3639312" cy="4114800"/>
          </a:xfrm>
          <a:prstGeom prst="roundRect">
            <a:avLst>
              <a:gd name="adj" fmla="val 351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887968" y="2057400"/>
            <a:ext cx="2971800" cy="4114800"/>
          </a:xfrm>
          <a:prstGeom prst="roundRect">
            <a:avLst>
              <a:gd name="adj" fmla="val 430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30936" y="2359152"/>
            <a:ext cx="3419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Préparer les données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166360" y="2221992"/>
            <a:ext cx="28986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Construire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la segmentation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235440" y="2221992"/>
            <a:ext cx="23225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Interpréter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résultats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484632" y="2990088"/>
            <a:ext cx="3657600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94944" y="3200400"/>
            <a:ext cx="1024128" cy="102412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VECTOR_filter_19"/>
          <p:cNvSpPr/>
          <p:nvPr/>
        </p:nvSpPr>
        <p:spPr>
          <a:xfrm>
            <a:off x="694944" y="3200400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35069" y="24306"/>
                </a:moveTo>
                <a:lnTo>
                  <a:pt x="35417" y="23958"/>
                </a:lnTo>
                <a:lnTo>
                  <a:pt x="48611" y="23958"/>
                </a:lnTo>
                <a:lnTo>
                  <a:pt x="48958" y="24306"/>
                </a:lnTo>
                <a:lnTo>
                  <a:pt x="49306" y="24653"/>
                </a:lnTo>
                <a:lnTo>
                  <a:pt x="52083" y="24653"/>
                </a:lnTo>
                <a:lnTo>
                  <a:pt x="52431" y="25000"/>
                </a:lnTo>
                <a:lnTo>
                  <a:pt x="52778" y="25347"/>
                </a:lnTo>
                <a:lnTo>
                  <a:pt x="54861" y="25347"/>
                </a:lnTo>
                <a:lnTo>
                  <a:pt x="59028" y="27431"/>
                </a:lnTo>
                <a:lnTo>
                  <a:pt x="61458" y="29861"/>
                </a:lnTo>
                <a:lnTo>
                  <a:pt x="62153" y="31250"/>
                </a:lnTo>
                <a:lnTo>
                  <a:pt x="62153" y="37500"/>
                </a:lnTo>
                <a:lnTo>
                  <a:pt x="61806" y="37847"/>
                </a:lnTo>
                <a:lnTo>
                  <a:pt x="61458" y="38194"/>
                </a:lnTo>
                <a:lnTo>
                  <a:pt x="61458" y="41667"/>
                </a:lnTo>
                <a:lnTo>
                  <a:pt x="61806" y="42014"/>
                </a:lnTo>
                <a:lnTo>
                  <a:pt x="62153" y="42361"/>
                </a:lnTo>
                <a:lnTo>
                  <a:pt x="60417" y="44097"/>
                </a:lnTo>
                <a:lnTo>
                  <a:pt x="59375" y="43056"/>
                </a:lnTo>
                <a:lnTo>
                  <a:pt x="59375" y="36806"/>
                </a:lnTo>
                <a:lnTo>
                  <a:pt x="59028" y="36458"/>
                </a:lnTo>
                <a:lnTo>
                  <a:pt x="56250" y="37847"/>
                </a:lnTo>
                <a:lnTo>
                  <a:pt x="55556" y="37847"/>
                </a:lnTo>
                <a:lnTo>
                  <a:pt x="54861" y="37847"/>
                </a:lnTo>
                <a:lnTo>
                  <a:pt x="52083" y="39236"/>
                </a:lnTo>
                <a:lnTo>
                  <a:pt x="49306" y="39236"/>
                </a:lnTo>
                <a:lnTo>
                  <a:pt x="48958" y="39583"/>
                </a:lnTo>
                <a:lnTo>
                  <a:pt x="48611" y="39931"/>
                </a:lnTo>
                <a:lnTo>
                  <a:pt x="36111" y="39931"/>
                </a:lnTo>
                <a:lnTo>
                  <a:pt x="35764" y="39583"/>
                </a:lnTo>
                <a:lnTo>
                  <a:pt x="35417" y="39236"/>
                </a:lnTo>
                <a:lnTo>
                  <a:pt x="32639" y="39236"/>
                </a:lnTo>
                <a:lnTo>
                  <a:pt x="32292" y="38889"/>
                </a:lnTo>
                <a:lnTo>
                  <a:pt x="31944" y="38542"/>
                </a:lnTo>
                <a:lnTo>
                  <a:pt x="29861" y="38542"/>
                </a:lnTo>
                <a:lnTo>
                  <a:pt x="25694" y="36458"/>
                </a:lnTo>
                <a:lnTo>
                  <a:pt x="23958" y="36806"/>
                </a:lnTo>
                <a:lnTo>
                  <a:pt x="23958" y="43750"/>
                </a:lnTo>
                <a:lnTo>
                  <a:pt x="26389" y="46181"/>
                </a:lnTo>
                <a:lnTo>
                  <a:pt x="30556" y="48264"/>
                </a:lnTo>
                <a:lnTo>
                  <a:pt x="32639" y="48264"/>
                </a:lnTo>
                <a:lnTo>
                  <a:pt x="32986" y="48611"/>
                </a:lnTo>
                <a:lnTo>
                  <a:pt x="33333" y="48958"/>
                </a:lnTo>
                <a:lnTo>
                  <a:pt x="36111" y="48958"/>
                </a:lnTo>
                <a:lnTo>
                  <a:pt x="36458" y="49306"/>
                </a:lnTo>
                <a:lnTo>
                  <a:pt x="36806" y="49653"/>
                </a:lnTo>
                <a:lnTo>
                  <a:pt x="40972" y="49653"/>
                </a:lnTo>
                <a:lnTo>
                  <a:pt x="41319" y="50000"/>
                </a:lnTo>
                <a:lnTo>
                  <a:pt x="40972" y="51736"/>
                </a:lnTo>
                <a:lnTo>
                  <a:pt x="36111" y="51736"/>
                </a:lnTo>
                <a:lnTo>
                  <a:pt x="35764" y="51389"/>
                </a:lnTo>
                <a:lnTo>
                  <a:pt x="35417" y="51042"/>
                </a:lnTo>
                <a:lnTo>
                  <a:pt x="31944" y="51042"/>
                </a:lnTo>
                <a:lnTo>
                  <a:pt x="31597" y="50694"/>
                </a:lnTo>
                <a:lnTo>
                  <a:pt x="31250" y="50347"/>
                </a:lnTo>
                <a:lnTo>
                  <a:pt x="27778" y="49653"/>
                </a:lnTo>
                <a:lnTo>
                  <a:pt x="25000" y="47569"/>
                </a:lnTo>
                <a:lnTo>
                  <a:pt x="23958" y="48611"/>
                </a:lnTo>
                <a:lnTo>
                  <a:pt x="23958" y="56250"/>
                </a:lnTo>
                <a:lnTo>
                  <a:pt x="25694" y="57986"/>
                </a:lnTo>
                <a:lnTo>
                  <a:pt x="29861" y="60069"/>
                </a:lnTo>
                <a:lnTo>
                  <a:pt x="31944" y="60069"/>
                </a:lnTo>
                <a:lnTo>
                  <a:pt x="32292" y="60417"/>
                </a:lnTo>
                <a:lnTo>
                  <a:pt x="32639" y="60764"/>
                </a:lnTo>
                <a:lnTo>
                  <a:pt x="34722" y="60764"/>
                </a:lnTo>
                <a:lnTo>
                  <a:pt x="35069" y="61111"/>
                </a:lnTo>
                <a:lnTo>
                  <a:pt x="35417" y="61458"/>
                </a:lnTo>
                <a:lnTo>
                  <a:pt x="36111" y="61458"/>
                </a:lnTo>
                <a:lnTo>
                  <a:pt x="36806" y="61458"/>
                </a:lnTo>
                <a:lnTo>
                  <a:pt x="47917" y="61458"/>
                </a:lnTo>
                <a:lnTo>
                  <a:pt x="48264" y="63194"/>
                </a:lnTo>
                <a:lnTo>
                  <a:pt x="47917" y="63542"/>
                </a:lnTo>
                <a:lnTo>
                  <a:pt x="34722" y="63542"/>
                </a:lnTo>
                <a:lnTo>
                  <a:pt x="34375" y="63194"/>
                </a:lnTo>
                <a:lnTo>
                  <a:pt x="34028" y="62847"/>
                </a:lnTo>
                <a:lnTo>
                  <a:pt x="31250" y="62847"/>
                </a:lnTo>
                <a:lnTo>
                  <a:pt x="25694" y="60069"/>
                </a:lnTo>
                <a:lnTo>
                  <a:pt x="25000" y="60069"/>
                </a:lnTo>
                <a:lnTo>
                  <a:pt x="24306" y="60069"/>
                </a:lnTo>
                <a:lnTo>
                  <a:pt x="23958" y="60417"/>
                </a:lnTo>
                <a:lnTo>
                  <a:pt x="23958" y="67361"/>
                </a:lnTo>
                <a:lnTo>
                  <a:pt x="27083" y="70486"/>
                </a:lnTo>
                <a:lnTo>
                  <a:pt x="29861" y="71875"/>
                </a:lnTo>
                <a:lnTo>
                  <a:pt x="30556" y="71875"/>
                </a:lnTo>
                <a:lnTo>
                  <a:pt x="31250" y="71875"/>
                </a:lnTo>
                <a:lnTo>
                  <a:pt x="31597" y="72222"/>
                </a:lnTo>
                <a:lnTo>
                  <a:pt x="31944" y="72569"/>
                </a:lnTo>
                <a:lnTo>
                  <a:pt x="34722" y="72569"/>
                </a:lnTo>
                <a:lnTo>
                  <a:pt x="35069" y="72917"/>
                </a:lnTo>
                <a:lnTo>
                  <a:pt x="35417" y="73264"/>
                </a:lnTo>
                <a:lnTo>
                  <a:pt x="47222" y="73264"/>
                </a:lnTo>
                <a:lnTo>
                  <a:pt x="47569" y="72917"/>
                </a:lnTo>
                <a:lnTo>
                  <a:pt x="47917" y="72569"/>
                </a:lnTo>
                <a:lnTo>
                  <a:pt x="50694" y="72569"/>
                </a:lnTo>
                <a:lnTo>
                  <a:pt x="52083" y="71875"/>
                </a:lnTo>
                <a:lnTo>
                  <a:pt x="52431" y="73611"/>
                </a:lnTo>
                <a:lnTo>
                  <a:pt x="51389" y="74653"/>
                </a:lnTo>
                <a:lnTo>
                  <a:pt x="47917" y="74653"/>
                </a:lnTo>
                <a:lnTo>
                  <a:pt x="47569" y="75000"/>
                </a:lnTo>
                <a:lnTo>
                  <a:pt x="47222" y="75347"/>
                </a:lnTo>
                <a:lnTo>
                  <a:pt x="36111" y="75347"/>
                </a:lnTo>
                <a:lnTo>
                  <a:pt x="35764" y="75000"/>
                </a:lnTo>
                <a:lnTo>
                  <a:pt x="35417" y="74653"/>
                </a:lnTo>
                <a:lnTo>
                  <a:pt x="31944" y="74653"/>
                </a:lnTo>
                <a:lnTo>
                  <a:pt x="31597" y="74306"/>
                </a:lnTo>
                <a:lnTo>
                  <a:pt x="31250" y="73958"/>
                </a:lnTo>
                <a:lnTo>
                  <a:pt x="30556" y="73958"/>
                </a:lnTo>
                <a:lnTo>
                  <a:pt x="29861" y="73958"/>
                </a:lnTo>
                <a:lnTo>
                  <a:pt x="29514" y="73611"/>
                </a:lnTo>
                <a:lnTo>
                  <a:pt x="29167" y="73264"/>
                </a:lnTo>
                <a:lnTo>
                  <a:pt x="28472" y="73264"/>
                </a:lnTo>
                <a:lnTo>
                  <a:pt x="27778" y="73264"/>
                </a:lnTo>
                <a:lnTo>
                  <a:pt x="25000" y="71875"/>
                </a:lnTo>
                <a:lnTo>
                  <a:pt x="22569" y="69444"/>
                </a:lnTo>
                <a:lnTo>
                  <a:pt x="22569" y="68750"/>
                </a:lnTo>
                <a:lnTo>
                  <a:pt x="22569" y="68056"/>
                </a:lnTo>
                <a:lnTo>
                  <a:pt x="22222" y="67708"/>
                </a:lnTo>
                <a:lnTo>
                  <a:pt x="21875" y="67361"/>
                </a:lnTo>
                <a:lnTo>
                  <a:pt x="21875" y="31250"/>
                </a:lnTo>
                <a:lnTo>
                  <a:pt x="22569" y="29861"/>
                </a:lnTo>
                <a:lnTo>
                  <a:pt x="25000" y="27431"/>
                </a:lnTo>
                <a:lnTo>
                  <a:pt x="27778" y="26042"/>
                </a:lnTo>
                <a:lnTo>
                  <a:pt x="31250" y="25347"/>
                </a:lnTo>
                <a:lnTo>
                  <a:pt x="31597" y="25000"/>
                </a:lnTo>
                <a:lnTo>
                  <a:pt x="31944" y="24653"/>
                </a:lnTo>
                <a:lnTo>
                  <a:pt x="35069" y="24306"/>
                </a:lnTo>
                <a:close/>
                <a:moveTo>
                  <a:pt x="34722" y="26042"/>
                </a:moveTo>
                <a:lnTo>
                  <a:pt x="34375" y="26389"/>
                </a:lnTo>
                <a:lnTo>
                  <a:pt x="34028" y="26736"/>
                </a:lnTo>
                <a:lnTo>
                  <a:pt x="31250" y="26736"/>
                </a:lnTo>
                <a:lnTo>
                  <a:pt x="29167" y="28125"/>
                </a:lnTo>
                <a:lnTo>
                  <a:pt x="28472" y="28125"/>
                </a:lnTo>
                <a:lnTo>
                  <a:pt x="27778" y="28125"/>
                </a:lnTo>
                <a:lnTo>
                  <a:pt x="26389" y="28819"/>
                </a:lnTo>
                <a:lnTo>
                  <a:pt x="23958" y="31944"/>
                </a:lnTo>
                <a:lnTo>
                  <a:pt x="25694" y="34375"/>
                </a:lnTo>
                <a:lnTo>
                  <a:pt x="29861" y="36458"/>
                </a:lnTo>
                <a:lnTo>
                  <a:pt x="30556" y="36458"/>
                </a:lnTo>
                <a:lnTo>
                  <a:pt x="31250" y="36458"/>
                </a:lnTo>
                <a:lnTo>
                  <a:pt x="31597" y="36806"/>
                </a:lnTo>
                <a:lnTo>
                  <a:pt x="31944" y="37153"/>
                </a:lnTo>
                <a:lnTo>
                  <a:pt x="34722" y="37153"/>
                </a:lnTo>
                <a:lnTo>
                  <a:pt x="35069" y="37500"/>
                </a:lnTo>
                <a:lnTo>
                  <a:pt x="35417" y="37847"/>
                </a:lnTo>
                <a:lnTo>
                  <a:pt x="48611" y="37847"/>
                </a:lnTo>
                <a:lnTo>
                  <a:pt x="48958" y="37500"/>
                </a:lnTo>
                <a:lnTo>
                  <a:pt x="49306" y="37153"/>
                </a:lnTo>
                <a:lnTo>
                  <a:pt x="52083" y="37153"/>
                </a:lnTo>
                <a:lnTo>
                  <a:pt x="52431" y="36806"/>
                </a:lnTo>
                <a:lnTo>
                  <a:pt x="52778" y="36458"/>
                </a:lnTo>
                <a:lnTo>
                  <a:pt x="53472" y="36458"/>
                </a:lnTo>
                <a:lnTo>
                  <a:pt x="54167" y="36458"/>
                </a:lnTo>
                <a:lnTo>
                  <a:pt x="56944" y="35069"/>
                </a:lnTo>
                <a:lnTo>
                  <a:pt x="59375" y="32639"/>
                </a:lnTo>
                <a:lnTo>
                  <a:pt x="59375" y="30556"/>
                </a:lnTo>
                <a:lnTo>
                  <a:pt x="57639" y="28819"/>
                </a:lnTo>
                <a:lnTo>
                  <a:pt x="54861" y="27431"/>
                </a:lnTo>
                <a:lnTo>
                  <a:pt x="52778" y="27431"/>
                </a:lnTo>
                <a:lnTo>
                  <a:pt x="52431" y="27083"/>
                </a:lnTo>
                <a:lnTo>
                  <a:pt x="52083" y="26736"/>
                </a:lnTo>
                <a:lnTo>
                  <a:pt x="49306" y="26736"/>
                </a:lnTo>
                <a:lnTo>
                  <a:pt x="48958" y="26389"/>
                </a:lnTo>
                <a:lnTo>
                  <a:pt x="48611" y="26042"/>
                </a:lnTo>
                <a:lnTo>
                  <a:pt x="34722" y="26042"/>
                </a:lnTo>
                <a:close/>
                <a:moveTo>
                  <a:pt x="47569" y="47917"/>
                </a:moveTo>
                <a:lnTo>
                  <a:pt x="47917" y="47569"/>
                </a:lnTo>
                <a:lnTo>
                  <a:pt x="78472" y="47569"/>
                </a:lnTo>
                <a:lnTo>
                  <a:pt x="79514" y="48611"/>
                </a:lnTo>
                <a:lnTo>
                  <a:pt x="79514" y="49306"/>
                </a:lnTo>
                <a:lnTo>
                  <a:pt x="79514" y="50000"/>
                </a:lnTo>
                <a:lnTo>
                  <a:pt x="78819" y="51389"/>
                </a:lnTo>
                <a:lnTo>
                  <a:pt x="76042" y="54167"/>
                </a:lnTo>
                <a:lnTo>
                  <a:pt x="76042" y="54861"/>
                </a:lnTo>
                <a:lnTo>
                  <a:pt x="73958" y="56944"/>
                </a:lnTo>
                <a:lnTo>
                  <a:pt x="73958" y="57639"/>
                </a:lnTo>
                <a:lnTo>
                  <a:pt x="67708" y="65278"/>
                </a:lnTo>
                <a:lnTo>
                  <a:pt x="67708" y="68750"/>
                </a:lnTo>
                <a:lnTo>
                  <a:pt x="67708" y="77778"/>
                </a:lnTo>
                <a:lnTo>
                  <a:pt x="65972" y="79514"/>
                </a:lnTo>
                <a:lnTo>
                  <a:pt x="62500" y="79514"/>
                </a:lnTo>
                <a:lnTo>
                  <a:pt x="59722" y="78125"/>
                </a:lnTo>
                <a:lnTo>
                  <a:pt x="57986" y="76389"/>
                </a:lnTo>
                <a:lnTo>
                  <a:pt x="57986" y="65972"/>
                </a:lnTo>
                <a:lnTo>
                  <a:pt x="54514" y="61806"/>
                </a:lnTo>
                <a:lnTo>
                  <a:pt x="53125" y="59028"/>
                </a:lnTo>
                <a:lnTo>
                  <a:pt x="50347" y="56250"/>
                </a:lnTo>
                <a:lnTo>
                  <a:pt x="50347" y="55556"/>
                </a:lnTo>
                <a:lnTo>
                  <a:pt x="46181" y="50694"/>
                </a:lnTo>
                <a:lnTo>
                  <a:pt x="46181" y="50000"/>
                </a:lnTo>
                <a:lnTo>
                  <a:pt x="46181" y="49306"/>
                </a:lnTo>
                <a:lnTo>
                  <a:pt x="47569" y="47917"/>
                </a:lnTo>
                <a:close/>
                <a:moveTo>
                  <a:pt x="50000" y="49653"/>
                </a:moveTo>
                <a:lnTo>
                  <a:pt x="49653" y="51389"/>
                </a:lnTo>
                <a:lnTo>
                  <a:pt x="51736" y="53472"/>
                </a:lnTo>
                <a:lnTo>
                  <a:pt x="51736" y="54167"/>
                </a:lnTo>
                <a:lnTo>
                  <a:pt x="53819" y="56250"/>
                </a:lnTo>
                <a:lnTo>
                  <a:pt x="53819" y="56944"/>
                </a:lnTo>
                <a:lnTo>
                  <a:pt x="60069" y="64583"/>
                </a:lnTo>
                <a:lnTo>
                  <a:pt x="60069" y="75694"/>
                </a:lnTo>
                <a:lnTo>
                  <a:pt x="62500" y="77431"/>
                </a:lnTo>
                <a:lnTo>
                  <a:pt x="64583" y="77431"/>
                </a:lnTo>
                <a:lnTo>
                  <a:pt x="65625" y="76389"/>
                </a:lnTo>
                <a:lnTo>
                  <a:pt x="65625" y="67361"/>
                </a:lnTo>
                <a:lnTo>
                  <a:pt x="65625" y="64583"/>
                </a:lnTo>
                <a:lnTo>
                  <a:pt x="66319" y="63194"/>
                </a:lnTo>
                <a:lnTo>
                  <a:pt x="68403" y="61111"/>
                </a:lnTo>
                <a:lnTo>
                  <a:pt x="68403" y="60417"/>
                </a:lnTo>
                <a:lnTo>
                  <a:pt x="70486" y="58333"/>
                </a:lnTo>
                <a:lnTo>
                  <a:pt x="70486" y="57639"/>
                </a:lnTo>
                <a:lnTo>
                  <a:pt x="73264" y="54861"/>
                </a:lnTo>
                <a:lnTo>
                  <a:pt x="73264" y="54167"/>
                </a:lnTo>
                <a:lnTo>
                  <a:pt x="76042" y="51389"/>
                </a:lnTo>
                <a:lnTo>
                  <a:pt x="76042" y="50694"/>
                </a:lnTo>
                <a:lnTo>
                  <a:pt x="76042" y="50000"/>
                </a:lnTo>
                <a:lnTo>
                  <a:pt x="75694" y="49653"/>
                </a:lnTo>
                <a:lnTo>
                  <a:pt x="50000" y="496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1929384" y="3145536"/>
            <a:ext cx="448056" cy="4480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938528" y="3255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920240" y="3575304"/>
            <a:ext cx="2304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Nettoyage &amp;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84632" y="4553712"/>
            <a:ext cx="3657600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94944" y="4764024"/>
            <a:ext cx="1024128" cy="10241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VECTOR_sliders_20"/>
          <p:cNvSpPr/>
          <p:nvPr/>
        </p:nvSpPr>
        <p:spPr>
          <a:xfrm>
            <a:off x="694944" y="4764024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875" y="27778"/>
                </a:moveTo>
                <a:lnTo>
                  <a:pt x="47222" y="27431"/>
                </a:lnTo>
                <a:lnTo>
                  <a:pt x="52083" y="27431"/>
                </a:lnTo>
                <a:lnTo>
                  <a:pt x="53472" y="28125"/>
                </a:lnTo>
                <a:lnTo>
                  <a:pt x="55903" y="30556"/>
                </a:lnTo>
                <a:lnTo>
                  <a:pt x="55903" y="31250"/>
                </a:lnTo>
                <a:lnTo>
                  <a:pt x="55903" y="31944"/>
                </a:lnTo>
                <a:lnTo>
                  <a:pt x="56944" y="32986"/>
                </a:lnTo>
                <a:lnTo>
                  <a:pt x="74306" y="32986"/>
                </a:lnTo>
                <a:lnTo>
                  <a:pt x="75347" y="34028"/>
                </a:lnTo>
                <a:lnTo>
                  <a:pt x="75347" y="34722"/>
                </a:lnTo>
                <a:lnTo>
                  <a:pt x="74306" y="35764"/>
                </a:lnTo>
                <a:lnTo>
                  <a:pt x="68750" y="35764"/>
                </a:lnTo>
                <a:lnTo>
                  <a:pt x="68403" y="35417"/>
                </a:lnTo>
                <a:lnTo>
                  <a:pt x="68056" y="35069"/>
                </a:lnTo>
                <a:lnTo>
                  <a:pt x="57639" y="35069"/>
                </a:lnTo>
                <a:lnTo>
                  <a:pt x="55903" y="36806"/>
                </a:lnTo>
                <a:lnTo>
                  <a:pt x="55208" y="38889"/>
                </a:lnTo>
                <a:lnTo>
                  <a:pt x="54167" y="39931"/>
                </a:lnTo>
                <a:lnTo>
                  <a:pt x="51389" y="41319"/>
                </a:lnTo>
                <a:lnTo>
                  <a:pt x="47917" y="41319"/>
                </a:lnTo>
                <a:lnTo>
                  <a:pt x="47569" y="40972"/>
                </a:lnTo>
                <a:lnTo>
                  <a:pt x="47222" y="40625"/>
                </a:lnTo>
                <a:lnTo>
                  <a:pt x="46528" y="40625"/>
                </a:lnTo>
                <a:lnTo>
                  <a:pt x="45833" y="40625"/>
                </a:lnTo>
                <a:lnTo>
                  <a:pt x="43403" y="38194"/>
                </a:lnTo>
                <a:lnTo>
                  <a:pt x="42361" y="35764"/>
                </a:lnTo>
                <a:lnTo>
                  <a:pt x="39583" y="35764"/>
                </a:lnTo>
                <a:lnTo>
                  <a:pt x="39236" y="35417"/>
                </a:lnTo>
                <a:lnTo>
                  <a:pt x="38889" y="35069"/>
                </a:lnTo>
                <a:lnTo>
                  <a:pt x="30556" y="35069"/>
                </a:lnTo>
                <a:lnTo>
                  <a:pt x="30208" y="35417"/>
                </a:lnTo>
                <a:lnTo>
                  <a:pt x="29861" y="35764"/>
                </a:lnTo>
                <a:lnTo>
                  <a:pt x="23611" y="35764"/>
                </a:lnTo>
                <a:lnTo>
                  <a:pt x="22569" y="34722"/>
                </a:lnTo>
                <a:lnTo>
                  <a:pt x="22569" y="34028"/>
                </a:lnTo>
                <a:lnTo>
                  <a:pt x="23611" y="32986"/>
                </a:lnTo>
                <a:lnTo>
                  <a:pt x="42361" y="32986"/>
                </a:lnTo>
                <a:lnTo>
                  <a:pt x="43403" y="30556"/>
                </a:lnTo>
                <a:lnTo>
                  <a:pt x="45833" y="28125"/>
                </a:lnTo>
                <a:lnTo>
                  <a:pt x="46528" y="28125"/>
                </a:lnTo>
                <a:lnTo>
                  <a:pt x="46875" y="27778"/>
                </a:lnTo>
                <a:close/>
                <a:moveTo>
                  <a:pt x="47917" y="29514"/>
                </a:moveTo>
                <a:lnTo>
                  <a:pt x="45486" y="31944"/>
                </a:lnTo>
                <a:lnTo>
                  <a:pt x="44792" y="33333"/>
                </a:lnTo>
                <a:lnTo>
                  <a:pt x="44792" y="35417"/>
                </a:lnTo>
                <a:lnTo>
                  <a:pt x="45486" y="36806"/>
                </a:lnTo>
                <a:lnTo>
                  <a:pt x="47917" y="39236"/>
                </a:lnTo>
                <a:lnTo>
                  <a:pt x="50694" y="39236"/>
                </a:lnTo>
                <a:lnTo>
                  <a:pt x="52083" y="38542"/>
                </a:lnTo>
                <a:lnTo>
                  <a:pt x="53819" y="36111"/>
                </a:lnTo>
                <a:lnTo>
                  <a:pt x="53819" y="32639"/>
                </a:lnTo>
                <a:lnTo>
                  <a:pt x="52083" y="30208"/>
                </a:lnTo>
                <a:lnTo>
                  <a:pt x="50694" y="29514"/>
                </a:lnTo>
                <a:lnTo>
                  <a:pt x="47917" y="29514"/>
                </a:lnTo>
                <a:close/>
                <a:moveTo>
                  <a:pt x="63542" y="44444"/>
                </a:moveTo>
                <a:lnTo>
                  <a:pt x="63889" y="44097"/>
                </a:lnTo>
                <a:lnTo>
                  <a:pt x="64236" y="44444"/>
                </a:lnTo>
                <a:lnTo>
                  <a:pt x="64583" y="44792"/>
                </a:lnTo>
                <a:lnTo>
                  <a:pt x="65278" y="44792"/>
                </a:lnTo>
                <a:lnTo>
                  <a:pt x="65972" y="44792"/>
                </a:lnTo>
                <a:lnTo>
                  <a:pt x="67361" y="45486"/>
                </a:lnTo>
                <a:lnTo>
                  <a:pt x="69792" y="47917"/>
                </a:lnTo>
                <a:lnTo>
                  <a:pt x="69792" y="48611"/>
                </a:lnTo>
                <a:lnTo>
                  <a:pt x="69792" y="49306"/>
                </a:lnTo>
                <a:lnTo>
                  <a:pt x="70833" y="50347"/>
                </a:lnTo>
                <a:lnTo>
                  <a:pt x="74306" y="50347"/>
                </a:lnTo>
                <a:lnTo>
                  <a:pt x="75347" y="51389"/>
                </a:lnTo>
                <a:lnTo>
                  <a:pt x="75347" y="52083"/>
                </a:lnTo>
                <a:lnTo>
                  <a:pt x="75000" y="52431"/>
                </a:lnTo>
                <a:lnTo>
                  <a:pt x="71528" y="52431"/>
                </a:lnTo>
                <a:lnTo>
                  <a:pt x="66667" y="57986"/>
                </a:lnTo>
                <a:lnTo>
                  <a:pt x="65972" y="57986"/>
                </a:lnTo>
                <a:lnTo>
                  <a:pt x="65278" y="57986"/>
                </a:lnTo>
                <a:lnTo>
                  <a:pt x="64931" y="58333"/>
                </a:lnTo>
                <a:lnTo>
                  <a:pt x="64583" y="58681"/>
                </a:lnTo>
                <a:lnTo>
                  <a:pt x="62500" y="58681"/>
                </a:lnTo>
                <a:lnTo>
                  <a:pt x="59722" y="57292"/>
                </a:lnTo>
                <a:lnTo>
                  <a:pt x="56250" y="52431"/>
                </a:lnTo>
                <a:lnTo>
                  <a:pt x="40972" y="52431"/>
                </a:lnTo>
                <a:lnTo>
                  <a:pt x="23611" y="52431"/>
                </a:lnTo>
                <a:lnTo>
                  <a:pt x="22569" y="51389"/>
                </a:lnTo>
                <a:lnTo>
                  <a:pt x="23611" y="50347"/>
                </a:lnTo>
                <a:lnTo>
                  <a:pt x="56944" y="50347"/>
                </a:lnTo>
                <a:lnTo>
                  <a:pt x="57986" y="47917"/>
                </a:lnTo>
                <a:lnTo>
                  <a:pt x="61111" y="44792"/>
                </a:lnTo>
                <a:lnTo>
                  <a:pt x="63542" y="44444"/>
                </a:lnTo>
                <a:close/>
                <a:moveTo>
                  <a:pt x="63194" y="46875"/>
                </a:moveTo>
                <a:lnTo>
                  <a:pt x="60069" y="49306"/>
                </a:lnTo>
                <a:lnTo>
                  <a:pt x="59375" y="50694"/>
                </a:lnTo>
                <a:lnTo>
                  <a:pt x="59375" y="52778"/>
                </a:lnTo>
                <a:lnTo>
                  <a:pt x="61806" y="55903"/>
                </a:lnTo>
                <a:lnTo>
                  <a:pt x="64583" y="55903"/>
                </a:lnTo>
                <a:lnTo>
                  <a:pt x="67014" y="54861"/>
                </a:lnTo>
                <a:lnTo>
                  <a:pt x="68403" y="52083"/>
                </a:lnTo>
                <a:lnTo>
                  <a:pt x="68403" y="51389"/>
                </a:lnTo>
                <a:lnTo>
                  <a:pt x="68403" y="50694"/>
                </a:lnTo>
                <a:lnTo>
                  <a:pt x="65972" y="47569"/>
                </a:lnTo>
                <a:lnTo>
                  <a:pt x="64583" y="46875"/>
                </a:lnTo>
                <a:lnTo>
                  <a:pt x="63889" y="46875"/>
                </a:lnTo>
                <a:lnTo>
                  <a:pt x="63194" y="46875"/>
                </a:lnTo>
                <a:close/>
                <a:moveTo>
                  <a:pt x="47569" y="61806"/>
                </a:moveTo>
                <a:lnTo>
                  <a:pt x="50694" y="61458"/>
                </a:lnTo>
                <a:lnTo>
                  <a:pt x="51042" y="61806"/>
                </a:lnTo>
                <a:lnTo>
                  <a:pt x="51389" y="62153"/>
                </a:lnTo>
                <a:lnTo>
                  <a:pt x="52083" y="62153"/>
                </a:lnTo>
                <a:lnTo>
                  <a:pt x="52778" y="62153"/>
                </a:lnTo>
                <a:lnTo>
                  <a:pt x="55903" y="65278"/>
                </a:lnTo>
                <a:lnTo>
                  <a:pt x="55903" y="65972"/>
                </a:lnTo>
                <a:lnTo>
                  <a:pt x="55903" y="66667"/>
                </a:lnTo>
                <a:lnTo>
                  <a:pt x="56944" y="67708"/>
                </a:lnTo>
                <a:lnTo>
                  <a:pt x="58333" y="67014"/>
                </a:lnTo>
                <a:lnTo>
                  <a:pt x="61111" y="67014"/>
                </a:lnTo>
                <a:lnTo>
                  <a:pt x="61458" y="67361"/>
                </a:lnTo>
                <a:lnTo>
                  <a:pt x="61806" y="67708"/>
                </a:lnTo>
                <a:lnTo>
                  <a:pt x="65972" y="67708"/>
                </a:lnTo>
                <a:lnTo>
                  <a:pt x="66319" y="67361"/>
                </a:lnTo>
                <a:lnTo>
                  <a:pt x="66667" y="67014"/>
                </a:lnTo>
                <a:lnTo>
                  <a:pt x="74306" y="67014"/>
                </a:lnTo>
                <a:lnTo>
                  <a:pt x="75347" y="68056"/>
                </a:lnTo>
                <a:lnTo>
                  <a:pt x="75347" y="68750"/>
                </a:lnTo>
                <a:lnTo>
                  <a:pt x="74306" y="69792"/>
                </a:lnTo>
                <a:lnTo>
                  <a:pt x="56944" y="69792"/>
                </a:lnTo>
                <a:lnTo>
                  <a:pt x="55903" y="70833"/>
                </a:lnTo>
                <a:lnTo>
                  <a:pt x="55208" y="72917"/>
                </a:lnTo>
                <a:lnTo>
                  <a:pt x="53472" y="74653"/>
                </a:lnTo>
                <a:lnTo>
                  <a:pt x="51389" y="75347"/>
                </a:lnTo>
                <a:lnTo>
                  <a:pt x="47222" y="75347"/>
                </a:lnTo>
                <a:lnTo>
                  <a:pt x="45833" y="74653"/>
                </a:lnTo>
                <a:lnTo>
                  <a:pt x="43403" y="72222"/>
                </a:lnTo>
                <a:lnTo>
                  <a:pt x="42361" y="69792"/>
                </a:lnTo>
                <a:lnTo>
                  <a:pt x="23611" y="69792"/>
                </a:lnTo>
                <a:lnTo>
                  <a:pt x="22569" y="68750"/>
                </a:lnTo>
                <a:lnTo>
                  <a:pt x="22569" y="68056"/>
                </a:lnTo>
                <a:lnTo>
                  <a:pt x="23611" y="67014"/>
                </a:lnTo>
                <a:lnTo>
                  <a:pt x="29861" y="67014"/>
                </a:lnTo>
                <a:lnTo>
                  <a:pt x="30208" y="67361"/>
                </a:lnTo>
                <a:lnTo>
                  <a:pt x="30556" y="67708"/>
                </a:lnTo>
                <a:lnTo>
                  <a:pt x="36806" y="67708"/>
                </a:lnTo>
                <a:lnTo>
                  <a:pt x="37153" y="67361"/>
                </a:lnTo>
                <a:lnTo>
                  <a:pt x="37500" y="67014"/>
                </a:lnTo>
                <a:lnTo>
                  <a:pt x="42361" y="67014"/>
                </a:lnTo>
                <a:lnTo>
                  <a:pt x="43403" y="64583"/>
                </a:lnTo>
                <a:lnTo>
                  <a:pt x="45833" y="62153"/>
                </a:lnTo>
                <a:lnTo>
                  <a:pt x="47569" y="61806"/>
                </a:lnTo>
                <a:close/>
                <a:moveTo>
                  <a:pt x="47917" y="64236"/>
                </a:moveTo>
                <a:lnTo>
                  <a:pt x="45486" y="65972"/>
                </a:lnTo>
                <a:lnTo>
                  <a:pt x="44792" y="69444"/>
                </a:lnTo>
                <a:lnTo>
                  <a:pt x="46528" y="72569"/>
                </a:lnTo>
                <a:lnTo>
                  <a:pt x="47917" y="73264"/>
                </a:lnTo>
                <a:lnTo>
                  <a:pt x="50694" y="73264"/>
                </a:lnTo>
                <a:lnTo>
                  <a:pt x="51389" y="73264"/>
                </a:lnTo>
                <a:lnTo>
                  <a:pt x="53819" y="70139"/>
                </a:lnTo>
                <a:lnTo>
                  <a:pt x="53819" y="66667"/>
                </a:lnTo>
                <a:lnTo>
                  <a:pt x="51389" y="64236"/>
                </a:lnTo>
                <a:lnTo>
                  <a:pt x="47917" y="642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1929384" y="4709160"/>
            <a:ext cx="448056" cy="4480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938528" y="48188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920240" y="5138928"/>
            <a:ext cx="2304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Standardisation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des variables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001768" y="2999232"/>
            <a:ext cx="325526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5202936" y="3209544"/>
            <a:ext cx="1024128" cy="10241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VECTOR_pca_21"/>
          <p:cNvSpPr/>
          <p:nvPr/>
        </p:nvSpPr>
        <p:spPr>
          <a:xfrm>
            <a:off x="5202936" y="3209544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23264" y="24306"/>
                </a:moveTo>
                <a:lnTo>
                  <a:pt x="23611" y="23958"/>
                </a:lnTo>
                <a:lnTo>
                  <a:pt x="25000" y="24653"/>
                </a:lnTo>
                <a:lnTo>
                  <a:pt x="30208" y="30556"/>
                </a:lnTo>
                <a:lnTo>
                  <a:pt x="30208" y="31250"/>
                </a:lnTo>
                <a:lnTo>
                  <a:pt x="29167" y="32292"/>
                </a:lnTo>
                <a:lnTo>
                  <a:pt x="28472" y="32292"/>
                </a:lnTo>
                <a:lnTo>
                  <a:pt x="26042" y="29861"/>
                </a:lnTo>
                <a:lnTo>
                  <a:pt x="26042" y="29167"/>
                </a:lnTo>
                <a:lnTo>
                  <a:pt x="25694" y="28819"/>
                </a:lnTo>
                <a:lnTo>
                  <a:pt x="24653" y="29861"/>
                </a:lnTo>
                <a:lnTo>
                  <a:pt x="24653" y="72917"/>
                </a:lnTo>
                <a:lnTo>
                  <a:pt x="25000" y="73264"/>
                </a:lnTo>
                <a:lnTo>
                  <a:pt x="70139" y="73264"/>
                </a:lnTo>
                <a:lnTo>
                  <a:pt x="70486" y="72917"/>
                </a:lnTo>
                <a:lnTo>
                  <a:pt x="67708" y="70139"/>
                </a:lnTo>
                <a:lnTo>
                  <a:pt x="67014" y="68750"/>
                </a:lnTo>
                <a:lnTo>
                  <a:pt x="68056" y="67708"/>
                </a:lnTo>
                <a:lnTo>
                  <a:pt x="68750" y="67708"/>
                </a:lnTo>
                <a:lnTo>
                  <a:pt x="69444" y="67708"/>
                </a:lnTo>
                <a:lnTo>
                  <a:pt x="76042" y="74306"/>
                </a:lnTo>
                <a:lnTo>
                  <a:pt x="74306" y="76042"/>
                </a:lnTo>
                <a:lnTo>
                  <a:pt x="71181" y="79167"/>
                </a:lnTo>
                <a:lnTo>
                  <a:pt x="71181" y="79861"/>
                </a:lnTo>
                <a:lnTo>
                  <a:pt x="69444" y="81597"/>
                </a:lnTo>
                <a:lnTo>
                  <a:pt x="68750" y="81597"/>
                </a:lnTo>
                <a:lnTo>
                  <a:pt x="67708" y="80556"/>
                </a:lnTo>
                <a:lnTo>
                  <a:pt x="67708" y="79861"/>
                </a:lnTo>
                <a:lnTo>
                  <a:pt x="67708" y="79167"/>
                </a:lnTo>
                <a:lnTo>
                  <a:pt x="68056" y="78819"/>
                </a:lnTo>
                <a:lnTo>
                  <a:pt x="68750" y="78819"/>
                </a:lnTo>
                <a:lnTo>
                  <a:pt x="69097" y="78472"/>
                </a:lnTo>
                <a:lnTo>
                  <a:pt x="69097" y="77778"/>
                </a:lnTo>
                <a:lnTo>
                  <a:pt x="70486" y="77083"/>
                </a:lnTo>
                <a:lnTo>
                  <a:pt x="70486" y="76389"/>
                </a:lnTo>
                <a:lnTo>
                  <a:pt x="70139" y="76042"/>
                </a:lnTo>
                <a:lnTo>
                  <a:pt x="59028" y="76042"/>
                </a:lnTo>
                <a:lnTo>
                  <a:pt x="58681" y="75694"/>
                </a:lnTo>
                <a:lnTo>
                  <a:pt x="58333" y="75347"/>
                </a:lnTo>
                <a:lnTo>
                  <a:pt x="57639" y="75347"/>
                </a:lnTo>
                <a:lnTo>
                  <a:pt x="56944" y="75347"/>
                </a:lnTo>
                <a:lnTo>
                  <a:pt x="56597" y="75694"/>
                </a:lnTo>
                <a:lnTo>
                  <a:pt x="56250" y="76042"/>
                </a:lnTo>
                <a:lnTo>
                  <a:pt x="23611" y="76042"/>
                </a:lnTo>
                <a:lnTo>
                  <a:pt x="22569" y="75000"/>
                </a:lnTo>
                <a:lnTo>
                  <a:pt x="22569" y="67361"/>
                </a:lnTo>
                <a:lnTo>
                  <a:pt x="22222" y="67014"/>
                </a:lnTo>
                <a:lnTo>
                  <a:pt x="21875" y="66667"/>
                </a:lnTo>
                <a:lnTo>
                  <a:pt x="21875" y="59028"/>
                </a:lnTo>
                <a:lnTo>
                  <a:pt x="22222" y="58681"/>
                </a:lnTo>
                <a:lnTo>
                  <a:pt x="22569" y="58333"/>
                </a:lnTo>
                <a:lnTo>
                  <a:pt x="22569" y="29861"/>
                </a:lnTo>
                <a:lnTo>
                  <a:pt x="22222" y="29514"/>
                </a:lnTo>
                <a:lnTo>
                  <a:pt x="21528" y="29514"/>
                </a:lnTo>
                <a:lnTo>
                  <a:pt x="18056" y="32986"/>
                </a:lnTo>
                <a:lnTo>
                  <a:pt x="16319" y="31250"/>
                </a:lnTo>
                <a:lnTo>
                  <a:pt x="16319" y="30556"/>
                </a:lnTo>
                <a:lnTo>
                  <a:pt x="17361" y="29514"/>
                </a:lnTo>
                <a:lnTo>
                  <a:pt x="18056" y="29514"/>
                </a:lnTo>
                <a:lnTo>
                  <a:pt x="22222" y="24653"/>
                </a:lnTo>
                <a:lnTo>
                  <a:pt x="22917" y="24653"/>
                </a:lnTo>
                <a:lnTo>
                  <a:pt x="23264" y="24306"/>
                </a:lnTo>
                <a:close/>
                <a:moveTo>
                  <a:pt x="63542" y="30556"/>
                </a:moveTo>
                <a:lnTo>
                  <a:pt x="63889" y="30208"/>
                </a:lnTo>
                <a:lnTo>
                  <a:pt x="64583" y="30208"/>
                </a:lnTo>
                <a:lnTo>
                  <a:pt x="64931" y="30556"/>
                </a:lnTo>
                <a:lnTo>
                  <a:pt x="65278" y="30903"/>
                </a:lnTo>
                <a:lnTo>
                  <a:pt x="65972" y="30903"/>
                </a:lnTo>
                <a:lnTo>
                  <a:pt x="66667" y="30903"/>
                </a:lnTo>
                <a:lnTo>
                  <a:pt x="68403" y="33333"/>
                </a:lnTo>
                <a:lnTo>
                  <a:pt x="68403" y="35417"/>
                </a:lnTo>
                <a:lnTo>
                  <a:pt x="67708" y="36806"/>
                </a:lnTo>
                <a:lnTo>
                  <a:pt x="65625" y="38194"/>
                </a:lnTo>
                <a:lnTo>
                  <a:pt x="63194" y="38542"/>
                </a:lnTo>
                <a:lnTo>
                  <a:pt x="60764" y="36111"/>
                </a:lnTo>
                <a:lnTo>
                  <a:pt x="60764" y="32639"/>
                </a:lnTo>
                <a:lnTo>
                  <a:pt x="62500" y="30903"/>
                </a:lnTo>
                <a:lnTo>
                  <a:pt x="63194" y="30903"/>
                </a:lnTo>
                <a:lnTo>
                  <a:pt x="63542" y="30556"/>
                </a:lnTo>
                <a:close/>
                <a:moveTo>
                  <a:pt x="51042" y="44444"/>
                </a:moveTo>
                <a:lnTo>
                  <a:pt x="53472" y="44097"/>
                </a:lnTo>
                <a:lnTo>
                  <a:pt x="54861" y="44792"/>
                </a:lnTo>
                <a:lnTo>
                  <a:pt x="56597" y="47222"/>
                </a:lnTo>
                <a:lnTo>
                  <a:pt x="56597" y="49306"/>
                </a:lnTo>
                <a:lnTo>
                  <a:pt x="55903" y="50694"/>
                </a:lnTo>
                <a:lnTo>
                  <a:pt x="53819" y="52083"/>
                </a:lnTo>
                <a:lnTo>
                  <a:pt x="51389" y="52431"/>
                </a:lnTo>
                <a:lnTo>
                  <a:pt x="50000" y="51736"/>
                </a:lnTo>
                <a:lnTo>
                  <a:pt x="48264" y="49306"/>
                </a:lnTo>
                <a:lnTo>
                  <a:pt x="48264" y="47222"/>
                </a:lnTo>
                <a:lnTo>
                  <a:pt x="48958" y="45833"/>
                </a:lnTo>
                <a:lnTo>
                  <a:pt x="51042" y="44444"/>
                </a:lnTo>
                <a:close/>
                <a:moveTo>
                  <a:pt x="37847" y="49306"/>
                </a:moveTo>
                <a:lnTo>
                  <a:pt x="38194" y="48958"/>
                </a:lnTo>
                <a:lnTo>
                  <a:pt x="38889" y="48958"/>
                </a:lnTo>
                <a:lnTo>
                  <a:pt x="40625" y="50694"/>
                </a:lnTo>
                <a:lnTo>
                  <a:pt x="40625" y="51389"/>
                </a:lnTo>
                <a:lnTo>
                  <a:pt x="40625" y="52083"/>
                </a:lnTo>
                <a:lnTo>
                  <a:pt x="39583" y="53125"/>
                </a:lnTo>
                <a:lnTo>
                  <a:pt x="37500" y="53125"/>
                </a:lnTo>
                <a:lnTo>
                  <a:pt x="36458" y="51389"/>
                </a:lnTo>
                <a:lnTo>
                  <a:pt x="36458" y="50694"/>
                </a:lnTo>
                <a:lnTo>
                  <a:pt x="37847" y="49306"/>
                </a:lnTo>
                <a:close/>
                <a:moveTo>
                  <a:pt x="34375" y="59722"/>
                </a:moveTo>
                <a:lnTo>
                  <a:pt x="34722" y="59375"/>
                </a:lnTo>
                <a:lnTo>
                  <a:pt x="36111" y="60069"/>
                </a:lnTo>
                <a:lnTo>
                  <a:pt x="37847" y="61806"/>
                </a:lnTo>
                <a:lnTo>
                  <a:pt x="37847" y="64583"/>
                </a:lnTo>
                <a:lnTo>
                  <a:pt x="36111" y="66319"/>
                </a:lnTo>
                <a:lnTo>
                  <a:pt x="35417" y="66319"/>
                </a:lnTo>
                <a:lnTo>
                  <a:pt x="34722" y="66319"/>
                </a:lnTo>
                <a:lnTo>
                  <a:pt x="32639" y="66319"/>
                </a:lnTo>
                <a:lnTo>
                  <a:pt x="30903" y="63889"/>
                </a:lnTo>
                <a:lnTo>
                  <a:pt x="30903" y="63194"/>
                </a:lnTo>
                <a:lnTo>
                  <a:pt x="30903" y="62500"/>
                </a:lnTo>
                <a:lnTo>
                  <a:pt x="31597" y="61111"/>
                </a:lnTo>
                <a:lnTo>
                  <a:pt x="32639" y="60069"/>
                </a:lnTo>
                <a:lnTo>
                  <a:pt x="34375" y="59722"/>
                </a:lnTo>
                <a:close/>
                <a:moveTo>
                  <a:pt x="50347" y="60417"/>
                </a:moveTo>
                <a:lnTo>
                  <a:pt x="52083" y="60069"/>
                </a:lnTo>
                <a:lnTo>
                  <a:pt x="53819" y="61806"/>
                </a:lnTo>
                <a:lnTo>
                  <a:pt x="53819" y="62500"/>
                </a:lnTo>
                <a:lnTo>
                  <a:pt x="53819" y="63194"/>
                </a:lnTo>
                <a:lnTo>
                  <a:pt x="52778" y="64236"/>
                </a:lnTo>
                <a:lnTo>
                  <a:pt x="52431" y="64583"/>
                </a:lnTo>
                <a:lnTo>
                  <a:pt x="52083" y="64931"/>
                </a:lnTo>
                <a:lnTo>
                  <a:pt x="51389" y="64931"/>
                </a:lnTo>
                <a:lnTo>
                  <a:pt x="50694" y="64931"/>
                </a:lnTo>
                <a:lnTo>
                  <a:pt x="49653" y="63889"/>
                </a:lnTo>
                <a:lnTo>
                  <a:pt x="49653" y="61111"/>
                </a:lnTo>
                <a:lnTo>
                  <a:pt x="50000" y="60764"/>
                </a:lnTo>
                <a:lnTo>
                  <a:pt x="50347" y="604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6409944" y="3163824"/>
            <a:ext cx="448056" cy="4480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419088" y="32735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0" y="368503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Réduction de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dimension (ACP)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5001768" y="4553712"/>
            <a:ext cx="325526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5202936" y="4764024"/>
            <a:ext cx="1024128" cy="10241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VECTOR_hierarchy_22"/>
          <p:cNvSpPr/>
          <p:nvPr/>
        </p:nvSpPr>
        <p:spPr>
          <a:xfrm>
            <a:off x="5202936" y="4764024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3403" y="25000"/>
                </a:moveTo>
                <a:lnTo>
                  <a:pt x="43750" y="24653"/>
                </a:lnTo>
                <a:lnTo>
                  <a:pt x="49306" y="24653"/>
                </a:lnTo>
                <a:lnTo>
                  <a:pt x="50694" y="25347"/>
                </a:lnTo>
                <a:lnTo>
                  <a:pt x="53125" y="27778"/>
                </a:lnTo>
                <a:lnTo>
                  <a:pt x="53819" y="29167"/>
                </a:lnTo>
                <a:lnTo>
                  <a:pt x="53819" y="34028"/>
                </a:lnTo>
                <a:lnTo>
                  <a:pt x="53125" y="35417"/>
                </a:lnTo>
                <a:lnTo>
                  <a:pt x="50000" y="38542"/>
                </a:lnTo>
                <a:lnTo>
                  <a:pt x="47569" y="39583"/>
                </a:lnTo>
                <a:lnTo>
                  <a:pt x="47569" y="46528"/>
                </a:lnTo>
                <a:lnTo>
                  <a:pt x="47917" y="46875"/>
                </a:lnTo>
                <a:lnTo>
                  <a:pt x="68750" y="46875"/>
                </a:lnTo>
                <a:lnTo>
                  <a:pt x="69097" y="47222"/>
                </a:lnTo>
                <a:lnTo>
                  <a:pt x="69097" y="58333"/>
                </a:lnTo>
                <a:lnTo>
                  <a:pt x="72917" y="60069"/>
                </a:lnTo>
                <a:lnTo>
                  <a:pt x="74653" y="61806"/>
                </a:lnTo>
                <a:lnTo>
                  <a:pt x="74653" y="62500"/>
                </a:lnTo>
                <a:lnTo>
                  <a:pt x="74653" y="63194"/>
                </a:lnTo>
                <a:lnTo>
                  <a:pt x="75000" y="63542"/>
                </a:lnTo>
                <a:lnTo>
                  <a:pt x="75347" y="63889"/>
                </a:lnTo>
                <a:lnTo>
                  <a:pt x="75347" y="67361"/>
                </a:lnTo>
                <a:lnTo>
                  <a:pt x="73958" y="70139"/>
                </a:lnTo>
                <a:lnTo>
                  <a:pt x="72917" y="71181"/>
                </a:lnTo>
                <a:lnTo>
                  <a:pt x="70139" y="72569"/>
                </a:lnTo>
                <a:lnTo>
                  <a:pt x="65972" y="72569"/>
                </a:lnTo>
                <a:lnTo>
                  <a:pt x="64583" y="71875"/>
                </a:lnTo>
                <a:lnTo>
                  <a:pt x="61458" y="68750"/>
                </a:lnTo>
                <a:lnTo>
                  <a:pt x="61458" y="66667"/>
                </a:lnTo>
                <a:lnTo>
                  <a:pt x="60764" y="65278"/>
                </a:lnTo>
                <a:lnTo>
                  <a:pt x="61111" y="64931"/>
                </a:lnTo>
                <a:lnTo>
                  <a:pt x="61458" y="64583"/>
                </a:lnTo>
                <a:lnTo>
                  <a:pt x="61458" y="63889"/>
                </a:lnTo>
                <a:lnTo>
                  <a:pt x="61458" y="63194"/>
                </a:lnTo>
                <a:lnTo>
                  <a:pt x="62153" y="61806"/>
                </a:lnTo>
                <a:lnTo>
                  <a:pt x="64583" y="59375"/>
                </a:lnTo>
                <a:lnTo>
                  <a:pt x="65278" y="59375"/>
                </a:lnTo>
                <a:lnTo>
                  <a:pt x="65972" y="59375"/>
                </a:lnTo>
                <a:lnTo>
                  <a:pt x="67014" y="58333"/>
                </a:lnTo>
                <a:lnTo>
                  <a:pt x="67014" y="49306"/>
                </a:lnTo>
                <a:lnTo>
                  <a:pt x="66667" y="48958"/>
                </a:lnTo>
                <a:lnTo>
                  <a:pt x="47917" y="48958"/>
                </a:lnTo>
                <a:lnTo>
                  <a:pt x="47569" y="49306"/>
                </a:lnTo>
                <a:lnTo>
                  <a:pt x="47569" y="58333"/>
                </a:lnTo>
                <a:lnTo>
                  <a:pt x="50000" y="59375"/>
                </a:lnTo>
                <a:lnTo>
                  <a:pt x="53125" y="62500"/>
                </a:lnTo>
                <a:lnTo>
                  <a:pt x="53125" y="63194"/>
                </a:lnTo>
                <a:lnTo>
                  <a:pt x="53125" y="63889"/>
                </a:lnTo>
                <a:lnTo>
                  <a:pt x="53472" y="64236"/>
                </a:lnTo>
                <a:lnTo>
                  <a:pt x="53819" y="64583"/>
                </a:lnTo>
                <a:lnTo>
                  <a:pt x="53819" y="66667"/>
                </a:lnTo>
                <a:lnTo>
                  <a:pt x="53472" y="67014"/>
                </a:lnTo>
                <a:lnTo>
                  <a:pt x="53125" y="67361"/>
                </a:lnTo>
                <a:lnTo>
                  <a:pt x="53125" y="68056"/>
                </a:lnTo>
                <a:lnTo>
                  <a:pt x="53125" y="68750"/>
                </a:lnTo>
                <a:lnTo>
                  <a:pt x="50000" y="71875"/>
                </a:lnTo>
                <a:lnTo>
                  <a:pt x="49306" y="71875"/>
                </a:lnTo>
                <a:lnTo>
                  <a:pt x="48958" y="72222"/>
                </a:lnTo>
                <a:lnTo>
                  <a:pt x="48611" y="72569"/>
                </a:lnTo>
                <a:lnTo>
                  <a:pt x="44444" y="72569"/>
                </a:lnTo>
                <a:lnTo>
                  <a:pt x="41667" y="71181"/>
                </a:lnTo>
                <a:lnTo>
                  <a:pt x="39236" y="68056"/>
                </a:lnTo>
                <a:lnTo>
                  <a:pt x="39236" y="63194"/>
                </a:lnTo>
                <a:lnTo>
                  <a:pt x="39931" y="61806"/>
                </a:lnTo>
                <a:lnTo>
                  <a:pt x="42361" y="59375"/>
                </a:lnTo>
                <a:lnTo>
                  <a:pt x="45486" y="58333"/>
                </a:lnTo>
                <a:lnTo>
                  <a:pt x="45486" y="49306"/>
                </a:lnTo>
                <a:lnTo>
                  <a:pt x="45139" y="48958"/>
                </a:lnTo>
                <a:lnTo>
                  <a:pt x="27083" y="48958"/>
                </a:lnTo>
                <a:lnTo>
                  <a:pt x="26042" y="50000"/>
                </a:lnTo>
                <a:lnTo>
                  <a:pt x="26042" y="58333"/>
                </a:lnTo>
                <a:lnTo>
                  <a:pt x="28472" y="59375"/>
                </a:lnTo>
                <a:lnTo>
                  <a:pt x="30903" y="61806"/>
                </a:lnTo>
                <a:lnTo>
                  <a:pt x="32292" y="64583"/>
                </a:lnTo>
                <a:lnTo>
                  <a:pt x="32292" y="67361"/>
                </a:lnTo>
                <a:lnTo>
                  <a:pt x="30903" y="70139"/>
                </a:lnTo>
                <a:lnTo>
                  <a:pt x="29861" y="71181"/>
                </a:lnTo>
                <a:lnTo>
                  <a:pt x="27083" y="72569"/>
                </a:lnTo>
                <a:lnTo>
                  <a:pt x="22222" y="72569"/>
                </a:lnTo>
                <a:lnTo>
                  <a:pt x="19097" y="70139"/>
                </a:lnTo>
                <a:lnTo>
                  <a:pt x="18403" y="68750"/>
                </a:lnTo>
                <a:lnTo>
                  <a:pt x="18403" y="68056"/>
                </a:lnTo>
                <a:lnTo>
                  <a:pt x="18403" y="67361"/>
                </a:lnTo>
                <a:lnTo>
                  <a:pt x="18056" y="67014"/>
                </a:lnTo>
                <a:lnTo>
                  <a:pt x="17708" y="66667"/>
                </a:lnTo>
                <a:lnTo>
                  <a:pt x="17708" y="63889"/>
                </a:lnTo>
                <a:lnTo>
                  <a:pt x="19097" y="61111"/>
                </a:lnTo>
                <a:lnTo>
                  <a:pt x="20139" y="60069"/>
                </a:lnTo>
                <a:lnTo>
                  <a:pt x="23958" y="58333"/>
                </a:lnTo>
                <a:lnTo>
                  <a:pt x="23958" y="47222"/>
                </a:lnTo>
                <a:lnTo>
                  <a:pt x="24306" y="46875"/>
                </a:lnTo>
                <a:lnTo>
                  <a:pt x="45139" y="46875"/>
                </a:lnTo>
                <a:lnTo>
                  <a:pt x="45486" y="46528"/>
                </a:lnTo>
                <a:lnTo>
                  <a:pt x="45486" y="39583"/>
                </a:lnTo>
                <a:lnTo>
                  <a:pt x="41667" y="37847"/>
                </a:lnTo>
                <a:lnTo>
                  <a:pt x="39236" y="34722"/>
                </a:lnTo>
                <a:lnTo>
                  <a:pt x="39236" y="29167"/>
                </a:lnTo>
                <a:lnTo>
                  <a:pt x="39931" y="27778"/>
                </a:lnTo>
                <a:lnTo>
                  <a:pt x="42361" y="25347"/>
                </a:lnTo>
                <a:lnTo>
                  <a:pt x="43056" y="25347"/>
                </a:lnTo>
                <a:lnTo>
                  <a:pt x="43403" y="25000"/>
                </a:lnTo>
                <a:close/>
                <a:moveTo>
                  <a:pt x="46528" y="26042"/>
                </a:moveTo>
                <a:lnTo>
                  <a:pt x="46181" y="26389"/>
                </a:lnTo>
                <a:lnTo>
                  <a:pt x="45833" y="26736"/>
                </a:lnTo>
                <a:lnTo>
                  <a:pt x="45139" y="26736"/>
                </a:lnTo>
                <a:lnTo>
                  <a:pt x="44444" y="26736"/>
                </a:lnTo>
                <a:lnTo>
                  <a:pt x="43056" y="27431"/>
                </a:lnTo>
                <a:lnTo>
                  <a:pt x="41319" y="29861"/>
                </a:lnTo>
                <a:lnTo>
                  <a:pt x="41319" y="33333"/>
                </a:lnTo>
                <a:lnTo>
                  <a:pt x="42014" y="34722"/>
                </a:lnTo>
                <a:lnTo>
                  <a:pt x="43750" y="36458"/>
                </a:lnTo>
                <a:lnTo>
                  <a:pt x="45139" y="37153"/>
                </a:lnTo>
                <a:lnTo>
                  <a:pt x="45833" y="37153"/>
                </a:lnTo>
                <a:lnTo>
                  <a:pt x="46528" y="37153"/>
                </a:lnTo>
                <a:lnTo>
                  <a:pt x="47222" y="37153"/>
                </a:lnTo>
                <a:lnTo>
                  <a:pt x="47917" y="37153"/>
                </a:lnTo>
                <a:lnTo>
                  <a:pt x="49306" y="36458"/>
                </a:lnTo>
                <a:lnTo>
                  <a:pt x="51736" y="33333"/>
                </a:lnTo>
                <a:lnTo>
                  <a:pt x="51736" y="30556"/>
                </a:lnTo>
                <a:lnTo>
                  <a:pt x="50347" y="27778"/>
                </a:lnTo>
                <a:lnTo>
                  <a:pt x="48611" y="26736"/>
                </a:lnTo>
                <a:lnTo>
                  <a:pt x="47917" y="26736"/>
                </a:lnTo>
                <a:lnTo>
                  <a:pt x="47222" y="26736"/>
                </a:lnTo>
                <a:lnTo>
                  <a:pt x="46875" y="26389"/>
                </a:lnTo>
                <a:lnTo>
                  <a:pt x="46528" y="26042"/>
                </a:lnTo>
                <a:close/>
                <a:moveTo>
                  <a:pt x="23611" y="60764"/>
                </a:moveTo>
                <a:lnTo>
                  <a:pt x="20486" y="63194"/>
                </a:lnTo>
                <a:lnTo>
                  <a:pt x="19792" y="66667"/>
                </a:lnTo>
                <a:lnTo>
                  <a:pt x="22222" y="69792"/>
                </a:lnTo>
                <a:lnTo>
                  <a:pt x="23611" y="70486"/>
                </a:lnTo>
                <a:lnTo>
                  <a:pt x="26389" y="70486"/>
                </a:lnTo>
                <a:lnTo>
                  <a:pt x="28819" y="68750"/>
                </a:lnTo>
                <a:lnTo>
                  <a:pt x="30208" y="65278"/>
                </a:lnTo>
                <a:lnTo>
                  <a:pt x="29861" y="64931"/>
                </a:lnTo>
                <a:lnTo>
                  <a:pt x="29514" y="64583"/>
                </a:lnTo>
                <a:lnTo>
                  <a:pt x="29514" y="63889"/>
                </a:lnTo>
                <a:lnTo>
                  <a:pt x="29514" y="63194"/>
                </a:lnTo>
                <a:lnTo>
                  <a:pt x="27778" y="61458"/>
                </a:lnTo>
                <a:lnTo>
                  <a:pt x="26389" y="60764"/>
                </a:lnTo>
                <a:lnTo>
                  <a:pt x="23611" y="60764"/>
                </a:lnTo>
                <a:close/>
                <a:moveTo>
                  <a:pt x="45139" y="60764"/>
                </a:moveTo>
                <a:lnTo>
                  <a:pt x="42014" y="63194"/>
                </a:lnTo>
                <a:lnTo>
                  <a:pt x="41319" y="64583"/>
                </a:lnTo>
                <a:lnTo>
                  <a:pt x="41319" y="66667"/>
                </a:lnTo>
                <a:lnTo>
                  <a:pt x="42014" y="68056"/>
                </a:lnTo>
                <a:lnTo>
                  <a:pt x="44444" y="70486"/>
                </a:lnTo>
                <a:lnTo>
                  <a:pt x="47222" y="70486"/>
                </a:lnTo>
                <a:lnTo>
                  <a:pt x="49306" y="69792"/>
                </a:lnTo>
                <a:lnTo>
                  <a:pt x="50347" y="68750"/>
                </a:lnTo>
                <a:lnTo>
                  <a:pt x="51042" y="67361"/>
                </a:lnTo>
                <a:lnTo>
                  <a:pt x="51042" y="63194"/>
                </a:lnTo>
                <a:lnTo>
                  <a:pt x="47917" y="60764"/>
                </a:lnTo>
                <a:lnTo>
                  <a:pt x="45139" y="60764"/>
                </a:lnTo>
                <a:close/>
                <a:moveTo>
                  <a:pt x="66667" y="60764"/>
                </a:moveTo>
                <a:lnTo>
                  <a:pt x="63542" y="63194"/>
                </a:lnTo>
                <a:lnTo>
                  <a:pt x="63542" y="63889"/>
                </a:lnTo>
                <a:lnTo>
                  <a:pt x="63542" y="64583"/>
                </a:lnTo>
                <a:lnTo>
                  <a:pt x="62847" y="65972"/>
                </a:lnTo>
                <a:lnTo>
                  <a:pt x="64236" y="68750"/>
                </a:lnTo>
                <a:lnTo>
                  <a:pt x="65278" y="69792"/>
                </a:lnTo>
                <a:lnTo>
                  <a:pt x="66667" y="70486"/>
                </a:lnTo>
                <a:lnTo>
                  <a:pt x="69444" y="70486"/>
                </a:lnTo>
                <a:lnTo>
                  <a:pt x="72569" y="68056"/>
                </a:lnTo>
                <a:lnTo>
                  <a:pt x="73264" y="66667"/>
                </a:lnTo>
                <a:lnTo>
                  <a:pt x="73264" y="64583"/>
                </a:lnTo>
                <a:lnTo>
                  <a:pt x="72569" y="63194"/>
                </a:lnTo>
                <a:lnTo>
                  <a:pt x="70139" y="60764"/>
                </a:lnTo>
                <a:lnTo>
                  <a:pt x="66667" y="607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6409944" y="4718304"/>
            <a:ext cx="448056" cy="4480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419088" y="48280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00800" y="5239512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Clustering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agglomératif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6409944" y="574243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Critère de Ward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370832" y="3721608"/>
            <a:ext cx="374904" cy="283464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8485632" y="3721608"/>
            <a:ext cx="356616" cy="283464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9079992" y="3136392"/>
            <a:ext cx="2587752" cy="2834640"/>
          </a:xfrm>
          <a:prstGeom prst="roundRect">
            <a:avLst>
              <a:gd name="adj" fmla="val 49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9802368" y="3374136"/>
            <a:ext cx="1234440" cy="123444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VECTOR_people3_23"/>
          <p:cNvSpPr/>
          <p:nvPr/>
        </p:nvSpPr>
        <p:spPr>
          <a:xfrm>
            <a:off x="9802368" y="3374136"/>
            <a:ext cx="1234440" cy="12344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7768" y="28571"/>
                </a:moveTo>
                <a:lnTo>
                  <a:pt x="48214" y="28125"/>
                </a:lnTo>
                <a:lnTo>
                  <a:pt x="52679" y="28125"/>
                </a:lnTo>
                <a:lnTo>
                  <a:pt x="56250" y="29911"/>
                </a:lnTo>
                <a:lnTo>
                  <a:pt x="56696" y="30357"/>
                </a:lnTo>
                <a:lnTo>
                  <a:pt x="56696" y="31250"/>
                </a:lnTo>
                <a:lnTo>
                  <a:pt x="58482" y="33036"/>
                </a:lnTo>
                <a:lnTo>
                  <a:pt x="58482" y="33929"/>
                </a:lnTo>
                <a:lnTo>
                  <a:pt x="58482" y="34821"/>
                </a:lnTo>
                <a:lnTo>
                  <a:pt x="58929" y="35268"/>
                </a:lnTo>
                <a:lnTo>
                  <a:pt x="59375" y="35714"/>
                </a:lnTo>
                <a:lnTo>
                  <a:pt x="58482" y="40179"/>
                </a:lnTo>
                <a:lnTo>
                  <a:pt x="57589" y="41964"/>
                </a:lnTo>
                <a:lnTo>
                  <a:pt x="54018" y="44643"/>
                </a:lnTo>
                <a:lnTo>
                  <a:pt x="53571" y="45089"/>
                </a:lnTo>
                <a:lnTo>
                  <a:pt x="48214" y="45089"/>
                </a:lnTo>
                <a:lnTo>
                  <a:pt x="46429" y="44196"/>
                </a:lnTo>
                <a:lnTo>
                  <a:pt x="43304" y="41071"/>
                </a:lnTo>
                <a:lnTo>
                  <a:pt x="43304" y="40179"/>
                </a:lnTo>
                <a:lnTo>
                  <a:pt x="43304" y="39286"/>
                </a:lnTo>
                <a:lnTo>
                  <a:pt x="42857" y="38839"/>
                </a:lnTo>
                <a:lnTo>
                  <a:pt x="42411" y="38393"/>
                </a:lnTo>
                <a:lnTo>
                  <a:pt x="42411" y="34821"/>
                </a:lnTo>
                <a:lnTo>
                  <a:pt x="42857" y="34375"/>
                </a:lnTo>
                <a:lnTo>
                  <a:pt x="43304" y="33929"/>
                </a:lnTo>
                <a:lnTo>
                  <a:pt x="43304" y="33036"/>
                </a:lnTo>
                <a:lnTo>
                  <a:pt x="43304" y="32143"/>
                </a:lnTo>
                <a:lnTo>
                  <a:pt x="46429" y="29018"/>
                </a:lnTo>
                <a:lnTo>
                  <a:pt x="47321" y="29018"/>
                </a:lnTo>
                <a:lnTo>
                  <a:pt x="47768" y="28571"/>
                </a:lnTo>
                <a:close/>
                <a:moveTo>
                  <a:pt x="48214" y="30804"/>
                </a:moveTo>
                <a:lnTo>
                  <a:pt x="45982" y="32143"/>
                </a:lnTo>
                <a:lnTo>
                  <a:pt x="44196" y="35714"/>
                </a:lnTo>
                <a:lnTo>
                  <a:pt x="44196" y="36607"/>
                </a:lnTo>
                <a:lnTo>
                  <a:pt x="44196" y="37500"/>
                </a:lnTo>
                <a:lnTo>
                  <a:pt x="45982" y="41071"/>
                </a:lnTo>
                <a:lnTo>
                  <a:pt x="48214" y="43304"/>
                </a:lnTo>
                <a:lnTo>
                  <a:pt x="52679" y="43304"/>
                </a:lnTo>
                <a:lnTo>
                  <a:pt x="54464" y="42411"/>
                </a:lnTo>
                <a:lnTo>
                  <a:pt x="56696" y="39286"/>
                </a:lnTo>
                <a:lnTo>
                  <a:pt x="56696" y="33929"/>
                </a:lnTo>
                <a:lnTo>
                  <a:pt x="53571" y="30804"/>
                </a:lnTo>
                <a:lnTo>
                  <a:pt x="48214" y="30804"/>
                </a:lnTo>
                <a:close/>
                <a:moveTo>
                  <a:pt x="28125" y="37500"/>
                </a:moveTo>
                <a:lnTo>
                  <a:pt x="28571" y="37054"/>
                </a:lnTo>
                <a:lnTo>
                  <a:pt x="33036" y="37054"/>
                </a:lnTo>
                <a:lnTo>
                  <a:pt x="36161" y="39286"/>
                </a:lnTo>
                <a:lnTo>
                  <a:pt x="37054" y="41071"/>
                </a:lnTo>
                <a:lnTo>
                  <a:pt x="37054" y="41964"/>
                </a:lnTo>
                <a:lnTo>
                  <a:pt x="37054" y="42857"/>
                </a:lnTo>
                <a:lnTo>
                  <a:pt x="37500" y="43304"/>
                </a:lnTo>
                <a:lnTo>
                  <a:pt x="37946" y="43750"/>
                </a:lnTo>
                <a:lnTo>
                  <a:pt x="37500" y="44196"/>
                </a:lnTo>
                <a:lnTo>
                  <a:pt x="37054" y="44643"/>
                </a:lnTo>
                <a:lnTo>
                  <a:pt x="37054" y="45536"/>
                </a:lnTo>
                <a:lnTo>
                  <a:pt x="37054" y="46429"/>
                </a:lnTo>
                <a:lnTo>
                  <a:pt x="34821" y="48661"/>
                </a:lnTo>
                <a:lnTo>
                  <a:pt x="33929" y="48661"/>
                </a:lnTo>
                <a:lnTo>
                  <a:pt x="33482" y="49107"/>
                </a:lnTo>
                <a:lnTo>
                  <a:pt x="33036" y="49554"/>
                </a:lnTo>
                <a:lnTo>
                  <a:pt x="28571" y="49554"/>
                </a:lnTo>
                <a:lnTo>
                  <a:pt x="25446" y="47321"/>
                </a:lnTo>
                <a:lnTo>
                  <a:pt x="24554" y="45536"/>
                </a:lnTo>
                <a:lnTo>
                  <a:pt x="24554" y="41071"/>
                </a:lnTo>
                <a:lnTo>
                  <a:pt x="25446" y="39286"/>
                </a:lnTo>
                <a:lnTo>
                  <a:pt x="28125" y="37500"/>
                </a:lnTo>
                <a:close/>
                <a:moveTo>
                  <a:pt x="68304" y="37500"/>
                </a:moveTo>
                <a:lnTo>
                  <a:pt x="68750" y="37054"/>
                </a:lnTo>
                <a:lnTo>
                  <a:pt x="73214" y="37054"/>
                </a:lnTo>
                <a:lnTo>
                  <a:pt x="75000" y="37946"/>
                </a:lnTo>
                <a:lnTo>
                  <a:pt x="77232" y="41071"/>
                </a:lnTo>
                <a:lnTo>
                  <a:pt x="77232" y="45536"/>
                </a:lnTo>
                <a:lnTo>
                  <a:pt x="76339" y="47321"/>
                </a:lnTo>
                <a:lnTo>
                  <a:pt x="73214" y="49554"/>
                </a:lnTo>
                <a:lnTo>
                  <a:pt x="67857" y="49554"/>
                </a:lnTo>
                <a:lnTo>
                  <a:pt x="64732" y="46429"/>
                </a:lnTo>
                <a:lnTo>
                  <a:pt x="63839" y="44643"/>
                </a:lnTo>
                <a:lnTo>
                  <a:pt x="64732" y="40179"/>
                </a:lnTo>
                <a:lnTo>
                  <a:pt x="66964" y="37946"/>
                </a:lnTo>
                <a:lnTo>
                  <a:pt x="67857" y="37946"/>
                </a:lnTo>
                <a:lnTo>
                  <a:pt x="68304" y="37500"/>
                </a:lnTo>
                <a:close/>
                <a:moveTo>
                  <a:pt x="30357" y="38839"/>
                </a:moveTo>
                <a:lnTo>
                  <a:pt x="27232" y="41071"/>
                </a:lnTo>
                <a:lnTo>
                  <a:pt x="26339" y="43750"/>
                </a:lnTo>
                <a:lnTo>
                  <a:pt x="28571" y="47768"/>
                </a:lnTo>
                <a:lnTo>
                  <a:pt x="31250" y="47768"/>
                </a:lnTo>
                <a:lnTo>
                  <a:pt x="32143" y="47768"/>
                </a:lnTo>
                <a:lnTo>
                  <a:pt x="33036" y="47768"/>
                </a:lnTo>
                <a:lnTo>
                  <a:pt x="35268" y="45536"/>
                </a:lnTo>
                <a:lnTo>
                  <a:pt x="35268" y="41964"/>
                </a:lnTo>
                <a:lnTo>
                  <a:pt x="33036" y="39732"/>
                </a:lnTo>
                <a:lnTo>
                  <a:pt x="30357" y="38839"/>
                </a:lnTo>
                <a:close/>
                <a:moveTo>
                  <a:pt x="70536" y="38839"/>
                </a:moveTo>
                <a:lnTo>
                  <a:pt x="66518" y="41964"/>
                </a:lnTo>
                <a:lnTo>
                  <a:pt x="66518" y="45536"/>
                </a:lnTo>
                <a:lnTo>
                  <a:pt x="68750" y="47768"/>
                </a:lnTo>
                <a:lnTo>
                  <a:pt x="71429" y="47768"/>
                </a:lnTo>
                <a:lnTo>
                  <a:pt x="72321" y="47768"/>
                </a:lnTo>
                <a:lnTo>
                  <a:pt x="75446" y="44643"/>
                </a:lnTo>
                <a:lnTo>
                  <a:pt x="75446" y="43750"/>
                </a:lnTo>
                <a:lnTo>
                  <a:pt x="75446" y="42857"/>
                </a:lnTo>
                <a:lnTo>
                  <a:pt x="73214" y="39732"/>
                </a:lnTo>
                <a:lnTo>
                  <a:pt x="70536" y="38839"/>
                </a:lnTo>
                <a:close/>
                <a:moveTo>
                  <a:pt x="46875" y="48214"/>
                </a:moveTo>
                <a:lnTo>
                  <a:pt x="47321" y="47768"/>
                </a:lnTo>
                <a:lnTo>
                  <a:pt x="54464" y="47768"/>
                </a:lnTo>
                <a:lnTo>
                  <a:pt x="58036" y="49554"/>
                </a:lnTo>
                <a:lnTo>
                  <a:pt x="62054" y="53571"/>
                </a:lnTo>
                <a:lnTo>
                  <a:pt x="62946" y="55357"/>
                </a:lnTo>
                <a:lnTo>
                  <a:pt x="62946" y="56250"/>
                </a:lnTo>
                <a:lnTo>
                  <a:pt x="62946" y="57143"/>
                </a:lnTo>
                <a:lnTo>
                  <a:pt x="63393" y="57589"/>
                </a:lnTo>
                <a:lnTo>
                  <a:pt x="63839" y="58036"/>
                </a:lnTo>
                <a:lnTo>
                  <a:pt x="63839" y="66964"/>
                </a:lnTo>
                <a:lnTo>
                  <a:pt x="63393" y="67411"/>
                </a:lnTo>
                <a:lnTo>
                  <a:pt x="54464" y="67411"/>
                </a:lnTo>
                <a:lnTo>
                  <a:pt x="37500" y="67411"/>
                </a:lnTo>
                <a:lnTo>
                  <a:pt x="37054" y="66964"/>
                </a:lnTo>
                <a:lnTo>
                  <a:pt x="37054" y="58036"/>
                </a:lnTo>
                <a:lnTo>
                  <a:pt x="38839" y="54464"/>
                </a:lnTo>
                <a:lnTo>
                  <a:pt x="40625" y="52679"/>
                </a:lnTo>
                <a:lnTo>
                  <a:pt x="40625" y="51786"/>
                </a:lnTo>
                <a:lnTo>
                  <a:pt x="41071" y="51339"/>
                </a:lnTo>
                <a:lnTo>
                  <a:pt x="41964" y="51339"/>
                </a:lnTo>
                <a:lnTo>
                  <a:pt x="43750" y="49554"/>
                </a:lnTo>
                <a:lnTo>
                  <a:pt x="46875" y="48214"/>
                </a:lnTo>
                <a:close/>
                <a:moveTo>
                  <a:pt x="49107" y="49554"/>
                </a:moveTo>
                <a:lnTo>
                  <a:pt x="48661" y="50000"/>
                </a:lnTo>
                <a:lnTo>
                  <a:pt x="48214" y="50446"/>
                </a:lnTo>
                <a:lnTo>
                  <a:pt x="47321" y="50446"/>
                </a:lnTo>
                <a:lnTo>
                  <a:pt x="46429" y="50446"/>
                </a:lnTo>
                <a:lnTo>
                  <a:pt x="44643" y="51339"/>
                </a:lnTo>
                <a:lnTo>
                  <a:pt x="41518" y="54464"/>
                </a:lnTo>
                <a:lnTo>
                  <a:pt x="39732" y="58036"/>
                </a:lnTo>
                <a:lnTo>
                  <a:pt x="39732" y="65179"/>
                </a:lnTo>
                <a:lnTo>
                  <a:pt x="40179" y="65625"/>
                </a:lnTo>
                <a:lnTo>
                  <a:pt x="52679" y="65625"/>
                </a:lnTo>
                <a:lnTo>
                  <a:pt x="61607" y="65625"/>
                </a:lnTo>
                <a:lnTo>
                  <a:pt x="62054" y="65179"/>
                </a:lnTo>
                <a:lnTo>
                  <a:pt x="62054" y="58036"/>
                </a:lnTo>
                <a:lnTo>
                  <a:pt x="59375" y="54464"/>
                </a:lnTo>
                <a:lnTo>
                  <a:pt x="59375" y="53571"/>
                </a:lnTo>
                <a:lnTo>
                  <a:pt x="55357" y="50446"/>
                </a:lnTo>
                <a:lnTo>
                  <a:pt x="54464" y="50446"/>
                </a:lnTo>
                <a:lnTo>
                  <a:pt x="53571" y="50446"/>
                </a:lnTo>
                <a:lnTo>
                  <a:pt x="53125" y="50000"/>
                </a:lnTo>
                <a:lnTo>
                  <a:pt x="52679" y="49554"/>
                </a:lnTo>
                <a:lnTo>
                  <a:pt x="49107" y="49554"/>
                </a:lnTo>
                <a:close/>
                <a:moveTo>
                  <a:pt x="28125" y="52679"/>
                </a:moveTo>
                <a:lnTo>
                  <a:pt x="28571" y="52232"/>
                </a:lnTo>
                <a:lnTo>
                  <a:pt x="33036" y="52232"/>
                </a:lnTo>
                <a:lnTo>
                  <a:pt x="35268" y="53571"/>
                </a:lnTo>
                <a:lnTo>
                  <a:pt x="35268" y="54464"/>
                </a:lnTo>
                <a:lnTo>
                  <a:pt x="34821" y="54911"/>
                </a:lnTo>
                <a:lnTo>
                  <a:pt x="34375" y="54464"/>
                </a:lnTo>
                <a:lnTo>
                  <a:pt x="33929" y="54018"/>
                </a:lnTo>
                <a:lnTo>
                  <a:pt x="28571" y="54018"/>
                </a:lnTo>
                <a:lnTo>
                  <a:pt x="26786" y="54911"/>
                </a:lnTo>
                <a:lnTo>
                  <a:pt x="23661" y="58036"/>
                </a:lnTo>
                <a:lnTo>
                  <a:pt x="23661" y="58929"/>
                </a:lnTo>
                <a:lnTo>
                  <a:pt x="23661" y="59821"/>
                </a:lnTo>
                <a:lnTo>
                  <a:pt x="23214" y="60268"/>
                </a:lnTo>
                <a:lnTo>
                  <a:pt x="22768" y="60714"/>
                </a:lnTo>
                <a:lnTo>
                  <a:pt x="22768" y="65179"/>
                </a:lnTo>
                <a:lnTo>
                  <a:pt x="23214" y="65625"/>
                </a:lnTo>
                <a:lnTo>
                  <a:pt x="28571" y="65625"/>
                </a:lnTo>
                <a:lnTo>
                  <a:pt x="33036" y="65625"/>
                </a:lnTo>
                <a:lnTo>
                  <a:pt x="33482" y="66071"/>
                </a:lnTo>
                <a:lnTo>
                  <a:pt x="33482" y="66964"/>
                </a:lnTo>
                <a:lnTo>
                  <a:pt x="33036" y="67411"/>
                </a:lnTo>
                <a:lnTo>
                  <a:pt x="21429" y="67411"/>
                </a:lnTo>
                <a:lnTo>
                  <a:pt x="20982" y="66964"/>
                </a:lnTo>
                <a:lnTo>
                  <a:pt x="20982" y="58929"/>
                </a:lnTo>
                <a:lnTo>
                  <a:pt x="21875" y="57143"/>
                </a:lnTo>
                <a:lnTo>
                  <a:pt x="25000" y="54018"/>
                </a:lnTo>
                <a:lnTo>
                  <a:pt x="28125" y="52679"/>
                </a:lnTo>
                <a:close/>
                <a:moveTo>
                  <a:pt x="67411" y="52679"/>
                </a:moveTo>
                <a:lnTo>
                  <a:pt x="67857" y="52232"/>
                </a:lnTo>
                <a:lnTo>
                  <a:pt x="72321" y="52232"/>
                </a:lnTo>
                <a:lnTo>
                  <a:pt x="72768" y="52679"/>
                </a:lnTo>
                <a:lnTo>
                  <a:pt x="73214" y="53125"/>
                </a:lnTo>
                <a:lnTo>
                  <a:pt x="74107" y="53125"/>
                </a:lnTo>
                <a:lnTo>
                  <a:pt x="75000" y="53125"/>
                </a:lnTo>
                <a:lnTo>
                  <a:pt x="76786" y="54018"/>
                </a:lnTo>
                <a:lnTo>
                  <a:pt x="79911" y="57143"/>
                </a:lnTo>
                <a:lnTo>
                  <a:pt x="79911" y="58036"/>
                </a:lnTo>
                <a:lnTo>
                  <a:pt x="79911" y="58929"/>
                </a:lnTo>
                <a:lnTo>
                  <a:pt x="80357" y="59375"/>
                </a:lnTo>
                <a:lnTo>
                  <a:pt x="80804" y="59821"/>
                </a:lnTo>
                <a:lnTo>
                  <a:pt x="80804" y="66964"/>
                </a:lnTo>
                <a:lnTo>
                  <a:pt x="80357" y="67411"/>
                </a:lnTo>
                <a:lnTo>
                  <a:pt x="67857" y="67411"/>
                </a:lnTo>
                <a:lnTo>
                  <a:pt x="67411" y="66964"/>
                </a:lnTo>
                <a:lnTo>
                  <a:pt x="67411" y="66071"/>
                </a:lnTo>
                <a:lnTo>
                  <a:pt x="67857" y="65625"/>
                </a:lnTo>
                <a:lnTo>
                  <a:pt x="77679" y="65625"/>
                </a:lnTo>
                <a:lnTo>
                  <a:pt x="79018" y="64286"/>
                </a:lnTo>
                <a:lnTo>
                  <a:pt x="79018" y="60714"/>
                </a:lnTo>
                <a:lnTo>
                  <a:pt x="77232" y="57143"/>
                </a:lnTo>
                <a:lnTo>
                  <a:pt x="75000" y="54911"/>
                </a:lnTo>
                <a:lnTo>
                  <a:pt x="73214" y="54018"/>
                </a:lnTo>
                <a:lnTo>
                  <a:pt x="67857" y="54018"/>
                </a:lnTo>
                <a:lnTo>
                  <a:pt x="67411" y="54464"/>
                </a:lnTo>
                <a:lnTo>
                  <a:pt x="66964" y="54911"/>
                </a:lnTo>
                <a:lnTo>
                  <a:pt x="66518" y="54464"/>
                </a:lnTo>
                <a:lnTo>
                  <a:pt x="66518" y="53571"/>
                </a:lnTo>
                <a:lnTo>
                  <a:pt x="66964" y="53125"/>
                </a:lnTo>
                <a:lnTo>
                  <a:pt x="67411" y="526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10195560" y="464515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10213848" y="478231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208008" y="5230368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Évaluation puis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profilage des segments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05. PRÉPARATION DES DONNÉES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Après nettoyage, 2 212 clients et 23 variables numériques alimentent la segmentation.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4048" y="1819656"/>
            <a:ext cx="3154680" cy="1362456"/>
          </a:xfrm>
          <a:prstGeom prst="roundRect">
            <a:avLst>
              <a:gd name="adj" fmla="val 9396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02920" y="1947672"/>
            <a:ext cx="1097280" cy="10972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VECTOR_data_family_24"/>
          <p:cNvSpPr/>
          <p:nvPr/>
        </p:nvSpPr>
        <p:spPr>
          <a:xfrm>
            <a:off x="502920" y="1947672"/>
            <a:ext cx="1097280" cy="109728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50974" y="27922"/>
                </a:moveTo>
                <a:lnTo>
                  <a:pt x="51299" y="27597"/>
                </a:lnTo>
                <a:lnTo>
                  <a:pt x="55844" y="27597"/>
                </a:lnTo>
                <a:lnTo>
                  <a:pt x="56169" y="27922"/>
                </a:lnTo>
                <a:lnTo>
                  <a:pt x="56494" y="28247"/>
                </a:lnTo>
                <a:lnTo>
                  <a:pt x="57143" y="28247"/>
                </a:lnTo>
                <a:lnTo>
                  <a:pt x="57792" y="28247"/>
                </a:lnTo>
                <a:lnTo>
                  <a:pt x="62013" y="31818"/>
                </a:lnTo>
                <a:lnTo>
                  <a:pt x="62662" y="33117"/>
                </a:lnTo>
                <a:lnTo>
                  <a:pt x="62662" y="33766"/>
                </a:lnTo>
                <a:lnTo>
                  <a:pt x="62662" y="34416"/>
                </a:lnTo>
                <a:lnTo>
                  <a:pt x="62987" y="34740"/>
                </a:lnTo>
                <a:lnTo>
                  <a:pt x="63312" y="35065"/>
                </a:lnTo>
                <a:lnTo>
                  <a:pt x="63312" y="38961"/>
                </a:lnTo>
                <a:lnTo>
                  <a:pt x="62987" y="39286"/>
                </a:lnTo>
                <a:lnTo>
                  <a:pt x="62662" y="39610"/>
                </a:lnTo>
                <a:lnTo>
                  <a:pt x="62662" y="40260"/>
                </a:lnTo>
                <a:lnTo>
                  <a:pt x="62662" y="40909"/>
                </a:lnTo>
                <a:lnTo>
                  <a:pt x="62013" y="42208"/>
                </a:lnTo>
                <a:lnTo>
                  <a:pt x="58442" y="45779"/>
                </a:lnTo>
                <a:lnTo>
                  <a:pt x="56494" y="46429"/>
                </a:lnTo>
                <a:lnTo>
                  <a:pt x="54545" y="46429"/>
                </a:lnTo>
                <a:lnTo>
                  <a:pt x="54221" y="46753"/>
                </a:lnTo>
                <a:lnTo>
                  <a:pt x="53896" y="47078"/>
                </a:lnTo>
                <a:lnTo>
                  <a:pt x="53571" y="46753"/>
                </a:lnTo>
                <a:lnTo>
                  <a:pt x="53247" y="46429"/>
                </a:lnTo>
                <a:lnTo>
                  <a:pt x="50649" y="46429"/>
                </a:lnTo>
                <a:lnTo>
                  <a:pt x="48052" y="45130"/>
                </a:lnTo>
                <a:lnTo>
                  <a:pt x="45130" y="41558"/>
                </a:lnTo>
                <a:lnTo>
                  <a:pt x="45130" y="40909"/>
                </a:lnTo>
                <a:lnTo>
                  <a:pt x="45130" y="40260"/>
                </a:lnTo>
                <a:lnTo>
                  <a:pt x="44805" y="39935"/>
                </a:lnTo>
                <a:lnTo>
                  <a:pt x="44481" y="39610"/>
                </a:lnTo>
                <a:lnTo>
                  <a:pt x="44481" y="34416"/>
                </a:lnTo>
                <a:lnTo>
                  <a:pt x="45779" y="31818"/>
                </a:lnTo>
                <a:lnTo>
                  <a:pt x="49351" y="28247"/>
                </a:lnTo>
                <a:lnTo>
                  <a:pt x="50974" y="27922"/>
                </a:lnTo>
                <a:close/>
                <a:moveTo>
                  <a:pt x="51299" y="30844"/>
                </a:moveTo>
                <a:lnTo>
                  <a:pt x="50000" y="32143"/>
                </a:lnTo>
                <a:lnTo>
                  <a:pt x="49351" y="32143"/>
                </a:lnTo>
                <a:lnTo>
                  <a:pt x="49026" y="32468"/>
                </a:lnTo>
                <a:lnTo>
                  <a:pt x="49026" y="33117"/>
                </a:lnTo>
                <a:lnTo>
                  <a:pt x="47727" y="34416"/>
                </a:lnTo>
                <a:lnTo>
                  <a:pt x="47727" y="39610"/>
                </a:lnTo>
                <a:lnTo>
                  <a:pt x="48377" y="40909"/>
                </a:lnTo>
                <a:lnTo>
                  <a:pt x="51299" y="43182"/>
                </a:lnTo>
                <a:lnTo>
                  <a:pt x="51948" y="43182"/>
                </a:lnTo>
                <a:lnTo>
                  <a:pt x="52597" y="43182"/>
                </a:lnTo>
                <a:lnTo>
                  <a:pt x="52922" y="43506"/>
                </a:lnTo>
                <a:lnTo>
                  <a:pt x="53247" y="43831"/>
                </a:lnTo>
                <a:lnTo>
                  <a:pt x="53896" y="43831"/>
                </a:lnTo>
                <a:lnTo>
                  <a:pt x="54545" y="43831"/>
                </a:lnTo>
                <a:lnTo>
                  <a:pt x="55844" y="43182"/>
                </a:lnTo>
                <a:lnTo>
                  <a:pt x="56494" y="43182"/>
                </a:lnTo>
                <a:lnTo>
                  <a:pt x="59416" y="40260"/>
                </a:lnTo>
                <a:lnTo>
                  <a:pt x="60065" y="38961"/>
                </a:lnTo>
                <a:lnTo>
                  <a:pt x="60065" y="35065"/>
                </a:lnTo>
                <a:lnTo>
                  <a:pt x="59416" y="33766"/>
                </a:lnTo>
                <a:lnTo>
                  <a:pt x="57143" y="31494"/>
                </a:lnTo>
                <a:lnTo>
                  <a:pt x="55844" y="30844"/>
                </a:lnTo>
                <a:lnTo>
                  <a:pt x="51299" y="30844"/>
                </a:lnTo>
                <a:close/>
                <a:moveTo>
                  <a:pt x="32792" y="37013"/>
                </a:moveTo>
                <a:lnTo>
                  <a:pt x="34416" y="36688"/>
                </a:lnTo>
                <a:lnTo>
                  <a:pt x="34740" y="37013"/>
                </a:lnTo>
                <a:lnTo>
                  <a:pt x="35065" y="37338"/>
                </a:lnTo>
                <a:lnTo>
                  <a:pt x="37013" y="37338"/>
                </a:lnTo>
                <a:lnTo>
                  <a:pt x="39935" y="40260"/>
                </a:lnTo>
                <a:lnTo>
                  <a:pt x="41234" y="42857"/>
                </a:lnTo>
                <a:lnTo>
                  <a:pt x="41234" y="45455"/>
                </a:lnTo>
                <a:lnTo>
                  <a:pt x="39935" y="48052"/>
                </a:lnTo>
                <a:lnTo>
                  <a:pt x="37662" y="50325"/>
                </a:lnTo>
                <a:lnTo>
                  <a:pt x="35714" y="50974"/>
                </a:lnTo>
                <a:lnTo>
                  <a:pt x="31818" y="50974"/>
                </a:lnTo>
                <a:lnTo>
                  <a:pt x="30519" y="50325"/>
                </a:lnTo>
                <a:lnTo>
                  <a:pt x="27597" y="47403"/>
                </a:lnTo>
                <a:lnTo>
                  <a:pt x="26948" y="46104"/>
                </a:lnTo>
                <a:lnTo>
                  <a:pt x="26948" y="42208"/>
                </a:lnTo>
                <a:lnTo>
                  <a:pt x="28247" y="39610"/>
                </a:lnTo>
                <a:lnTo>
                  <a:pt x="29870" y="37987"/>
                </a:lnTo>
                <a:lnTo>
                  <a:pt x="32792" y="37013"/>
                </a:lnTo>
                <a:close/>
                <a:moveTo>
                  <a:pt x="72403" y="37013"/>
                </a:moveTo>
                <a:lnTo>
                  <a:pt x="75325" y="36688"/>
                </a:lnTo>
                <a:lnTo>
                  <a:pt x="77922" y="37987"/>
                </a:lnTo>
                <a:lnTo>
                  <a:pt x="80195" y="40260"/>
                </a:lnTo>
                <a:lnTo>
                  <a:pt x="80844" y="41558"/>
                </a:lnTo>
                <a:lnTo>
                  <a:pt x="80844" y="46104"/>
                </a:lnTo>
                <a:lnTo>
                  <a:pt x="79545" y="48701"/>
                </a:lnTo>
                <a:lnTo>
                  <a:pt x="76623" y="50974"/>
                </a:lnTo>
                <a:lnTo>
                  <a:pt x="74675" y="50974"/>
                </a:lnTo>
                <a:lnTo>
                  <a:pt x="74351" y="51299"/>
                </a:lnTo>
                <a:lnTo>
                  <a:pt x="74026" y="51623"/>
                </a:lnTo>
                <a:lnTo>
                  <a:pt x="72727" y="50974"/>
                </a:lnTo>
                <a:lnTo>
                  <a:pt x="70779" y="50974"/>
                </a:lnTo>
                <a:lnTo>
                  <a:pt x="67857" y="48052"/>
                </a:lnTo>
                <a:lnTo>
                  <a:pt x="66558" y="45455"/>
                </a:lnTo>
                <a:lnTo>
                  <a:pt x="66558" y="42857"/>
                </a:lnTo>
                <a:lnTo>
                  <a:pt x="68506" y="38961"/>
                </a:lnTo>
                <a:lnTo>
                  <a:pt x="69481" y="37987"/>
                </a:lnTo>
                <a:lnTo>
                  <a:pt x="72403" y="37013"/>
                </a:lnTo>
                <a:close/>
                <a:moveTo>
                  <a:pt x="33117" y="39935"/>
                </a:moveTo>
                <a:lnTo>
                  <a:pt x="30195" y="42208"/>
                </a:lnTo>
                <a:lnTo>
                  <a:pt x="30195" y="45455"/>
                </a:lnTo>
                <a:lnTo>
                  <a:pt x="31818" y="47727"/>
                </a:lnTo>
                <a:lnTo>
                  <a:pt x="32468" y="47727"/>
                </a:lnTo>
                <a:lnTo>
                  <a:pt x="33117" y="47727"/>
                </a:lnTo>
                <a:lnTo>
                  <a:pt x="33442" y="48052"/>
                </a:lnTo>
                <a:lnTo>
                  <a:pt x="33766" y="48377"/>
                </a:lnTo>
                <a:lnTo>
                  <a:pt x="34416" y="48377"/>
                </a:lnTo>
                <a:lnTo>
                  <a:pt x="34740" y="48052"/>
                </a:lnTo>
                <a:lnTo>
                  <a:pt x="35065" y="47727"/>
                </a:lnTo>
                <a:lnTo>
                  <a:pt x="35714" y="47727"/>
                </a:lnTo>
                <a:lnTo>
                  <a:pt x="37987" y="45455"/>
                </a:lnTo>
                <a:lnTo>
                  <a:pt x="37987" y="42857"/>
                </a:lnTo>
                <a:lnTo>
                  <a:pt x="35065" y="39935"/>
                </a:lnTo>
                <a:lnTo>
                  <a:pt x="33117" y="39935"/>
                </a:lnTo>
                <a:close/>
                <a:moveTo>
                  <a:pt x="72727" y="39935"/>
                </a:moveTo>
                <a:lnTo>
                  <a:pt x="70455" y="41558"/>
                </a:lnTo>
                <a:lnTo>
                  <a:pt x="69805" y="42857"/>
                </a:lnTo>
                <a:lnTo>
                  <a:pt x="69805" y="45455"/>
                </a:lnTo>
                <a:lnTo>
                  <a:pt x="70779" y="47078"/>
                </a:lnTo>
                <a:lnTo>
                  <a:pt x="73377" y="48377"/>
                </a:lnTo>
                <a:lnTo>
                  <a:pt x="74026" y="48377"/>
                </a:lnTo>
                <a:lnTo>
                  <a:pt x="74351" y="48052"/>
                </a:lnTo>
                <a:lnTo>
                  <a:pt x="75974" y="47727"/>
                </a:lnTo>
                <a:lnTo>
                  <a:pt x="76948" y="46753"/>
                </a:lnTo>
                <a:lnTo>
                  <a:pt x="77597" y="45455"/>
                </a:lnTo>
                <a:lnTo>
                  <a:pt x="77597" y="42208"/>
                </a:lnTo>
                <a:lnTo>
                  <a:pt x="74675" y="39935"/>
                </a:lnTo>
                <a:lnTo>
                  <a:pt x="72727" y="39935"/>
                </a:lnTo>
                <a:close/>
                <a:moveTo>
                  <a:pt x="50974" y="50000"/>
                </a:moveTo>
                <a:lnTo>
                  <a:pt x="51299" y="49675"/>
                </a:lnTo>
                <a:lnTo>
                  <a:pt x="56494" y="49675"/>
                </a:lnTo>
                <a:lnTo>
                  <a:pt x="56818" y="50000"/>
                </a:lnTo>
                <a:lnTo>
                  <a:pt x="57143" y="50325"/>
                </a:lnTo>
                <a:lnTo>
                  <a:pt x="60390" y="50974"/>
                </a:lnTo>
                <a:lnTo>
                  <a:pt x="61688" y="52273"/>
                </a:lnTo>
                <a:lnTo>
                  <a:pt x="62338" y="52273"/>
                </a:lnTo>
                <a:lnTo>
                  <a:pt x="65909" y="55844"/>
                </a:lnTo>
                <a:lnTo>
                  <a:pt x="67857" y="59740"/>
                </a:lnTo>
                <a:lnTo>
                  <a:pt x="67857" y="71429"/>
                </a:lnTo>
                <a:lnTo>
                  <a:pt x="66234" y="73052"/>
                </a:lnTo>
                <a:lnTo>
                  <a:pt x="57143" y="73052"/>
                </a:lnTo>
                <a:lnTo>
                  <a:pt x="40909" y="73052"/>
                </a:lnTo>
                <a:lnTo>
                  <a:pt x="39935" y="72078"/>
                </a:lnTo>
                <a:lnTo>
                  <a:pt x="39935" y="60390"/>
                </a:lnTo>
                <a:lnTo>
                  <a:pt x="40260" y="60065"/>
                </a:lnTo>
                <a:lnTo>
                  <a:pt x="40584" y="59740"/>
                </a:lnTo>
                <a:lnTo>
                  <a:pt x="40584" y="59091"/>
                </a:lnTo>
                <a:lnTo>
                  <a:pt x="40584" y="58442"/>
                </a:lnTo>
                <a:lnTo>
                  <a:pt x="41883" y="55844"/>
                </a:lnTo>
                <a:lnTo>
                  <a:pt x="46104" y="51623"/>
                </a:lnTo>
                <a:lnTo>
                  <a:pt x="48701" y="50325"/>
                </a:lnTo>
                <a:lnTo>
                  <a:pt x="50974" y="50000"/>
                </a:lnTo>
                <a:close/>
                <a:moveTo>
                  <a:pt x="50649" y="52922"/>
                </a:moveTo>
                <a:lnTo>
                  <a:pt x="48052" y="54221"/>
                </a:lnTo>
                <a:lnTo>
                  <a:pt x="46753" y="55519"/>
                </a:lnTo>
                <a:lnTo>
                  <a:pt x="46104" y="55519"/>
                </a:lnTo>
                <a:lnTo>
                  <a:pt x="45779" y="55844"/>
                </a:lnTo>
                <a:lnTo>
                  <a:pt x="45779" y="56494"/>
                </a:lnTo>
                <a:lnTo>
                  <a:pt x="43831" y="58442"/>
                </a:lnTo>
                <a:lnTo>
                  <a:pt x="43831" y="59091"/>
                </a:lnTo>
                <a:lnTo>
                  <a:pt x="43831" y="59740"/>
                </a:lnTo>
                <a:lnTo>
                  <a:pt x="42532" y="62338"/>
                </a:lnTo>
                <a:lnTo>
                  <a:pt x="42532" y="69481"/>
                </a:lnTo>
                <a:lnTo>
                  <a:pt x="42857" y="69805"/>
                </a:lnTo>
                <a:lnTo>
                  <a:pt x="56494" y="69805"/>
                </a:lnTo>
                <a:lnTo>
                  <a:pt x="64286" y="69805"/>
                </a:lnTo>
                <a:lnTo>
                  <a:pt x="64610" y="69481"/>
                </a:lnTo>
                <a:lnTo>
                  <a:pt x="64610" y="60390"/>
                </a:lnTo>
                <a:lnTo>
                  <a:pt x="63312" y="57792"/>
                </a:lnTo>
                <a:lnTo>
                  <a:pt x="59740" y="54221"/>
                </a:lnTo>
                <a:lnTo>
                  <a:pt x="57143" y="52922"/>
                </a:lnTo>
                <a:lnTo>
                  <a:pt x="50649" y="52922"/>
                </a:lnTo>
                <a:close/>
                <a:moveTo>
                  <a:pt x="29545" y="53896"/>
                </a:moveTo>
                <a:lnTo>
                  <a:pt x="29870" y="53571"/>
                </a:lnTo>
                <a:lnTo>
                  <a:pt x="37662" y="53571"/>
                </a:lnTo>
                <a:lnTo>
                  <a:pt x="39286" y="55195"/>
                </a:lnTo>
                <a:lnTo>
                  <a:pt x="37662" y="56818"/>
                </a:lnTo>
                <a:lnTo>
                  <a:pt x="35714" y="56818"/>
                </a:lnTo>
                <a:lnTo>
                  <a:pt x="35390" y="56494"/>
                </a:lnTo>
                <a:lnTo>
                  <a:pt x="35065" y="56169"/>
                </a:lnTo>
                <a:lnTo>
                  <a:pt x="32468" y="56169"/>
                </a:lnTo>
                <a:lnTo>
                  <a:pt x="32143" y="56494"/>
                </a:lnTo>
                <a:lnTo>
                  <a:pt x="31818" y="56818"/>
                </a:lnTo>
                <a:lnTo>
                  <a:pt x="31169" y="56818"/>
                </a:lnTo>
                <a:lnTo>
                  <a:pt x="30519" y="56818"/>
                </a:lnTo>
                <a:lnTo>
                  <a:pt x="29221" y="57468"/>
                </a:lnTo>
                <a:lnTo>
                  <a:pt x="27597" y="59091"/>
                </a:lnTo>
                <a:lnTo>
                  <a:pt x="26948" y="60390"/>
                </a:lnTo>
                <a:lnTo>
                  <a:pt x="26948" y="61039"/>
                </a:lnTo>
                <a:lnTo>
                  <a:pt x="26948" y="61688"/>
                </a:lnTo>
                <a:lnTo>
                  <a:pt x="26948" y="67532"/>
                </a:lnTo>
                <a:lnTo>
                  <a:pt x="25325" y="69156"/>
                </a:lnTo>
                <a:lnTo>
                  <a:pt x="23701" y="68182"/>
                </a:lnTo>
                <a:lnTo>
                  <a:pt x="23701" y="60390"/>
                </a:lnTo>
                <a:lnTo>
                  <a:pt x="25649" y="56494"/>
                </a:lnTo>
                <a:lnTo>
                  <a:pt x="29545" y="53896"/>
                </a:lnTo>
                <a:close/>
                <a:moveTo>
                  <a:pt x="69156" y="53896"/>
                </a:moveTo>
                <a:lnTo>
                  <a:pt x="69481" y="53571"/>
                </a:lnTo>
                <a:lnTo>
                  <a:pt x="77273" y="53571"/>
                </a:lnTo>
                <a:lnTo>
                  <a:pt x="79870" y="54870"/>
                </a:lnTo>
                <a:lnTo>
                  <a:pt x="82792" y="57792"/>
                </a:lnTo>
                <a:lnTo>
                  <a:pt x="82792" y="58442"/>
                </a:lnTo>
                <a:lnTo>
                  <a:pt x="82792" y="59091"/>
                </a:lnTo>
                <a:lnTo>
                  <a:pt x="83117" y="59416"/>
                </a:lnTo>
                <a:lnTo>
                  <a:pt x="83442" y="59740"/>
                </a:lnTo>
                <a:lnTo>
                  <a:pt x="83442" y="61688"/>
                </a:lnTo>
                <a:lnTo>
                  <a:pt x="83766" y="62013"/>
                </a:lnTo>
                <a:lnTo>
                  <a:pt x="84091" y="62338"/>
                </a:lnTo>
                <a:lnTo>
                  <a:pt x="84091" y="67532"/>
                </a:lnTo>
                <a:lnTo>
                  <a:pt x="83766" y="67857"/>
                </a:lnTo>
                <a:lnTo>
                  <a:pt x="83442" y="68182"/>
                </a:lnTo>
                <a:lnTo>
                  <a:pt x="83117" y="68506"/>
                </a:lnTo>
                <a:lnTo>
                  <a:pt x="80844" y="68182"/>
                </a:lnTo>
                <a:lnTo>
                  <a:pt x="80844" y="61688"/>
                </a:lnTo>
                <a:lnTo>
                  <a:pt x="80519" y="61364"/>
                </a:lnTo>
                <a:lnTo>
                  <a:pt x="80195" y="61039"/>
                </a:lnTo>
                <a:lnTo>
                  <a:pt x="80195" y="60390"/>
                </a:lnTo>
                <a:lnTo>
                  <a:pt x="80195" y="59740"/>
                </a:lnTo>
                <a:lnTo>
                  <a:pt x="77273" y="56818"/>
                </a:lnTo>
                <a:lnTo>
                  <a:pt x="70130" y="56818"/>
                </a:lnTo>
                <a:lnTo>
                  <a:pt x="68506" y="55195"/>
                </a:lnTo>
                <a:lnTo>
                  <a:pt x="69156" y="538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792224" y="2020824"/>
            <a:ext cx="1700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2 240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1819656" y="26517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 initiaux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0016" y="1819656"/>
            <a:ext cx="3154680" cy="1362456"/>
          </a:xfrm>
          <a:prstGeom prst="roundRect">
            <a:avLst>
              <a:gd name="adj" fmla="val 9396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818888" y="1947672"/>
            <a:ext cx="1097280" cy="10972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document_25"/>
          <p:cNvSpPr/>
          <p:nvPr/>
        </p:nvSpPr>
        <p:spPr>
          <a:xfrm>
            <a:off x="4818888" y="1947672"/>
            <a:ext cx="1097280" cy="109728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39286" y="25325"/>
                </a:moveTo>
                <a:lnTo>
                  <a:pt x="39610" y="25000"/>
                </a:lnTo>
                <a:lnTo>
                  <a:pt x="49351" y="25000"/>
                </a:lnTo>
                <a:lnTo>
                  <a:pt x="49675" y="25325"/>
                </a:lnTo>
                <a:lnTo>
                  <a:pt x="50000" y="25649"/>
                </a:lnTo>
                <a:lnTo>
                  <a:pt x="60390" y="25649"/>
                </a:lnTo>
                <a:lnTo>
                  <a:pt x="73052" y="38312"/>
                </a:lnTo>
                <a:lnTo>
                  <a:pt x="73701" y="39610"/>
                </a:lnTo>
                <a:lnTo>
                  <a:pt x="73701" y="72727"/>
                </a:lnTo>
                <a:lnTo>
                  <a:pt x="73052" y="74026"/>
                </a:lnTo>
                <a:lnTo>
                  <a:pt x="70779" y="76299"/>
                </a:lnTo>
                <a:lnTo>
                  <a:pt x="69156" y="76623"/>
                </a:lnTo>
                <a:lnTo>
                  <a:pt x="68831" y="76948"/>
                </a:lnTo>
                <a:lnTo>
                  <a:pt x="39610" y="76948"/>
                </a:lnTo>
                <a:lnTo>
                  <a:pt x="39286" y="76623"/>
                </a:lnTo>
                <a:lnTo>
                  <a:pt x="38961" y="76299"/>
                </a:lnTo>
                <a:lnTo>
                  <a:pt x="38312" y="76299"/>
                </a:lnTo>
                <a:lnTo>
                  <a:pt x="37662" y="76299"/>
                </a:lnTo>
                <a:lnTo>
                  <a:pt x="35390" y="74026"/>
                </a:lnTo>
                <a:lnTo>
                  <a:pt x="34740" y="72727"/>
                </a:lnTo>
                <a:lnTo>
                  <a:pt x="34740" y="29221"/>
                </a:lnTo>
                <a:lnTo>
                  <a:pt x="35390" y="27922"/>
                </a:lnTo>
                <a:lnTo>
                  <a:pt x="37662" y="25649"/>
                </a:lnTo>
                <a:lnTo>
                  <a:pt x="39286" y="25325"/>
                </a:lnTo>
                <a:close/>
                <a:moveTo>
                  <a:pt x="39610" y="28247"/>
                </a:moveTo>
                <a:lnTo>
                  <a:pt x="37987" y="29870"/>
                </a:lnTo>
                <a:lnTo>
                  <a:pt x="37987" y="72078"/>
                </a:lnTo>
                <a:lnTo>
                  <a:pt x="39610" y="73701"/>
                </a:lnTo>
                <a:lnTo>
                  <a:pt x="68831" y="73701"/>
                </a:lnTo>
                <a:lnTo>
                  <a:pt x="70455" y="72078"/>
                </a:lnTo>
                <a:lnTo>
                  <a:pt x="70455" y="41558"/>
                </a:lnTo>
                <a:lnTo>
                  <a:pt x="70130" y="41234"/>
                </a:lnTo>
                <a:lnTo>
                  <a:pt x="60390" y="41234"/>
                </a:lnTo>
                <a:lnTo>
                  <a:pt x="58117" y="38961"/>
                </a:lnTo>
                <a:lnTo>
                  <a:pt x="58117" y="29221"/>
                </a:lnTo>
                <a:lnTo>
                  <a:pt x="57143" y="28247"/>
                </a:lnTo>
                <a:lnTo>
                  <a:pt x="39610" y="28247"/>
                </a:lnTo>
                <a:close/>
                <a:moveTo>
                  <a:pt x="61039" y="30844"/>
                </a:moveTo>
                <a:lnTo>
                  <a:pt x="60714" y="31169"/>
                </a:lnTo>
                <a:lnTo>
                  <a:pt x="60714" y="37013"/>
                </a:lnTo>
                <a:lnTo>
                  <a:pt x="61688" y="37987"/>
                </a:lnTo>
                <a:lnTo>
                  <a:pt x="67532" y="37987"/>
                </a:lnTo>
                <a:lnTo>
                  <a:pt x="67857" y="37662"/>
                </a:lnTo>
                <a:lnTo>
                  <a:pt x="67857" y="37013"/>
                </a:lnTo>
                <a:lnTo>
                  <a:pt x="67532" y="36688"/>
                </a:lnTo>
                <a:lnTo>
                  <a:pt x="66883" y="36688"/>
                </a:lnTo>
                <a:lnTo>
                  <a:pt x="66558" y="36364"/>
                </a:lnTo>
                <a:lnTo>
                  <a:pt x="66558" y="35714"/>
                </a:lnTo>
                <a:lnTo>
                  <a:pt x="61688" y="30844"/>
                </a:lnTo>
                <a:lnTo>
                  <a:pt x="61039" y="30844"/>
                </a:lnTo>
                <a:close/>
                <a:moveTo>
                  <a:pt x="45130" y="47403"/>
                </a:moveTo>
                <a:lnTo>
                  <a:pt x="45455" y="47078"/>
                </a:lnTo>
                <a:lnTo>
                  <a:pt x="62338" y="47078"/>
                </a:lnTo>
                <a:lnTo>
                  <a:pt x="63961" y="48701"/>
                </a:lnTo>
                <a:lnTo>
                  <a:pt x="63961" y="49351"/>
                </a:lnTo>
                <a:lnTo>
                  <a:pt x="62987" y="50325"/>
                </a:lnTo>
                <a:lnTo>
                  <a:pt x="46753" y="50325"/>
                </a:lnTo>
                <a:lnTo>
                  <a:pt x="46429" y="50649"/>
                </a:lnTo>
                <a:lnTo>
                  <a:pt x="46104" y="50974"/>
                </a:lnTo>
                <a:lnTo>
                  <a:pt x="44481" y="50000"/>
                </a:lnTo>
                <a:lnTo>
                  <a:pt x="44481" y="48052"/>
                </a:lnTo>
                <a:lnTo>
                  <a:pt x="44805" y="47727"/>
                </a:lnTo>
                <a:lnTo>
                  <a:pt x="45130" y="47403"/>
                </a:lnTo>
                <a:close/>
                <a:moveTo>
                  <a:pt x="44481" y="55844"/>
                </a:moveTo>
                <a:lnTo>
                  <a:pt x="44805" y="55519"/>
                </a:lnTo>
                <a:lnTo>
                  <a:pt x="62987" y="55519"/>
                </a:lnTo>
                <a:lnTo>
                  <a:pt x="63961" y="56494"/>
                </a:lnTo>
                <a:lnTo>
                  <a:pt x="63961" y="57143"/>
                </a:lnTo>
                <a:lnTo>
                  <a:pt x="62987" y="58117"/>
                </a:lnTo>
                <a:lnTo>
                  <a:pt x="62662" y="58442"/>
                </a:lnTo>
                <a:lnTo>
                  <a:pt x="62338" y="58766"/>
                </a:lnTo>
                <a:lnTo>
                  <a:pt x="45455" y="58766"/>
                </a:lnTo>
                <a:lnTo>
                  <a:pt x="43831" y="57143"/>
                </a:lnTo>
                <a:lnTo>
                  <a:pt x="44481" y="55844"/>
                </a:lnTo>
                <a:close/>
                <a:moveTo>
                  <a:pt x="45130" y="63636"/>
                </a:moveTo>
                <a:lnTo>
                  <a:pt x="45455" y="63312"/>
                </a:lnTo>
                <a:lnTo>
                  <a:pt x="55195" y="63312"/>
                </a:lnTo>
                <a:lnTo>
                  <a:pt x="56169" y="64286"/>
                </a:lnTo>
                <a:lnTo>
                  <a:pt x="56169" y="64935"/>
                </a:lnTo>
                <a:lnTo>
                  <a:pt x="56169" y="65584"/>
                </a:lnTo>
                <a:lnTo>
                  <a:pt x="55195" y="66558"/>
                </a:lnTo>
                <a:lnTo>
                  <a:pt x="45455" y="66558"/>
                </a:lnTo>
                <a:lnTo>
                  <a:pt x="43831" y="64935"/>
                </a:lnTo>
                <a:lnTo>
                  <a:pt x="45130" y="636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108192" y="2020824"/>
            <a:ext cx="1700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2 216</a:t>
            </a:r>
            <a:endParaRPr lang="en-US" sz="4500" dirty="0"/>
          </a:p>
        </p:txBody>
      </p:sp>
      <p:sp>
        <p:nvSpPr>
          <p:cNvPr id="16" name="Text 13"/>
          <p:cNvSpPr/>
          <p:nvPr/>
        </p:nvSpPr>
        <p:spPr>
          <a:xfrm>
            <a:off x="6135624" y="26517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Après retrait des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revenus manquants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741664" y="1819656"/>
            <a:ext cx="3154680" cy="1362456"/>
          </a:xfrm>
          <a:prstGeom prst="roundRect">
            <a:avLst>
              <a:gd name="adj" fmla="val 9396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860536" y="1947672"/>
            <a:ext cx="1097280" cy="10972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101938" y="2189074"/>
            <a:ext cx="614477" cy="614477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9233611" y="2496312"/>
            <a:ext cx="120701" cy="131674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 flipV="1">
            <a:off x="9354312" y="2375611"/>
            <a:ext cx="241402" cy="252374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0149840" y="2020824"/>
            <a:ext cx="17007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2 212</a:t>
            </a:r>
            <a:endParaRPr lang="en-US" sz="4500" dirty="0"/>
          </a:p>
        </p:txBody>
      </p:sp>
      <p:sp>
        <p:nvSpPr>
          <p:cNvPr id="23" name="Text 20"/>
          <p:cNvSpPr/>
          <p:nvPr/>
        </p:nvSpPr>
        <p:spPr>
          <a:xfrm>
            <a:off x="10177272" y="26517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 retenus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685032" y="20939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−24 lignes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3685032" y="2459736"/>
            <a:ext cx="7315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 rot="5400000">
            <a:off x="4398264" y="2377440"/>
            <a:ext cx="146304" cy="173736"/>
          </a:xfrm>
          <a:prstGeom prst="triangl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7872984" y="20939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−4 lignes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7872984" y="2459736"/>
            <a:ext cx="7315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 rot="5400000">
            <a:off x="8586216" y="2377440"/>
            <a:ext cx="146304" cy="173736"/>
          </a:xfrm>
          <a:prstGeom prst="triangl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475488" y="3346704"/>
            <a:ext cx="10844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Observations exclues : âge ≥ 90 ans ou revenu ≥ 600 000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65760" y="3666744"/>
            <a:ext cx="7150608" cy="2660904"/>
          </a:xfrm>
          <a:prstGeom prst="roundRect">
            <a:avLst>
              <a:gd name="adj" fmla="val 4811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12648" y="3794760"/>
            <a:ext cx="850392" cy="8503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VECTOR_gear_dark_26"/>
          <p:cNvSpPr/>
          <p:nvPr/>
        </p:nvSpPr>
        <p:spPr>
          <a:xfrm>
            <a:off x="612648" y="3794760"/>
            <a:ext cx="850392" cy="85039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51953" y="23438"/>
                </a:moveTo>
                <a:lnTo>
                  <a:pt x="52344" y="23047"/>
                </a:lnTo>
                <a:lnTo>
                  <a:pt x="61719" y="23047"/>
                </a:lnTo>
                <a:lnTo>
                  <a:pt x="62891" y="25000"/>
                </a:lnTo>
                <a:lnTo>
                  <a:pt x="62891" y="25781"/>
                </a:lnTo>
                <a:lnTo>
                  <a:pt x="62891" y="26562"/>
                </a:lnTo>
                <a:lnTo>
                  <a:pt x="63281" y="26953"/>
                </a:lnTo>
                <a:lnTo>
                  <a:pt x="63672" y="27344"/>
                </a:lnTo>
                <a:lnTo>
                  <a:pt x="63672" y="29688"/>
                </a:lnTo>
                <a:lnTo>
                  <a:pt x="65625" y="30078"/>
                </a:lnTo>
                <a:lnTo>
                  <a:pt x="66016" y="30469"/>
                </a:lnTo>
                <a:lnTo>
                  <a:pt x="66406" y="30859"/>
                </a:lnTo>
                <a:lnTo>
                  <a:pt x="68750" y="30859"/>
                </a:lnTo>
                <a:lnTo>
                  <a:pt x="72656" y="28516"/>
                </a:lnTo>
                <a:lnTo>
                  <a:pt x="75000" y="28516"/>
                </a:lnTo>
                <a:lnTo>
                  <a:pt x="80078" y="33594"/>
                </a:lnTo>
                <a:lnTo>
                  <a:pt x="80078" y="35938"/>
                </a:lnTo>
                <a:lnTo>
                  <a:pt x="77734" y="39844"/>
                </a:lnTo>
                <a:lnTo>
                  <a:pt x="77734" y="42188"/>
                </a:lnTo>
                <a:lnTo>
                  <a:pt x="78516" y="43750"/>
                </a:lnTo>
                <a:lnTo>
                  <a:pt x="80469" y="44922"/>
                </a:lnTo>
                <a:lnTo>
                  <a:pt x="82812" y="44922"/>
                </a:lnTo>
                <a:lnTo>
                  <a:pt x="85547" y="46875"/>
                </a:lnTo>
                <a:lnTo>
                  <a:pt x="85547" y="57031"/>
                </a:lnTo>
                <a:lnTo>
                  <a:pt x="83594" y="58203"/>
                </a:lnTo>
                <a:lnTo>
                  <a:pt x="81250" y="58203"/>
                </a:lnTo>
                <a:lnTo>
                  <a:pt x="79688" y="58984"/>
                </a:lnTo>
                <a:lnTo>
                  <a:pt x="77734" y="61719"/>
                </a:lnTo>
                <a:lnTo>
                  <a:pt x="77734" y="64062"/>
                </a:lnTo>
                <a:lnTo>
                  <a:pt x="80078" y="67188"/>
                </a:lnTo>
                <a:lnTo>
                  <a:pt x="80859" y="69531"/>
                </a:lnTo>
                <a:lnTo>
                  <a:pt x="74219" y="76172"/>
                </a:lnTo>
                <a:lnTo>
                  <a:pt x="71094" y="74609"/>
                </a:lnTo>
                <a:lnTo>
                  <a:pt x="69531" y="73047"/>
                </a:lnTo>
                <a:lnTo>
                  <a:pt x="67188" y="73047"/>
                </a:lnTo>
                <a:lnTo>
                  <a:pt x="66797" y="73438"/>
                </a:lnTo>
                <a:lnTo>
                  <a:pt x="66406" y="73828"/>
                </a:lnTo>
                <a:lnTo>
                  <a:pt x="65625" y="73828"/>
                </a:lnTo>
                <a:lnTo>
                  <a:pt x="64844" y="73828"/>
                </a:lnTo>
                <a:lnTo>
                  <a:pt x="63672" y="75000"/>
                </a:lnTo>
                <a:lnTo>
                  <a:pt x="63672" y="75781"/>
                </a:lnTo>
                <a:lnTo>
                  <a:pt x="63672" y="76562"/>
                </a:lnTo>
                <a:lnTo>
                  <a:pt x="63281" y="76953"/>
                </a:lnTo>
                <a:lnTo>
                  <a:pt x="62891" y="77344"/>
                </a:lnTo>
                <a:lnTo>
                  <a:pt x="62891" y="79688"/>
                </a:lnTo>
                <a:lnTo>
                  <a:pt x="60938" y="81641"/>
                </a:lnTo>
                <a:lnTo>
                  <a:pt x="60156" y="81641"/>
                </a:lnTo>
                <a:lnTo>
                  <a:pt x="59375" y="81641"/>
                </a:lnTo>
                <a:lnTo>
                  <a:pt x="58984" y="81250"/>
                </a:lnTo>
                <a:lnTo>
                  <a:pt x="58594" y="80859"/>
                </a:lnTo>
                <a:lnTo>
                  <a:pt x="55469" y="80859"/>
                </a:lnTo>
                <a:lnTo>
                  <a:pt x="55078" y="81250"/>
                </a:lnTo>
                <a:lnTo>
                  <a:pt x="54688" y="81641"/>
                </a:lnTo>
                <a:lnTo>
                  <a:pt x="53906" y="81641"/>
                </a:lnTo>
                <a:lnTo>
                  <a:pt x="53125" y="81641"/>
                </a:lnTo>
                <a:lnTo>
                  <a:pt x="51953" y="80469"/>
                </a:lnTo>
                <a:lnTo>
                  <a:pt x="51953" y="79688"/>
                </a:lnTo>
                <a:lnTo>
                  <a:pt x="51953" y="78906"/>
                </a:lnTo>
                <a:lnTo>
                  <a:pt x="51562" y="78516"/>
                </a:lnTo>
                <a:lnTo>
                  <a:pt x="51172" y="78125"/>
                </a:lnTo>
                <a:lnTo>
                  <a:pt x="51172" y="75781"/>
                </a:lnTo>
                <a:lnTo>
                  <a:pt x="50391" y="74219"/>
                </a:lnTo>
                <a:lnTo>
                  <a:pt x="48438" y="73047"/>
                </a:lnTo>
                <a:lnTo>
                  <a:pt x="45312" y="73047"/>
                </a:lnTo>
                <a:lnTo>
                  <a:pt x="42188" y="75391"/>
                </a:lnTo>
                <a:lnTo>
                  <a:pt x="39062" y="75391"/>
                </a:lnTo>
                <a:lnTo>
                  <a:pt x="33984" y="70312"/>
                </a:lnTo>
                <a:lnTo>
                  <a:pt x="33984" y="67969"/>
                </a:lnTo>
                <a:lnTo>
                  <a:pt x="37109" y="63281"/>
                </a:lnTo>
                <a:lnTo>
                  <a:pt x="36328" y="59375"/>
                </a:lnTo>
                <a:lnTo>
                  <a:pt x="34375" y="58984"/>
                </a:lnTo>
                <a:lnTo>
                  <a:pt x="33984" y="58594"/>
                </a:lnTo>
                <a:lnTo>
                  <a:pt x="33594" y="58203"/>
                </a:lnTo>
                <a:lnTo>
                  <a:pt x="30469" y="58203"/>
                </a:lnTo>
                <a:lnTo>
                  <a:pt x="28516" y="57031"/>
                </a:lnTo>
                <a:lnTo>
                  <a:pt x="28516" y="46875"/>
                </a:lnTo>
                <a:lnTo>
                  <a:pt x="29688" y="45703"/>
                </a:lnTo>
                <a:lnTo>
                  <a:pt x="30469" y="45703"/>
                </a:lnTo>
                <a:lnTo>
                  <a:pt x="31250" y="45703"/>
                </a:lnTo>
                <a:lnTo>
                  <a:pt x="31641" y="45312"/>
                </a:lnTo>
                <a:lnTo>
                  <a:pt x="32031" y="44922"/>
                </a:lnTo>
                <a:lnTo>
                  <a:pt x="34375" y="44922"/>
                </a:lnTo>
                <a:lnTo>
                  <a:pt x="37109" y="42969"/>
                </a:lnTo>
                <a:lnTo>
                  <a:pt x="37109" y="40625"/>
                </a:lnTo>
                <a:lnTo>
                  <a:pt x="33984" y="34375"/>
                </a:lnTo>
                <a:lnTo>
                  <a:pt x="39844" y="28516"/>
                </a:lnTo>
                <a:lnTo>
                  <a:pt x="42188" y="28516"/>
                </a:lnTo>
                <a:lnTo>
                  <a:pt x="46094" y="31641"/>
                </a:lnTo>
                <a:lnTo>
                  <a:pt x="48438" y="30859"/>
                </a:lnTo>
                <a:lnTo>
                  <a:pt x="51172" y="27344"/>
                </a:lnTo>
                <a:lnTo>
                  <a:pt x="51172" y="25000"/>
                </a:lnTo>
                <a:lnTo>
                  <a:pt x="51953" y="23438"/>
                </a:lnTo>
                <a:close/>
                <a:moveTo>
                  <a:pt x="55469" y="26172"/>
                </a:moveTo>
                <a:lnTo>
                  <a:pt x="54297" y="27344"/>
                </a:lnTo>
                <a:lnTo>
                  <a:pt x="53516" y="31250"/>
                </a:lnTo>
                <a:lnTo>
                  <a:pt x="51562" y="33203"/>
                </a:lnTo>
                <a:lnTo>
                  <a:pt x="50781" y="33203"/>
                </a:lnTo>
                <a:lnTo>
                  <a:pt x="50000" y="33203"/>
                </a:lnTo>
                <a:lnTo>
                  <a:pt x="47656" y="34766"/>
                </a:lnTo>
                <a:lnTo>
                  <a:pt x="46875" y="34766"/>
                </a:lnTo>
                <a:lnTo>
                  <a:pt x="46094" y="34766"/>
                </a:lnTo>
                <a:lnTo>
                  <a:pt x="42188" y="32422"/>
                </a:lnTo>
                <a:lnTo>
                  <a:pt x="41406" y="32422"/>
                </a:lnTo>
                <a:lnTo>
                  <a:pt x="40625" y="32422"/>
                </a:lnTo>
                <a:lnTo>
                  <a:pt x="37891" y="35156"/>
                </a:lnTo>
                <a:lnTo>
                  <a:pt x="41016" y="41406"/>
                </a:lnTo>
                <a:lnTo>
                  <a:pt x="39453" y="43750"/>
                </a:lnTo>
                <a:lnTo>
                  <a:pt x="39453" y="44531"/>
                </a:lnTo>
                <a:lnTo>
                  <a:pt x="39453" y="45312"/>
                </a:lnTo>
                <a:lnTo>
                  <a:pt x="38281" y="47266"/>
                </a:lnTo>
                <a:lnTo>
                  <a:pt x="37500" y="47266"/>
                </a:lnTo>
                <a:lnTo>
                  <a:pt x="36719" y="47266"/>
                </a:lnTo>
                <a:lnTo>
                  <a:pt x="36328" y="47656"/>
                </a:lnTo>
                <a:lnTo>
                  <a:pt x="35938" y="48047"/>
                </a:lnTo>
                <a:lnTo>
                  <a:pt x="33594" y="48047"/>
                </a:lnTo>
                <a:lnTo>
                  <a:pt x="31641" y="49219"/>
                </a:lnTo>
                <a:lnTo>
                  <a:pt x="31641" y="53906"/>
                </a:lnTo>
                <a:lnTo>
                  <a:pt x="32812" y="55078"/>
                </a:lnTo>
                <a:lnTo>
                  <a:pt x="35156" y="55078"/>
                </a:lnTo>
                <a:lnTo>
                  <a:pt x="35547" y="55469"/>
                </a:lnTo>
                <a:lnTo>
                  <a:pt x="35938" y="55859"/>
                </a:lnTo>
                <a:lnTo>
                  <a:pt x="36719" y="55859"/>
                </a:lnTo>
                <a:lnTo>
                  <a:pt x="37500" y="55859"/>
                </a:lnTo>
                <a:lnTo>
                  <a:pt x="38672" y="57031"/>
                </a:lnTo>
                <a:lnTo>
                  <a:pt x="39453" y="60938"/>
                </a:lnTo>
                <a:lnTo>
                  <a:pt x="41016" y="63281"/>
                </a:lnTo>
                <a:lnTo>
                  <a:pt x="41016" y="64062"/>
                </a:lnTo>
                <a:lnTo>
                  <a:pt x="37891" y="67969"/>
                </a:lnTo>
                <a:lnTo>
                  <a:pt x="37891" y="68750"/>
                </a:lnTo>
                <a:lnTo>
                  <a:pt x="37891" y="69531"/>
                </a:lnTo>
                <a:lnTo>
                  <a:pt x="39844" y="71484"/>
                </a:lnTo>
                <a:lnTo>
                  <a:pt x="40625" y="71484"/>
                </a:lnTo>
                <a:lnTo>
                  <a:pt x="41406" y="71484"/>
                </a:lnTo>
                <a:lnTo>
                  <a:pt x="45312" y="69141"/>
                </a:lnTo>
                <a:lnTo>
                  <a:pt x="46094" y="69141"/>
                </a:lnTo>
                <a:lnTo>
                  <a:pt x="46875" y="69141"/>
                </a:lnTo>
                <a:lnTo>
                  <a:pt x="49219" y="70703"/>
                </a:lnTo>
                <a:lnTo>
                  <a:pt x="50000" y="70703"/>
                </a:lnTo>
                <a:lnTo>
                  <a:pt x="50781" y="70703"/>
                </a:lnTo>
                <a:lnTo>
                  <a:pt x="52344" y="71484"/>
                </a:lnTo>
                <a:lnTo>
                  <a:pt x="53516" y="72656"/>
                </a:lnTo>
                <a:lnTo>
                  <a:pt x="53516" y="73438"/>
                </a:lnTo>
                <a:lnTo>
                  <a:pt x="53516" y="74219"/>
                </a:lnTo>
                <a:lnTo>
                  <a:pt x="53906" y="74609"/>
                </a:lnTo>
                <a:lnTo>
                  <a:pt x="54297" y="75000"/>
                </a:lnTo>
                <a:lnTo>
                  <a:pt x="54297" y="77344"/>
                </a:lnTo>
                <a:lnTo>
                  <a:pt x="55469" y="78516"/>
                </a:lnTo>
                <a:lnTo>
                  <a:pt x="58594" y="78516"/>
                </a:lnTo>
                <a:lnTo>
                  <a:pt x="59766" y="77344"/>
                </a:lnTo>
                <a:lnTo>
                  <a:pt x="59766" y="76562"/>
                </a:lnTo>
                <a:lnTo>
                  <a:pt x="59766" y="75781"/>
                </a:lnTo>
                <a:lnTo>
                  <a:pt x="60156" y="75391"/>
                </a:lnTo>
                <a:lnTo>
                  <a:pt x="60547" y="75000"/>
                </a:lnTo>
                <a:lnTo>
                  <a:pt x="60547" y="74219"/>
                </a:lnTo>
                <a:lnTo>
                  <a:pt x="60547" y="73438"/>
                </a:lnTo>
                <a:lnTo>
                  <a:pt x="61719" y="71484"/>
                </a:lnTo>
                <a:lnTo>
                  <a:pt x="62500" y="71484"/>
                </a:lnTo>
                <a:lnTo>
                  <a:pt x="63281" y="71484"/>
                </a:lnTo>
                <a:lnTo>
                  <a:pt x="67188" y="69141"/>
                </a:lnTo>
                <a:lnTo>
                  <a:pt x="67969" y="69141"/>
                </a:lnTo>
                <a:lnTo>
                  <a:pt x="68750" y="69141"/>
                </a:lnTo>
                <a:lnTo>
                  <a:pt x="71875" y="70703"/>
                </a:lnTo>
                <a:lnTo>
                  <a:pt x="73438" y="72266"/>
                </a:lnTo>
                <a:lnTo>
                  <a:pt x="76953" y="68750"/>
                </a:lnTo>
                <a:lnTo>
                  <a:pt x="74609" y="65625"/>
                </a:lnTo>
                <a:lnTo>
                  <a:pt x="73828" y="64062"/>
                </a:lnTo>
                <a:lnTo>
                  <a:pt x="73828" y="63281"/>
                </a:lnTo>
                <a:lnTo>
                  <a:pt x="73828" y="62500"/>
                </a:lnTo>
                <a:lnTo>
                  <a:pt x="74219" y="62109"/>
                </a:lnTo>
                <a:lnTo>
                  <a:pt x="74609" y="61719"/>
                </a:lnTo>
                <a:lnTo>
                  <a:pt x="74609" y="60938"/>
                </a:lnTo>
                <a:lnTo>
                  <a:pt x="74609" y="60156"/>
                </a:lnTo>
                <a:lnTo>
                  <a:pt x="75000" y="59766"/>
                </a:lnTo>
                <a:lnTo>
                  <a:pt x="75391" y="59375"/>
                </a:lnTo>
                <a:lnTo>
                  <a:pt x="75391" y="58594"/>
                </a:lnTo>
                <a:lnTo>
                  <a:pt x="75391" y="57812"/>
                </a:lnTo>
                <a:lnTo>
                  <a:pt x="76172" y="56250"/>
                </a:lnTo>
                <a:lnTo>
                  <a:pt x="81250" y="55078"/>
                </a:lnTo>
                <a:lnTo>
                  <a:pt x="82422" y="53906"/>
                </a:lnTo>
                <a:lnTo>
                  <a:pt x="82422" y="49219"/>
                </a:lnTo>
                <a:lnTo>
                  <a:pt x="80469" y="48047"/>
                </a:lnTo>
                <a:lnTo>
                  <a:pt x="77344" y="48047"/>
                </a:lnTo>
                <a:lnTo>
                  <a:pt x="75391" y="46094"/>
                </a:lnTo>
                <a:lnTo>
                  <a:pt x="75391" y="45312"/>
                </a:lnTo>
                <a:lnTo>
                  <a:pt x="75391" y="44531"/>
                </a:lnTo>
                <a:lnTo>
                  <a:pt x="73828" y="42188"/>
                </a:lnTo>
                <a:lnTo>
                  <a:pt x="73828" y="39844"/>
                </a:lnTo>
                <a:lnTo>
                  <a:pt x="76172" y="35938"/>
                </a:lnTo>
                <a:lnTo>
                  <a:pt x="76172" y="35156"/>
                </a:lnTo>
                <a:lnTo>
                  <a:pt x="76172" y="34375"/>
                </a:lnTo>
                <a:lnTo>
                  <a:pt x="74219" y="32422"/>
                </a:lnTo>
                <a:lnTo>
                  <a:pt x="73438" y="32422"/>
                </a:lnTo>
                <a:lnTo>
                  <a:pt x="72656" y="32422"/>
                </a:lnTo>
                <a:lnTo>
                  <a:pt x="70312" y="33984"/>
                </a:lnTo>
                <a:lnTo>
                  <a:pt x="69531" y="33984"/>
                </a:lnTo>
                <a:lnTo>
                  <a:pt x="68750" y="33984"/>
                </a:lnTo>
                <a:lnTo>
                  <a:pt x="67188" y="34766"/>
                </a:lnTo>
                <a:lnTo>
                  <a:pt x="64844" y="33203"/>
                </a:lnTo>
                <a:lnTo>
                  <a:pt x="64062" y="33203"/>
                </a:lnTo>
                <a:lnTo>
                  <a:pt x="63281" y="33203"/>
                </a:lnTo>
                <a:lnTo>
                  <a:pt x="61719" y="32422"/>
                </a:lnTo>
                <a:lnTo>
                  <a:pt x="60547" y="31250"/>
                </a:lnTo>
                <a:lnTo>
                  <a:pt x="60547" y="28125"/>
                </a:lnTo>
                <a:lnTo>
                  <a:pt x="59375" y="26172"/>
                </a:lnTo>
                <a:lnTo>
                  <a:pt x="55469" y="26172"/>
                </a:lnTo>
                <a:close/>
                <a:moveTo>
                  <a:pt x="53516" y="41406"/>
                </a:moveTo>
                <a:lnTo>
                  <a:pt x="53906" y="41016"/>
                </a:lnTo>
                <a:lnTo>
                  <a:pt x="60938" y="41016"/>
                </a:lnTo>
                <a:lnTo>
                  <a:pt x="64062" y="42578"/>
                </a:lnTo>
                <a:lnTo>
                  <a:pt x="67578" y="46094"/>
                </a:lnTo>
                <a:lnTo>
                  <a:pt x="68359" y="47656"/>
                </a:lnTo>
                <a:lnTo>
                  <a:pt x="68359" y="48438"/>
                </a:lnTo>
                <a:lnTo>
                  <a:pt x="68359" y="49219"/>
                </a:lnTo>
                <a:lnTo>
                  <a:pt x="68750" y="49609"/>
                </a:lnTo>
                <a:lnTo>
                  <a:pt x="69141" y="50000"/>
                </a:lnTo>
                <a:lnTo>
                  <a:pt x="69141" y="53906"/>
                </a:lnTo>
                <a:lnTo>
                  <a:pt x="68750" y="54297"/>
                </a:lnTo>
                <a:lnTo>
                  <a:pt x="68359" y="54688"/>
                </a:lnTo>
                <a:lnTo>
                  <a:pt x="68359" y="55469"/>
                </a:lnTo>
                <a:lnTo>
                  <a:pt x="68359" y="56250"/>
                </a:lnTo>
                <a:lnTo>
                  <a:pt x="66797" y="59375"/>
                </a:lnTo>
                <a:lnTo>
                  <a:pt x="64062" y="62109"/>
                </a:lnTo>
                <a:lnTo>
                  <a:pt x="61328" y="63281"/>
                </a:lnTo>
                <a:lnTo>
                  <a:pt x="60938" y="63672"/>
                </a:lnTo>
                <a:lnTo>
                  <a:pt x="53906" y="63672"/>
                </a:lnTo>
                <a:lnTo>
                  <a:pt x="50781" y="62109"/>
                </a:lnTo>
                <a:lnTo>
                  <a:pt x="48047" y="59375"/>
                </a:lnTo>
                <a:lnTo>
                  <a:pt x="46484" y="56250"/>
                </a:lnTo>
                <a:lnTo>
                  <a:pt x="46484" y="55469"/>
                </a:lnTo>
                <a:lnTo>
                  <a:pt x="46484" y="54688"/>
                </a:lnTo>
                <a:lnTo>
                  <a:pt x="46094" y="54297"/>
                </a:lnTo>
                <a:lnTo>
                  <a:pt x="45703" y="53906"/>
                </a:lnTo>
                <a:lnTo>
                  <a:pt x="45703" y="50781"/>
                </a:lnTo>
                <a:lnTo>
                  <a:pt x="46094" y="50391"/>
                </a:lnTo>
                <a:lnTo>
                  <a:pt x="46484" y="50000"/>
                </a:lnTo>
                <a:lnTo>
                  <a:pt x="46484" y="47656"/>
                </a:lnTo>
                <a:lnTo>
                  <a:pt x="47266" y="46094"/>
                </a:lnTo>
                <a:lnTo>
                  <a:pt x="50781" y="42578"/>
                </a:lnTo>
                <a:lnTo>
                  <a:pt x="53516" y="41406"/>
                </a:lnTo>
                <a:close/>
                <a:moveTo>
                  <a:pt x="55469" y="44141"/>
                </a:moveTo>
                <a:lnTo>
                  <a:pt x="52344" y="45703"/>
                </a:lnTo>
                <a:lnTo>
                  <a:pt x="49609" y="49219"/>
                </a:lnTo>
                <a:lnTo>
                  <a:pt x="49609" y="55469"/>
                </a:lnTo>
                <a:lnTo>
                  <a:pt x="51172" y="57031"/>
                </a:lnTo>
                <a:lnTo>
                  <a:pt x="51172" y="57812"/>
                </a:lnTo>
                <a:lnTo>
                  <a:pt x="51562" y="58203"/>
                </a:lnTo>
                <a:lnTo>
                  <a:pt x="52344" y="58203"/>
                </a:lnTo>
                <a:lnTo>
                  <a:pt x="53906" y="59766"/>
                </a:lnTo>
                <a:lnTo>
                  <a:pt x="55469" y="60547"/>
                </a:lnTo>
                <a:lnTo>
                  <a:pt x="59375" y="60547"/>
                </a:lnTo>
                <a:lnTo>
                  <a:pt x="60938" y="59766"/>
                </a:lnTo>
                <a:lnTo>
                  <a:pt x="64453" y="56250"/>
                </a:lnTo>
                <a:lnTo>
                  <a:pt x="65234" y="54688"/>
                </a:lnTo>
                <a:lnTo>
                  <a:pt x="65234" y="49219"/>
                </a:lnTo>
                <a:lnTo>
                  <a:pt x="62500" y="45703"/>
                </a:lnTo>
                <a:lnTo>
                  <a:pt x="59375" y="44141"/>
                </a:lnTo>
                <a:lnTo>
                  <a:pt x="55469" y="441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1691640" y="3986784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7 variables créées</a:t>
            </a:r>
            <a:endParaRPr lang="en-US" sz="2900" dirty="0"/>
          </a:p>
        </p:txBody>
      </p:sp>
      <p:sp>
        <p:nvSpPr>
          <p:cNvPr id="35" name="Shape 32"/>
          <p:cNvSpPr/>
          <p:nvPr/>
        </p:nvSpPr>
        <p:spPr>
          <a:xfrm>
            <a:off x="621792" y="4599432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13232" y="46268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Age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856232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âge du client en 2014</a:t>
            </a:r>
            <a:endParaRPr lang="en-US" sz="1330" dirty="0"/>
          </a:p>
        </p:txBody>
      </p:sp>
      <p:sp>
        <p:nvSpPr>
          <p:cNvPr id="38" name="Shape 35"/>
          <p:cNvSpPr/>
          <p:nvPr/>
        </p:nvSpPr>
        <p:spPr>
          <a:xfrm>
            <a:off x="621792" y="5029200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713232" y="505663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Spent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856232" y="5056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dépenses sur 6 catégories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621792" y="5458968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713232" y="548640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Living_With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856232" y="5486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seul ou en couple</a:t>
            </a:r>
            <a:endParaRPr lang="en-US" sz="1330" dirty="0"/>
          </a:p>
        </p:txBody>
      </p:sp>
      <p:sp>
        <p:nvSpPr>
          <p:cNvPr id="44" name="Shape 41"/>
          <p:cNvSpPr/>
          <p:nvPr/>
        </p:nvSpPr>
        <p:spPr>
          <a:xfrm>
            <a:off x="4315968" y="4599432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4407408" y="462686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550408" y="462686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nombre d’enfants</a:t>
            </a:r>
            <a:endParaRPr lang="en-US" sz="1330" dirty="0"/>
          </a:p>
        </p:txBody>
      </p:sp>
      <p:sp>
        <p:nvSpPr>
          <p:cNvPr id="47" name="Shape 44"/>
          <p:cNvSpPr/>
          <p:nvPr/>
        </p:nvSpPr>
        <p:spPr>
          <a:xfrm>
            <a:off x="4315968" y="5029200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/>
          <p:cNvSpPr/>
          <p:nvPr/>
        </p:nvSpPr>
        <p:spPr>
          <a:xfrm>
            <a:off x="4407408" y="505663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Family_Size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550408" y="50566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taille du foyer</a:t>
            </a:r>
            <a:endParaRPr lang="en-US" sz="1330" dirty="0"/>
          </a:p>
        </p:txBody>
      </p:sp>
      <p:sp>
        <p:nvSpPr>
          <p:cNvPr id="50" name="Shape 47"/>
          <p:cNvSpPr/>
          <p:nvPr/>
        </p:nvSpPr>
        <p:spPr>
          <a:xfrm>
            <a:off x="4315968" y="5458968"/>
            <a:ext cx="1124712" cy="292608"/>
          </a:xfrm>
          <a:prstGeom prst="roundRect">
            <a:avLst>
              <a:gd name="adj" fmla="val 4375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8"/>
          <p:cNvSpPr/>
          <p:nvPr/>
        </p:nvSpPr>
        <p:spPr>
          <a:xfrm>
            <a:off x="4407408" y="548640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Is_Parent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550408" y="548640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statut parental</a:t>
            </a:r>
            <a:endParaRPr lang="en-US" sz="1330" dirty="0"/>
          </a:p>
        </p:txBody>
      </p:sp>
      <p:sp>
        <p:nvSpPr>
          <p:cNvPr id="53" name="Shape 50"/>
          <p:cNvSpPr/>
          <p:nvPr/>
        </p:nvSpPr>
        <p:spPr>
          <a:xfrm>
            <a:off x="4050792" y="4754880"/>
            <a:ext cx="0" cy="132588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7626096" y="3666744"/>
            <a:ext cx="4242816" cy="2660904"/>
          </a:xfrm>
          <a:prstGeom prst="roundRect">
            <a:avLst>
              <a:gd name="adj" fmla="val 4811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/>
          <p:cNvSpPr/>
          <p:nvPr/>
        </p:nvSpPr>
        <p:spPr>
          <a:xfrm>
            <a:off x="7836408" y="3831336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VECTOR_graduation_27"/>
          <p:cNvSpPr/>
          <p:nvPr/>
        </p:nvSpPr>
        <p:spPr>
          <a:xfrm>
            <a:off x="7836408" y="3831336"/>
            <a:ext cx="822960" cy="82296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635" y="33333"/>
                </a:moveTo>
                <a:lnTo>
                  <a:pt x="47619" y="32937"/>
                </a:lnTo>
                <a:lnTo>
                  <a:pt x="48016" y="33333"/>
                </a:lnTo>
                <a:lnTo>
                  <a:pt x="48413" y="33730"/>
                </a:lnTo>
                <a:lnTo>
                  <a:pt x="49206" y="33730"/>
                </a:lnTo>
                <a:lnTo>
                  <a:pt x="50000" y="33730"/>
                </a:lnTo>
                <a:lnTo>
                  <a:pt x="55556" y="36905"/>
                </a:lnTo>
                <a:lnTo>
                  <a:pt x="56349" y="36905"/>
                </a:lnTo>
                <a:lnTo>
                  <a:pt x="57143" y="36905"/>
                </a:lnTo>
                <a:lnTo>
                  <a:pt x="73016" y="44841"/>
                </a:lnTo>
                <a:lnTo>
                  <a:pt x="74206" y="46032"/>
                </a:lnTo>
                <a:lnTo>
                  <a:pt x="74206" y="48413"/>
                </a:lnTo>
                <a:lnTo>
                  <a:pt x="73016" y="49603"/>
                </a:lnTo>
                <a:lnTo>
                  <a:pt x="68254" y="51984"/>
                </a:lnTo>
                <a:lnTo>
                  <a:pt x="67460" y="51984"/>
                </a:lnTo>
                <a:lnTo>
                  <a:pt x="66667" y="51984"/>
                </a:lnTo>
                <a:lnTo>
                  <a:pt x="63095" y="53968"/>
                </a:lnTo>
                <a:lnTo>
                  <a:pt x="63095" y="69841"/>
                </a:lnTo>
                <a:lnTo>
                  <a:pt x="62302" y="71429"/>
                </a:lnTo>
                <a:lnTo>
                  <a:pt x="58730" y="74206"/>
                </a:lnTo>
                <a:lnTo>
                  <a:pt x="55556" y="75794"/>
                </a:lnTo>
                <a:lnTo>
                  <a:pt x="54762" y="75794"/>
                </a:lnTo>
                <a:lnTo>
                  <a:pt x="53968" y="75794"/>
                </a:lnTo>
                <a:lnTo>
                  <a:pt x="50794" y="77381"/>
                </a:lnTo>
                <a:lnTo>
                  <a:pt x="48413" y="77381"/>
                </a:lnTo>
                <a:lnTo>
                  <a:pt x="42857" y="77381"/>
                </a:lnTo>
                <a:lnTo>
                  <a:pt x="42460" y="76984"/>
                </a:lnTo>
                <a:lnTo>
                  <a:pt x="42063" y="76587"/>
                </a:lnTo>
                <a:lnTo>
                  <a:pt x="39683" y="76587"/>
                </a:lnTo>
                <a:lnTo>
                  <a:pt x="34921" y="74206"/>
                </a:lnTo>
                <a:lnTo>
                  <a:pt x="31349" y="71429"/>
                </a:lnTo>
                <a:lnTo>
                  <a:pt x="30556" y="69841"/>
                </a:lnTo>
                <a:lnTo>
                  <a:pt x="30556" y="53968"/>
                </a:lnTo>
                <a:lnTo>
                  <a:pt x="21429" y="49603"/>
                </a:lnTo>
                <a:lnTo>
                  <a:pt x="19444" y="47619"/>
                </a:lnTo>
                <a:lnTo>
                  <a:pt x="20635" y="44841"/>
                </a:lnTo>
                <a:lnTo>
                  <a:pt x="23810" y="43254"/>
                </a:lnTo>
                <a:lnTo>
                  <a:pt x="24603" y="43254"/>
                </a:lnTo>
                <a:lnTo>
                  <a:pt x="25397" y="43254"/>
                </a:lnTo>
                <a:lnTo>
                  <a:pt x="42063" y="34524"/>
                </a:lnTo>
                <a:lnTo>
                  <a:pt x="42857" y="34524"/>
                </a:lnTo>
                <a:lnTo>
                  <a:pt x="43651" y="34524"/>
                </a:lnTo>
                <a:lnTo>
                  <a:pt x="45635" y="33333"/>
                </a:lnTo>
                <a:close/>
                <a:moveTo>
                  <a:pt x="45238" y="36905"/>
                </a:moveTo>
                <a:lnTo>
                  <a:pt x="26190" y="46429"/>
                </a:lnTo>
                <a:lnTo>
                  <a:pt x="25794" y="46825"/>
                </a:lnTo>
                <a:lnTo>
                  <a:pt x="25794" y="47619"/>
                </a:lnTo>
                <a:lnTo>
                  <a:pt x="27778" y="48810"/>
                </a:lnTo>
                <a:lnTo>
                  <a:pt x="28571" y="48810"/>
                </a:lnTo>
                <a:lnTo>
                  <a:pt x="29365" y="48810"/>
                </a:lnTo>
                <a:lnTo>
                  <a:pt x="45238" y="56746"/>
                </a:lnTo>
                <a:lnTo>
                  <a:pt x="48810" y="56349"/>
                </a:lnTo>
                <a:lnTo>
                  <a:pt x="50794" y="55952"/>
                </a:lnTo>
                <a:lnTo>
                  <a:pt x="54762" y="53571"/>
                </a:lnTo>
                <a:lnTo>
                  <a:pt x="55556" y="53571"/>
                </a:lnTo>
                <a:lnTo>
                  <a:pt x="56349" y="53571"/>
                </a:lnTo>
                <a:lnTo>
                  <a:pt x="63492" y="49603"/>
                </a:lnTo>
                <a:lnTo>
                  <a:pt x="64286" y="49603"/>
                </a:lnTo>
                <a:lnTo>
                  <a:pt x="65079" y="49603"/>
                </a:lnTo>
                <a:lnTo>
                  <a:pt x="68254" y="48016"/>
                </a:lnTo>
                <a:lnTo>
                  <a:pt x="68651" y="47619"/>
                </a:lnTo>
                <a:lnTo>
                  <a:pt x="68651" y="46825"/>
                </a:lnTo>
                <a:lnTo>
                  <a:pt x="61905" y="43254"/>
                </a:lnTo>
                <a:lnTo>
                  <a:pt x="61111" y="43254"/>
                </a:lnTo>
                <a:lnTo>
                  <a:pt x="60317" y="43254"/>
                </a:lnTo>
                <a:lnTo>
                  <a:pt x="50000" y="37698"/>
                </a:lnTo>
                <a:lnTo>
                  <a:pt x="49206" y="37698"/>
                </a:lnTo>
                <a:lnTo>
                  <a:pt x="48413" y="37698"/>
                </a:lnTo>
                <a:lnTo>
                  <a:pt x="48016" y="37302"/>
                </a:lnTo>
                <a:lnTo>
                  <a:pt x="47619" y="36905"/>
                </a:lnTo>
                <a:lnTo>
                  <a:pt x="45238" y="36905"/>
                </a:lnTo>
                <a:close/>
                <a:moveTo>
                  <a:pt x="34921" y="55952"/>
                </a:moveTo>
                <a:lnTo>
                  <a:pt x="34524" y="56349"/>
                </a:lnTo>
                <a:lnTo>
                  <a:pt x="34524" y="69048"/>
                </a:lnTo>
                <a:lnTo>
                  <a:pt x="36508" y="71032"/>
                </a:lnTo>
                <a:lnTo>
                  <a:pt x="39683" y="72619"/>
                </a:lnTo>
                <a:lnTo>
                  <a:pt x="40476" y="72619"/>
                </a:lnTo>
                <a:lnTo>
                  <a:pt x="41270" y="72619"/>
                </a:lnTo>
                <a:lnTo>
                  <a:pt x="41667" y="73016"/>
                </a:lnTo>
                <a:lnTo>
                  <a:pt x="42063" y="73413"/>
                </a:lnTo>
                <a:lnTo>
                  <a:pt x="51587" y="73413"/>
                </a:lnTo>
                <a:lnTo>
                  <a:pt x="51984" y="73016"/>
                </a:lnTo>
                <a:lnTo>
                  <a:pt x="52381" y="72619"/>
                </a:lnTo>
                <a:lnTo>
                  <a:pt x="53175" y="72619"/>
                </a:lnTo>
                <a:lnTo>
                  <a:pt x="53968" y="72619"/>
                </a:lnTo>
                <a:lnTo>
                  <a:pt x="57143" y="71032"/>
                </a:lnTo>
                <a:lnTo>
                  <a:pt x="59127" y="69048"/>
                </a:lnTo>
                <a:lnTo>
                  <a:pt x="59127" y="56349"/>
                </a:lnTo>
                <a:lnTo>
                  <a:pt x="58730" y="55952"/>
                </a:lnTo>
                <a:lnTo>
                  <a:pt x="49206" y="60714"/>
                </a:lnTo>
                <a:lnTo>
                  <a:pt x="45238" y="60714"/>
                </a:lnTo>
                <a:lnTo>
                  <a:pt x="39683" y="57540"/>
                </a:lnTo>
                <a:lnTo>
                  <a:pt x="38889" y="57540"/>
                </a:lnTo>
                <a:lnTo>
                  <a:pt x="38095" y="57540"/>
                </a:lnTo>
                <a:lnTo>
                  <a:pt x="34921" y="559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8805672" y="3941064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 niveaux d’éducation</a:t>
            </a:r>
            <a:endParaRPr lang="en-US" sz="1750" dirty="0"/>
          </a:p>
        </p:txBody>
      </p:sp>
      <p:sp>
        <p:nvSpPr>
          <p:cNvPr id="58" name="Shape 55"/>
          <p:cNvSpPr/>
          <p:nvPr/>
        </p:nvSpPr>
        <p:spPr>
          <a:xfrm>
            <a:off x="8833104" y="4379976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6"/>
          <p:cNvSpPr/>
          <p:nvPr/>
        </p:nvSpPr>
        <p:spPr>
          <a:xfrm>
            <a:off x="9134856" y="4343400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Undergraduate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8833104" y="4645152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8"/>
          <p:cNvSpPr/>
          <p:nvPr/>
        </p:nvSpPr>
        <p:spPr>
          <a:xfrm>
            <a:off x="9134856" y="4608576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Graduate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833104" y="4910328"/>
            <a:ext cx="100584" cy="1005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0"/>
          <p:cNvSpPr/>
          <p:nvPr/>
        </p:nvSpPr>
        <p:spPr>
          <a:xfrm>
            <a:off x="9134856" y="4873752"/>
            <a:ext cx="2432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Postgraduate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7808976" y="5184648"/>
            <a:ext cx="3849624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2"/>
          <p:cNvSpPr/>
          <p:nvPr/>
        </p:nvSpPr>
        <p:spPr>
          <a:xfrm>
            <a:off x="7827264" y="5330952"/>
            <a:ext cx="832104" cy="83210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VECTOR_bars_dark_28"/>
          <p:cNvSpPr/>
          <p:nvPr/>
        </p:nvSpPr>
        <p:spPr>
          <a:xfrm>
            <a:off x="7827264" y="5330952"/>
            <a:ext cx="832104" cy="83210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60547" y="35156"/>
                </a:moveTo>
                <a:lnTo>
                  <a:pt x="60938" y="34766"/>
                </a:lnTo>
                <a:lnTo>
                  <a:pt x="71094" y="34766"/>
                </a:lnTo>
                <a:lnTo>
                  <a:pt x="72266" y="36719"/>
                </a:lnTo>
                <a:lnTo>
                  <a:pt x="72266" y="78125"/>
                </a:lnTo>
                <a:lnTo>
                  <a:pt x="74219" y="78516"/>
                </a:lnTo>
                <a:lnTo>
                  <a:pt x="75391" y="79688"/>
                </a:lnTo>
                <a:lnTo>
                  <a:pt x="75391" y="80469"/>
                </a:lnTo>
                <a:lnTo>
                  <a:pt x="74219" y="81641"/>
                </a:lnTo>
                <a:lnTo>
                  <a:pt x="60156" y="81641"/>
                </a:lnTo>
                <a:lnTo>
                  <a:pt x="58984" y="80469"/>
                </a:lnTo>
                <a:lnTo>
                  <a:pt x="58984" y="36719"/>
                </a:lnTo>
                <a:lnTo>
                  <a:pt x="60547" y="35156"/>
                </a:lnTo>
                <a:close/>
                <a:moveTo>
                  <a:pt x="63281" y="38672"/>
                </a:moveTo>
                <a:lnTo>
                  <a:pt x="62891" y="39062"/>
                </a:lnTo>
                <a:lnTo>
                  <a:pt x="62891" y="77344"/>
                </a:lnTo>
                <a:lnTo>
                  <a:pt x="64062" y="78516"/>
                </a:lnTo>
                <a:lnTo>
                  <a:pt x="64453" y="78125"/>
                </a:lnTo>
                <a:lnTo>
                  <a:pt x="64844" y="77734"/>
                </a:lnTo>
                <a:lnTo>
                  <a:pt x="65234" y="78125"/>
                </a:lnTo>
                <a:lnTo>
                  <a:pt x="65625" y="78516"/>
                </a:lnTo>
                <a:lnTo>
                  <a:pt x="66016" y="78125"/>
                </a:lnTo>
                <a:lnTo>
                  <a:pt x="66406" y="77734"/>
                </a:lnTo>
                <a:lnTo>
                  <a:pt x="66797" y="78125"/>
                </a:lnTo>
                <a:lnTo>
                  <a:pt x="67188" y="78516"/>
                </a:lnTo>
                <a:lnTo>
                  <a:pt x="68359" y="77344"/>
                </a:lnTo>
                <a:lnTo>
                  <a:pt x="68359" y="39062"/>
                </a:lnTo>
                <a:lnTo>
                  <a:pt x="67969" y="38672"/>
                </a:lnTo>
                <a:lnTo>
                  <a:pt x="63281" y="38672"/>
                </a:lnTo>
                <a:close/>
                <a:moveTo>
                  <a:pt x="43359" y="51562"/>
                </a:moveTo>
                <a:lnTo>
                  <a:pt x="43750" y="51172"/>
                </a:lnTo>
                <a:lnTo>
                  <a:pt x="53125" y="51172"/>
                </a:lnTo>
                <a:lnTo>
                  <a:pt x="55078" y="53125"/>
                </a:lnTo>
                <a:lnTo>
                  <a:pt x="55078" y="79688"/>
                </a:lnTo>
                <a:lnTo>
                  <a:pt x="53906" y="81641"/>
                </a:lnTo>
                <a:lnTo>
                  <a:pt x="42969" y="81641"/>
                </a:lnTo>
                <a:lnTo>
                  <a:pt x="41797" y="80469"/>
                </a:lnTo>
                <a:lnTo>
                  <a:pt x="41797" y="53125"/>
                </a:lnTo>
                <a:lnTo>
                  <a:pt x="43359" y="51562"/>
                </a:lnTo>
                <a:close/>
                <a:moveTo>
                  <a:pt x="46094" y="55078"/>
                </a:moveTo>
                <a:lnTo>
                  <a:pt x="45703" y="55469"/>
                </a:lnTo>
                <a:lnTo>
                  <a:pt x="45703" y="78125"/>
                </a:lnTo>
                <a:lnTo>
                  <a:pt x="46094" y="78516"/>
                </a:lnTo>
                <a:lnTo>
                  <a:pt x="50000" y="78516"/>
                </a:lnTo>
                <a:lnTo>
                  <a:pt x="50391" y="78125"/>
                </a:lnTo>
                <a:lnTo>
                  <a:pt x="50781" y="77734"/>
                </a:lnTo>
                <a:lnTo>
                  <a:pt x="51172" y="77344"/>
                </a:lnTo>
                <a:lnTo>
                  <a:pt x="51172" y="55469"/>
                </a:lnTo>
                <a:lnTo>
                  <a:pt x="50781" y="55078"/>
                </a:lnTo>
                <a:lnTo>
                  <a:pt x="46094" y="55078"/>
                </a:lnTo>
                <a:close/>
                <a:moveTo>
                  <a:pt x="25391" y="64062"/>
                </a:moveTo>
                <a:lnTo>
                  <a:pt x="25781" y="63672"/>
                </a:lnTo>
                <a:lnTo>
                  <a:pt x="36719" y="63672"/>
                </a:lnTo>
                <a:lnTo>
                  <a:pt x="37891" y="64844"/>
                </a:lnTo>
                <a:lnTo>
                  <a:pt x="37891" y="80469"/>
                </a:lnTo>
                <a:lnTo>
                  <a:pt x="36719" y="81641"/>
                </a:lnTo>
                <a:lnTo>
                  <a:pt x="34375" y="81641"/>
                </a:lnTo>
                <a:lnTo>
                  <a:pt x="22656" y="81641"/>
                </a:lnTo>
                <a:lnTo>
                  <a:pt x="21484" y="80469"/>
                </a:lnTo>
                <a:lnTo>
                  <a:pt x="21484" y="79688"/>
                </a:lnTo>
                <a:lnTo>
                  <a:pt x="22656" y="78516"/>
                </a:lnTo>
                <a:lnTo>
                  <a:pt x="24609" y="78125"/>
                </a:lnTo>
                <a:lnTo>
                  <a:pt x="24609" y="65625"/>
                </a:lnTo>
                <a:lnTo>
                  <a:pt x="25391" y="64062"/>
                </a:lnTo>
                <a:close/>
                <a:moveTo>
                  <a:pt x="28906" y="67578"/>
                </a:moveTo>
                <a:lnTo>
                  <a:pt x="28516" y="67969"/>
                </a:lnTo>
                <a:lnTo>
                  <a:pt x="28516" y="77344"/>
                </a:lnTo>
                <a:lnTo>
                  <a:pt x="29688" y="78516"/>
                </a:lnTo>
                <a:lnTo>
                  <a:pt x="33594" y="78516"/>
                </a:lnTo>
                <a:lnTo>
                  <a:pt x="33984" y="78125"/>
                </a:lnTo>
                <a:lnTo>
                  <a:pt x="33984" y="67969"/>
                </a:lnTo>
                <a:lnTo>
                  <a:pt x="33594" y="67578"/>
                </a:lnTo>
                <a:lnTo>
                  <a:pt x="28906" y="675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ext 64"/>
          <p:cNvSpPr/>
          <p:nvPr/>
        </p:nvSpPr>
        <p:spPr>
          <a:xfrm>
            <a:off x="8833104" y="526694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5900" dirty="0"/>
          </a:p>
        </p:txBody>
      </p:sp>
      <p:sp>
        <p:nvSpPr>
          <p:cNvPr id="68" name="Text 65"/>
          <p:cNvSpPr/>
          <p:nvPr/>
        </p:nvSpPr>
        <p:spPr>
          <a:xfrm>
            <a:off x="9902952" y="5486400"/>
            <a:ext cx="1719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variables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numériques finales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8833104" y="6007608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Après encodage et standardisation</a:t>
            </a:r>
            <a:endParaRPr lang="en-US" sz="1140" dirty="0"/>
          </a:p>
        </p:txBody>
      </p:sp>
      <p:sp>
        <p:nvSpPr>
          <p:cNvPr id="70" name="TextBox 69"/>
          <p:cNvSpPr txBox="1"/>
          <p:nvPr/>
        </p:nvSpPr>
        <p:spPr>
          <a:xfrm>
            <a:off x="713232" y="5925312"/>
            <a:ext cx="6492240" cy="24688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>
                <a:solidFill>
                  <a:srgbClr val="17324D"/>
                </a:solidFill>
                <a:latin typeface="Aptos"/>
              </a:rPr>
              <a:t>Customer_For : ancienneté relative à la dernière inscription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06. RÉDUCTION DE DIMENSION </a:t>
            </a:r>
            <a:r>
              <a:rPr lang="en-US" sz="4000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(ACP)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quatre composantes retenues expliquent 61 % de la variance, au prix d’une perte d’information assumée.</a:t>
            </a:r>
            <a:endParaRPr lang="en-US" sz="158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9184" y="1618488"/>
          <a:ext cx="7882128" cy="4828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50392" y="2688336"/>
            <a:ext cx="7251192" cy="0"/>
          </a:xfrm>
          <a:prstGeom prst="line">
            <a:avLst/>
          </a:prstGeom>
          <a:noFill/>
          <a:ln w="14605">
            <a:solidFill>
              <a:srgbClr val="1D4E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1005840" y="2139696"/>
            <a:ext cx="1389888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106070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Seuil 90 %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12848" y="3749040"/>
            <a:ext cx="1965960" cy="283464"/>
          </a:xfrm>
          <a:prstGeom prst="roundRect">
            <a:avLst>
              <a:gd name="adj" fmla="val 45161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2322576" y="3822192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 composantes : 61 %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64608" y="2816352"/>
            <a:ext cx="2468880" cy="402336"/>
          </a:xfrm>
          <a:prstGeom prst="roundRect">
            <a:avLst>
              <a:gd name="adj" fmla="val 31818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4965192" y="2843784"/>
            <a:ext cx="2304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13 composantes : seuil de 90 % atteint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85048" y="1673352"/>
            <a:ext cx="0" cy="475488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595360" y="1673352"/>
            <a:ext cx="3346704" cy="16002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823960" y="2039112"/>
            <a:ext cx="950976" cy="95097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VECTOR_gear_29"/>
          <p:cNvSpPr/>
          <p:nvPr/>
        </p:nvSpPr>
        <p:spPr>
          <a:xfrm>
            <a:off x="8823960" y="2039112"/>
            <a:ext cx="950976" cy="950976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875" y="26786"/>
                </a:moveTo>
                <a:lnTo>
                  <a:pt x="47321" y="26339"/>
                </a:lnTo>
                <a:lnTo>
                  <a:pt x="54464" y="26339"/>
                </a:lnTo>
                <a:lnTo>
                  <a:pt x="55804" y="30357"/>
                </a:lnTo>
                <a:lnTo>
                  <a:pt x="58929" y="33482"/>
                </a:lnTo>
                <a:lnTo>
                  <a:pt x="61607" y="33482"/>
                </a:lnTo>
                <a:lnTo>
                  <a:pt x="64286" y="31696"/>
                </a:lnTo>
                <a:lnTo>
                  <a:pt x="65179" y="31696"/>
                </a:lnTo>
                <a:lnTo>
                  <a:pt x="66071" y="31696"/>
                </a:lnTo>
                <a:lnTo>
                  <a:pt x="68304" y="33929"/>
                </a:lnTo>
                <a:lnTo>
                  <a:pt x="68304" y="34821"/>
                </a:lnTo>
                <a:lnTo>
                  <a:pt x="70089" y="35714"/>
                </a:lnTo>
                <a:lnTo>
                  <a:pt x="70089" y="38393"/>
                </a:lnTo>
                <a:lnTo>
                  <a:pt x="68304" y="40179"/>
                </a:lnTo>
                <a:lnTo>
                  <a:pt x="68304" y="42857"/>
                </a:lnTo>
                <a:lnTo>
                  <a:pt x="71429" y="45982"/>
                </a:lnTo>
                <a:lnTo>
                  <a:pt x="72321" y="45982"/>
                </a:lnTo>
                <a:lnTo>
                  <a:pt x="73214" y="45982"/>
                </a:lnTo>
                <a:lnTo>
                  <a:pt x="74554" y="47321"/>
                </a:lnTo>
                <a:lnTo>
                  <a:pt x="74554" y="52679"/>
                </a:lnTo>
                <a:lnTo>
                  <a:pt x="75000" y="53125"/>
                </a:lnTo>
                <a:lnTo>
                  <a:pt x="75446" y="53571"/>
                </a:lnTo>
                <a:lnTo>
                  <a:pt x="75446" y="54464"/>
                </a:lnTo>
                <a:lnTo>
                  <a:pt x="75000" y="54911"/>
                </a:lnTo>
                <a:lnTo>
                  <a:pt x="74107" y="54911"/>
                </a:lnTo>
                <a:lnTo>
                  <a:pt x="73214" y="54911"/>
                </a:lnTo>
                <a:lnTo>
                  <a:pt x="71429" y="55804"/>
                </a:lnTo>
                <a:lnTo>
                  <a:pt x="68304" y="58929"/>
                </a:lnTo>
                <a:lnTo>
                  <a:pt x="68304" y="61607"/>
                </a:lnTo>
                <a:lnTo>
                  <a:pt x="70089" y="63393"/>
                </a:lnTo>
                <a:lnTo>
                  <a:pt x="70089" y="64286"/>
                </a:lnTo>
                <a:lnTo>
                  <a:pt x="70089" y="65179"/>
                </a:lnTo>
                <a:lnTo>
                  <a:pt x="66071" y="70089"/>
                </a:lnTo>
                <a:lnTo>
                  <a:pt x="65179" y="70089"/>
                </a:lnTo>
                <a:lnTo>
                  <a:pt x="64286" y="70089"/>
                </a:lnTo>
                <a:lnTo>
                  <a:pt x="62500" y="68304"/>
                </a:lnTo>
                <a:lnTo>
                  <a:pt x="58929" y="68304"/>
                </a:lnTo>
                <a:lnTo>
                  <a:pt x="56696" y="69643"/>
                </a:lnTo>
                <a:lnTo>
                  <a:pt x="54911" y="75000"/>
                </a:lnTo>
                <a:lnTo>
                  <a:pt x="52679" y="75446"/>
                </a:lnTo>
                <a:lnTo>
                  <a:pt x="47321" y="75446"/>
                </a:lnTo>
                <a:lnTo>
                  <a:pt x="45982" y="73214"/>
                </a:lnTo>
                <a:lnTo>
                  <a:pt x="45982" y="72321"/>
                </a:lnTo>
                <a:lnTo>
                  <a:pt x="45982" y="71429"/>
                </a:lnTo>
                <a:lnTo>
                  <a:pt x="42857" y="68304"/>
                </a:lnTo>
                <a:lnTo>
                  <a:pt x="39286" y="68304"/>
                </a:lnTo>
                <a:lnTo>
                  <a:pt x="37500" y="70089"/>
                </a:lnTo>
                <a:lnTo>
                  <a:pt x="33929" y="68304"/>
                </a:lnTo>
                <a:lnTo>
                  <a:pt x="30804" y="65179"/>
                </a:lnTo>
                <a:lnTo>
                  <a:pt x="31696" y="62500"/>
                </a:lnTo>
                <a:lnTo>
                  <a:pt x="33482" y="60714"/>
                </a:lnTo>
                <a:lnTo>
                  <a:pt x="33482" y="59821"/>
                </a:lnTo>
                <a:lnTo>
                  <a:pt x="33482" y="58929"/>
                </a:lnTo>
                <a:lnTo>
                  <a:pt x="31250" y="56696"/>
                </a:lnTo>
                <a:lnTo>
                  <a:pt x="26339" y="54464"/>
                </a:lnTo>
                <a:lnTo>
                  <a:pt x="26339" y="49107"/>
                </a:lnTo>
                <a:lnTo>
                  <a:pt x="26786" y="48661"/>
                </a:lnTo>
                <a:lnTo>
                  <a:pt x="27232" y="48214"/>
                </a:lnTo>
                <a:lnTo>
                  <a:pt x="26786" y="47768"/>
                </a:lnTo>
                <a:lnTo>
                  <a:pt x="26339" y="47321"/>
                </a:lnTo>
                <a:lnTo>
                  <a:pt x="27679" y="45982"/>
                </a:lnTo>
                <a:lnTo>
                  <a:pt x="28571" y="45982"/>
                </a:lnTo>
                <a:lnTo>
                  <a:pt x="29464" y="45982"/>
                </a:lnTo>
                <a:lnTo>
                  <a:pt x="31250" y="45089"/>
                </a:lnTo>
                <a:lnTo>
                  <a:pt x="33482" y="42857"/>
                </a:lnTo>
                <a:lnTo>
                  <a:pt x="33482" y="40179"/>
                </a:lnTo>
                <a:lnTo>
                  <a:pt x="31696" y="38393"/>
                </a:lnTo>
                <a:lnTo>
                  <a:pt x="31696" y="35714"/>
                </a:lnTo>
                <a:lnTo>
                  <a:pt x="37500" y="30804"/>
                </a:lnTo>
                <a:lnTo>
                  <a:pt x="41964" y="33482"/>
                </a:lnTo>
                <a:lnTo>
                  <a:pt x="43750" y="32589"/>
                </a:lnTo>
                <a:lnTo>
                  <a:pt x="45089" y="31250"/>
                </a:lnTo>
                <a:lnTo>
                  <a:pt x="45982" y="29464"/>
                </a:lnTo>
                <a:lnTo>
                  <a:pt x="45982" y="28571"/>
                </a:lnTo>
                <a:lnTo>
                  <a:pt x="45982" y="27679"/>
                </a:lnTo>
                <a:lnTo>
                  <a:pt x="46429" y="27232"/>
                </a:lnTo>
                <a:lnTo>
                  <a:pt x="46875" y="26786"/>
                </a:lnTo>
                <a:close/>
                <a:moveTo>
                  <a:pt x="49107" y="28125"/>
                </a:moveTo>
                <a:lnTo>
                  <a:pt x="47768" y="29464"/>
                </a:lnTo>
                <a:lnTo>
                  <a:pt x="47768" y="30357"/>
                </a:lnTo>
                <a:lnTo>
                  <a:pt x="47768" y="31250"/>
                </a:lnTo>
                <a:lnTo>
                  <a:pt x="46875" y="33036"/>
                </a:lnTo>
                <a:lnTo>
                  <a:pt x="46429" y="33482"/>
                </a:lnTo>
                <a:lnTo>
                  <a:pt x="45536" y="33482"/>
                </a:lnTo>
                <a:lnTo>
                  <a:pt x="43750" y="35268"/>
                </a:lnTo>
                <a:lnTo>
                  <a:pt x="40179" y="35268"/>
                </a:lnTo>
                <a:lnTo>
                  <a:pt x="39732" y="34821"/>
                </a:lnTo>
                <a:lnTo>
                  <a:pt x="39286" y="34375"/>
                </a:lnTo>
                <a:lnTo>
                  <a:pt x="36607" y="34375"/>
                </a:lnTo>
                <a:lnTo>
                  <a:pt x="34375" y="36607"/>
                </a:lnTo>
                <a:lnTo>
                  <a:pt x="34375" y="37500"/>
                </a:lnTo>
                <a:lnTo>
                  <a:pt x="34375" y="38393"/>
                </a:lnTo>
                <a:lnTo>
                  <a:pt x="36161" y="41964"/>
                </a:lnTo>
                <a:lnTo>
                  <a:pt x="35714" y="42411"/>
                </a:lnTo>
                <a:lnTo>
                  <a:pt x="35268" y="42857"/>
                </a:lnTo>
                <a:lnTo>
                  <a:pt x="35268" y="43750"/>
                </a:lnTo>
                <a:lnTo>
                  <a:pt x="35268" y="44643"/>
                </a:lnTo>
                <a:lnTo>
                  <a:pt x="33036" y="46875"/>
                </a:lnTo>
                <a:lnTo>
                  <a:pt x="29018" y="48214"/>
                </a:lnTo>
                <a:lnTo>
                  <a:pt x="29018" y="52679"/>
                </a:lnTo>
                <a:lnTo>
                  <a:pt x="30357" y="54018"/>
                </a:lnTo>
                <a:lnTo>
                  <a:pt x="31250" y="54018"/>
                </a:lnTo>
                <a:lnTo>
                  <a:pt x="32143" y="54018"/>
                </a:lnTo>
                <a:lnTo>
                  <a:pt x="34375" y="55357"/>
                </a:lnTo>
                <a:lnTo>
                  <a:pt x="36161" y="59821"/>
                </a:lnTo>
                <a:lnTo>
                  <a:pt x="35714" y="60268"/>
                </a:lnTo>
                <a:lnTo>
                  <a:pt x="35268" y="60714"/>
                </a:lnTo>
                <a:lnTo>
                  <a:pt x="35268" y="61607"/>
                </a:lnTo>
                <a:lnTo>
                  <a:pt x="35268" y="62500"/>
                </a:lnTo>
                <a:lnTo>
                  <a:pt x="33482" y="64286"/>
                </a:lnTo>
                <a:lnTo>
                  <a:pt x="36607" y="67411"/>
                </a:lnTo>
                <a:lnTo>
                  <a:pt x="40179" y="65625"/>
                </a:lnTo>
                <a:lnTo>
                  <a:pt x="41071" y="65625"/>
                </a:lnTo>
                <a:lnTo>
                  <a:pt x="41964" y="65625"/>
                </a:lnTo>
                <a:lnTo>
                  <a:pt x="45536" y="67411"/>
                </a:lnTo>
                <a:lnTo>
                  <a:pt x="46875" y="68750"/>
                </a:lnTo>
                <a:lnTo>
                  <a:pt x="48214" y="72768"/>
                </a:lnTo>
                <a:lnTo>
                  <a:pt x="51786" y="72768"/>
                </a:lnTo>
                <a:lnTo>
                  <a:pt x="52679" y="72768"/>
                </a:lnTo>
                <a:lnTo>
                  <a:pt x="53125" y="72321"/>
                </a:lnTo>
                <a:lnTo>
                  <a:pt x="54018" y="69643"/>
                </a:lnTo>
                <a:lnTo>
                  <a:pt x="56250" y="67411"/>
                </a:lnTo>
                <a:lnTo>
                  <a:pt x="59821" y="65625"/>
                </a:lnTo>
                <a:lnTo>
                  <a:pt x="60714" y="65625"/>
                </a:lnTo>
                <a:lnTo>
                  <a:pt x="61607" y="65625"/>
                </a:lnTo>
                <a:lnTo>
                  <a:pt x="65179" y="67411"/>
                </a:lnTo>
                <a:lnTo>
                  <a:pt x="67411" y="65179"/>
                </a:lnTo>
                <a:lnTo>
                  <a:pt x="65625" y="61607"/>
                </a:lnTo>
                <a:lnTo>
                  <a:pt x="65625" y="58929"/>
                </a:lnTo>
                <a:lnTo>
                  <a:pt x="66518" y="57143"/>
                </a:lnTo>
                <a:lnTo>
                  <a:pt x="69643" y="54018"/>
                </a:lnTo>
                <a:lnTo>
                  <a:pt x="70536" y="54018"/>
                </a:lnTo>
                <a:lnTo>
                  <a:pt x="71429" y="54018"/>
                </a:lnTo>
                <a:lnTo>
                  <a:pt x="72768" y="52679"/>
                </a:lnTo>
                <a:lnTo>
                  <a:pt x="72768" y="49107"/>
                </a:lnTo>
                <a:lnTo>
                  <a:pt x="71429" y="47768"/>
                </a:lnTo>
                <a:lnTo>
                  <a:pt x="70536" y="47768"/>
                </a:lnTo>
                <a:lnTo>
                  <a:pt x="69643" y="47768"/>
                </a:lnTo>
                <a:lnTo>
                  <a:pt x="66518" y="44643"/>
                </a:lnTo>
                <a:lnTo>
                  <a:pt x="65625" y="42857"/>
                </a:lnTo>
                <a:lnTo>
                  <a:pt x="65625" y="40179"/>
                </a:lnTo>
                <a:lnTo>
                  <a:pt x="67411" y="36607"/>
                </a:lnTo>
                <a:lnTo>
                  <a:pt x="65179" y="34375"/>
                </a:lnTo>
                <a:lnTo>
                  <a:pt x="64286" y="34375"/>
                </a:lnTo>
                <a:lnTo>
                  <a:pt x="63393" y="34375"/>
                </a:lnTo>
                <a:lnTo>
                  <a:pt x="62946" y="34821"/>
                </a:lnTo>
                <a:lnTo>
                  <a:pt x="62500" y="35268"/>
                </a:lnTo>
                <a:lnTo>
                  <a:pt x="58036" y="35268"/>
                </a:lnTo>
                <a:lnTo>
                  <a:pt x="54018" y="32143"/>
                </a:lnTo>
                <a:lnTo>
                  <a:pt x="54018" y="31250"/>
                </a:lnTo>
                <a:lnTo>
                  <a:pt x="54018" y="30357"/>
                </a:lnTo>
                <a:lnTo>
                  <a:pt x="51786" y="28125"/>
                </a:lnTo>
                <a:lnTo>
                  <a:pt x="49107" y="28125"/>
                </a:lnTo>
                <a:close/>
                <a:moveTo>
                  <a:pt x="48661" y="41964"/>
                </a:moveTo>
                <a:lnTo>
                  <a:pt x="52679" y="41518"/>
                </a:lnTo>
                <a:lnTo>
                  <a:pt x="53125" y="41964"/>
                </a:lnTo>
                <a:lnTo>
                  <a:pt x="53571" y="42411"/>
                </a:lnTo>
                <a:lnTo>
                  <a:pt x="54464" y="42411"/>
                </a:lnTo>
                <a:lnTo>
                  <a:pt x="55357" y="42411"/>
                </a:lnTo>
                <a:lnTo>
                  <a:pt x="59375" y="46429"/>
                </a:lnTo>
                <a:lnTo>
                  <a:pt x="59375" y="47321"/>
                </a:lnTo>
                <a:lnTo>
                  <a:pt x="59375" y="48214"/>
                </a:lnTo>
                <a:lnTo>
                  <a:pt x="59821" y="48661"/>
                </a:lnTo>
                <a:lnTo>
                  <a:pt x="60268" y="49107"/>
                </a:lnTo>
                <a:lnTo>
                  <a:pt x="60268" y="52679"/>
                </a:lnTo>
                <a:lnTo>
                  <a:pt x="59821" y="53125"/>
                </a:lnTo>
                <a:lnTo>
                  <a:pt x="59375" y="53571"/>
                </a:lnTo>
                <a:lnTo>
                  <a:pt x="59375" y="54464"/>
                </a:lnTo>
                <a:lnTo>
                  <a:pt x="59375" y="55357"/>
                </a:lnTo>
                <a:lnTo>
                  <a:pt x="55357" y="59375"/>
                </a:lnTo>
                <a:lnTo>
                  <a:pt x="53571" y="60268"/>
                </a:lnTo>
                <a:lnTo>
                  <a:pt x="48214" y="60268"/>
                </a:lnTo>
                <a:lnTo>
                  <a:pt x="44643" y="58482"/>
                </a:lnTo>
                <a:lnTo>
                  <a:pt x="41518" y="54464"/>
                </a:lnTo>
                <a:lnTo>
                  <a:pt x="41518" y="48214"/>
                </a:lnTo>
                <a:lnTo>
                  <a:pt x="42411" y="46429"/>
                </a:lnTo>
                <a:lnTo>
                  <a:pt x="46429" y="42411"/>
                </a:lnTo>
                <a:lnTo>
                  <a:pt x="48661" y="41964"/>
                </a:lnTo>
                <a:close/>
                <a:moveTo>
                  <a:pt x="48214" y="44196"/>
                </a:moveTo>
                <a:lnTo>
                  <a:pt x="46429" y="45089"/>
                </a:lnTo>
                <a:lnTo>
                  <a:pt x="44196" y="48214"/>
                </a:lnTo>
                <a:lnTo>
                  <a:pt x="44196" y="53571"/>
                </a:lnTo>
                <a:lnTo>
                  <a:pt x="47321" y="57589"/>
                </a:lnTo>
                <a:lnTo>
                  <a:pt x="48214" y="57589"/>
                </a:lnTo>
                <a:lnTo>
                  <a:pt x="49107" y="57589"/>
                </a:lnTo>
                <a:lnTo>
                  <a:pt x="49554" y="58036"/>
                </a:lnTo>
                <a:lnTo>
                  <a:pt x="50000" y="58482"/>
                </a:lnTo>
                <a:lnTo>
                  <a:pt x="50893" y="58482"/>
                </a:lnTo>
                <a:lnTo>
                  <a:pt x="51786" y="58482"/>
                </a:lnTo>
                <a:lnTo>
                  <a:pt x="52232" y="58036"/>
                </a:lnTo>
                <a:lnTo>
                  <a:pt x="52679" y="57589"/>
                </a:lnTo>
                <a:lnTo>
                  <a:pt x="55357" y="56696"/>
                </a:lnTo>
                <a:lnTo>
                  <a:pt x="56696" y="55357"/>
                </a:lnTo>
                <a:lnTo>
                  <a:pt x="57589" y="53571"/>
                </a:lnTo>
                <a:lnTo>
                  <a:pt x="57589" y="49107"/>
                </a:lnTo>
                <a:lnTo>
                  <a:pt x="56696" y="47321"/>
                </a:lnTo>
                <a:lnTo>
                  <a:pt x="53571" y="44196"/>
                </a:lnTo>
                <a:lnTo>
                  <a:pt x="48214" y="441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9921240" y="2002536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6200" dirty="0"/>
          </a:p>
        </p:txBody>
      </p:sp>
      <p:sp>
        <p:nvSpPr>
          <p:cNvPr id="20" name="Text 16"/>
          <p:cNvSpPr/>
          <p:nvPr/>
        </p:nvSpPr>
        <p:spPr>
          <a:xfrm>
            <a:off x="9921240" y="2843784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composantes retenues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595360" y="3364992"/>
            <a:ext cx="3346704" cy="1600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823960" y="3730752"/>
            <a:ext cx="950976" cy="95097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VECTOR_pie_30"/>
          <p:cNvSpPr/>
          <p:nvPr/>
        </p:nvSpPr>
        <p:spPr>
          <a:xfrm>
            <a:off x="8823960" y="3730752"/>
            <a:ext cx="950976" cy="950976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57836" y="28358"/>
                </a:moveTo>
                <a:lnTo>
                  <a:pt x="59701" y="27985"/>
                </a:lnTo>
                <a:lnTo>
                  <a:pt x="60821" y="29104"/>
                </a:lnTo>
                <a:lnTo>
                  <a:pt x="60821" y="51493"/>
                </a:lnTo>
                <a:lnTo>
                  <a:pt x="61194" y="51866"/>
                </a:lnTo>
                <a:lnTo>
                  <a:pt x="84328" y="51866"/>
                </a:lnTo>
                <a:lnTo>
                  <a:pt x="84701" y="52239"/>
                </a:lnTo>
                <a:lnTo>
                  <a:pt x="84701" y="57463"/>
                </a:lnTo>
                <a:lnTo>
                  <a:pt x="84328" y="57836"/>
                </a:lnTo>
                <a:lnTo>
                  <a:pt x="83955" y="58209"/>
                </a:lnTo>
                <a:lnTo>
                  <a:pt x="83955" y="60448"/>
                </a:lnTo>
                <a:lnTo>
                  <a:pt x="83582" y="60821"/>
                </a:lnTo>
                <a:lnTo>
                  <a:pt x="83209" y="61194"/>
                </a:lnTo>
                <a:lnTo>
                  <a:pt x="83209" y="61940"/>
                </a:lnTo>
                <a:lnTo>
                  <a:pt x="83209" y="62687"/>
                </a:lnTo>
                <a:lnTo>
                  <a:pt x="80970" y="67164"/>
                </a:lnTo>
                <a:lnTo>
                  <a:pt x="78731" y="69403"/>
                </a:lnTo>
                <a:lnTo>
                  <a:pt x="78731" y="70149"/>
                </a:lnTo>
                <a:lnTo>
                  <a:pt x="76119" y="72761"/>
                </a:lnTo>
                <a:lnTo>
                  <a:pt x="75373" y="72761"/>
                </a:lnTo>
                <a:lnTo>
                  <a:pt x="71642" y="75746"/>
                </a:lnTo>
                <a:lnTo>
                  <a:pt x="70149" y="76493"/>
                </a:lnTo>
                <a:lnTo>
                  <a:pt x="69403" y="76493"/>
                </a:lnTo>
                <a:lnTo>
                  <a:pt x="68657" y="76493"/>
                </a:lnTo>
                <a:lnTo>
                  <a:pt x="66418" y="77985"/>
                </a:lnTo>
                <a:lnTo>
                  <a:pt x="63433" y="77985"/>
                </a:lnTo>
                <a:lnTo>
                  <a:pt x="61940" y="78731"/>
                </a:lnTo>
                <a:lnTo>
                  <a:pt x="57463" y="78731"/>
                </a:lnTo>
                <a:lnTo>
                  <a:pt x="57090" y="78358"/>
                </a:lnTo>
                <a:lnTo>
                  <a:pt x="56716" y="77985"/>
                </a:lnTo>
                <a:lnTo>
                  <a:pt x="53731" y="77985"/>
                </a:lnTo>
                <a:lnTo>
                  <a:pt x="53358" y="77612"/>
                </a:lnTo>
                <a:lnTo>
                  <a:pt x="52985" y="77239"/>
                </a:lnTo>
                <a:lnTo>
                  <a:pt x="49254" y="76493"/>
                </a:lnTo>
                <a:lnTo>
                  <a:pt x="46269" y="74254"/>
                </a:lnTo>
                <a:lnTo>
                  <a:pt x="45522" y="74254"/>
                </a:lnTo>
                <a:lnTo>
                  <a:pt x="39179" y="67910"/>
                </a:lnTo>
                <a:lnTo>
                  <a:pt x="39179" y="67164"/>
                </a:lnTo>
                <a:lnTo>
                  <a:pt x="37687" y="65672"/>
                </a:lnTo>
                <a:lnTo>
                  <a:pt x="37687" y="64925"/>
                </a:lnTo>
                <a:lnTo>
                  <a:pt x="37687" y="64179"/>
                </a:lnTo>
                <a:lnTo>
                  <a:pt x="36194" y="61940"/>
                </a:lnTo>
                <a:lnTo>
                  <a:pt x="36194" y="61194"/>
                </a:lnTo>
                <a:lnTo>
                  <a:pt x="36194" y="60448"/>
                </a:lnTo>
                <a:lnTo>
                  <a:pt x="35821" y="60075"/>
                </a:lnTo>
                <a:lnTo>
                  <a:pt x="35448" y="59701"/>
                </a:lnTo>
                <a:lnTo>
                  <a:pt x="35448" y="57463"/>
                </a:lnTo>
                <a:lnTo>
                  <a:pt x="35075" y="57090"/>
                </a:lnTo>
                <a:lnTo>
                  <a:pt x="34701" y="56716"/>
                </a:lnTo>
                <a:lnTo>
                  <a:pt x="34701" y="49254"/>
                </a:lnTo>
                <a:lnTo>
                  <a:pt x="35075" y="48881"/>
                </a:lnTo>
                <a:lnTo>
                  <a:pt x="35448" y="48507"/>
                </a:lnTo>
                <a:lnTo>
                  <a:pt x="35448" y="46269"/>
                </a:lnTo>
                <a:lnTo>
                  <a:pt x="35821" y="45896"/>
                </a:lnTo>
                <a:lnTo>
                  <a:pt x="36194" y="45522"/>
                </a:lnTo>
                <a:lnTo>
                  <a:pt x="36194" y="44776"/>
                </a:lnTo>
                <a:lnTo>
                  <a:pt x="36194" y="44030"/>
                </a:lnTo>
                <a:lnTo>
                  <a:pt x="38433" y="39552"/>
                </a:lnTo>
                <a:lnTo>
                  <a:pt x="46269" y="31716"/>
                </a:lnTo>
                <a:lnTo>
                  <a:pt x="50746" y="29478"/>
                </a:lnTo>
                <a:lnTo>
                  <a:pt x="51493" y="29478"/>
                </a:lnTo>
                <a:lnTo>
                  <a:pt x="52239" y="29478"/>
                </a:lnTo>
                <a:lnTo>
                  <a:pt x="52612" y="29104"/>
                </a:lnTo>
                <a:lnTo>
                  <a:pt x="52985" y="28731"/>
                </a:lnTo>
                <a:lnTo>
                  <a:pt x="57463" y="28731"/>
                </a:lnTo>
                <a:lnTo>
                  <a:pt x="57836" y="28358"/>
                </a:lnTo>
                <a:close/>
                <a:moveTo>
                  <a:pt x="56716" y="30224"/>
                </a:moveTo>
                <a:lnTo>
                  <a:pt x="56343" y="30597"/>
                </a:lnTo>
                <a:lnTo>
                  <a:pt x="55970" y="30970"/>
                </a:lnTo>
                <a:lnTo>
                  <a:pt x="53731" y="30970"/>
                </a:lnTo>
                <a:lnTo>
                  <a:pt x="53358" y="31343"/>
                </a:lnTo>
                <a:lnTo>
                  <a:pt x="52985" y="31716"/>
                </a:lnTo>
                <a:lnTo>
                  <a:pt x="52239" y="31716"/>
                </a:lnTo>
                <a:lnTo>
                  <a:pt x="51493" y="31716"/>
                </a:lnTo>
                <a:lnTo>
                  <a:pt x="48507" y="33209"/>
                </a:lnTo>
                <a:lnTo>
                  <a:pt x="47015" y="34701"/>
                </a:lnTo>
                <a:lnTo>
                  <a:pt x="46269" y="34701"/>
                </a:lnTo>
                <a:lnTo>
                  <a:pt x="41418" y="39552"/>
                </a:lnTo>
                <a:lnTo>
                  <a:pt x="40672" y="41791"/>
                </a:lnTo>
                <a:lnTo>
                  <a:pt x="39179" y="43284"/>
                </a:lnTo>
                <a:lnTo>
                  <a:pt x="39179" y="44030"/>
                </a:lnTo>
                <a:lnTo>
                  <a:pt x="39179" y="44776"/>
                </a:lnTo>
                <a:lnTo>
                  <a:pt x="37687" y="47761"/>
                </a:lnTo>
                <a:lnTo>
                  <a:pt x="37687" y="51493"/>
                </a:lnTo>
                <a:lnTo>
                  <a:pt x="37313" y="51866"/>
                </a:lnTo>
                <a:lnTo>
                  <a:pt x="36940" y="52239"/>
                </a:lnTo>
                <a:lnTo>
                  <a:pt x="36940" y="55224"/>
                </a:lnTo>
                <a:lnTo>
                  <a:pt x="37313" y="55597"/>
                </a:lnTo>
                <a:lnTo>
                  <a:pt x="37687" y="55970"/>
                </a:lnTo>
                <a:lnTo>
                  <a:pt x="37687" y="58955"/>
                </a:lnTo>
                <a:lnTo>
                  <a:pt x="38060" y="59328"/>
                </a:lnTo>
                <a:lnTo>
                  <a:pt x="38433" y="59701"/>
                </a:lnTo>
                <a:lnTo>
                  <a:pt x="38433" y="60448"/>
                </a:lnTo>
                <a:lnTo>
                  <a:pt x="38433" y="61194"/>
                </a:lnTo>
                <a:lnTo>
                  <a:pt x="40672" y="65672"/>
                </a:lnTo>
                <a:lnTo>
                  <a:pt x="43657" y="68657"/>
                </a:lnTo>
                <a:lnTo>
                  <a:pt x="43657" y="69403"/>
                </a:lnTo>
                <a:lnTo>
                  <a:pt x="44776" y="70522"/>
                </a:lnTo>
                <a:lnTo>
                  <a:pt x="45522" y="70522"/>
                </a:lnTo>
                <a:lnTo>
                  <a:pt x="47761" y="72761"/>
                </a:lnTo>
                <a:lnTo>
                  <a:pt x="52239" y="75000"/>
                </a:lnTo>
                <a:lnTo>
                  <a:pt x="52985" y="75000"/>
                </a:lnTo>
                <a:lnTo>
                  <a:pt x="53731" y="75000"/>
                </a:lnTo>
                <a:lnTo>
                  <a:pt x="54104" y="75373"/>
                </a:lnTo>
                <a:lnTo>
                  <a:pt x="54478" y="75746"/>
                </a:lnTo>
                <a:lnTo>
                  <a:pt x="57463" y="75746"/>
                </a:lnTo>
                <a:lnTo>
                  <a:pt x="57836" y="76119"/>
                </a:lnTo>
                <a:lnTo>
                  <a:pt x="58209" y="76493"/>
                </a:lnTo>
                <a:lnTo>
                  <a:pt x="61194" y="76493"/>
                </a:lnTo>
                <a:lnTo>
                  <a:pt x="61567" y="76119"/>
                </a:lnTo>
                <a:lnTo>
                  <a:pt x="61940" y="75746"/>
                </a:lnTo>
                <a:lnTo>
                  <a:pt x="65672" y="75746"/>
                </a:lnTo>
                <a:lnTo>
                  <a:pt x="66045" y="75373"/>
                </a:lnTo>
                <a:lnTo>
                  <a:pt x="66418" y="75000"/>
                </a:lnTo>
                <a:lnTo>
                  <a:pt x="67164" y="75000"/>
                </a:lnTo>
                <a:lnTo>
                  <a:pt x="67910" y="75000"/>
                </a:lnTo>
                <a:lnTo>
                  <a:pt x="70896" y="73507"/>
                </a:lnTo>
                <a:lnTo>
                  <a:pt x="73134" y="71269"/>
                </a:lnTo>
                <a:lnTo>
                  <a:pt x="73881" y="71269"/>
                </a:lnTo>
                <a:lnTo>
                  <a:pt x="79478" y="64925"/>
                </a:lnTo>
                <a:lnTo>
                  <a:pt x="80970" y="61940"/>
                </a:lnTo>
                <a:lnTo>
                  <a:pt x="80970" y="61194"/>
                </a:lnTo>
                <a:lnTo>
                  <a:pt x="80970" y="60448"/>
                </a:lnTo>
                <a:lnTo>
                  <a:pt x="81343" y="60075"/>
                </a:lnTo>
                <a:lnTo>
                  <a:pt x="81716" y="59701"/>
                </a:lnTo>
                <a:lnTo>
                  <a:pt x="81716" y="56716"/>
                </a:lnTo>
                <a:lnTo>
                  <a:pt x="82463" y="55224"/>
                </a:lnTo>
                <a:lnTo>
                  <a:pt x="81343" y="54104"/>
                </a:lnTo>
                <a:lnTo>
                  <a:pt x="58955" y="54104"/>
                </a:lnTo>
                <a:lnTo>
                  <a:pt x="58582" y="53731"/>
                </a:lnTo>
                <a:lnTo>
                  <a:pt x="58582" y="30597"/>
                </a:lnTo>
                <a:lnTo>
                  <a:pt x="56716" y="302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9921240" y="3694176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61 %</a:t>
            </a:r>
            <a:endParaRPr lang="en-US" sz="6200" dirty="0"/>
          </a:p>
        </p:txBody>
      </p:sp>
      <p:sp>
        <p:nvSpPr>
          <p:cNvPr id="25" name="Text 21"/>
          <p:cNvSpPr/>
          <p:nvPr/>
        </p:nvSpPr>
        <p:spPr>
          <a:xfrm>
            <a:off x="9921240" y="4535424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 la variance totale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595360" y="5065776"/>
            <a:ext cx="3346704" cy="12801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8778240" y="5321808"/>
            <a:ext cx="777240" cy="7772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VECTOR_scales_31"/>
          <p:cNvSpPr/>
          <p:nvPr/>
        </p:nvSpPr>
        <p:spPr>
          <a:xfrm>
            <a:off x="8778240" y="5321808"/>
            <a:ext cx="777240" cy="7772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59328" y="19403"/>
                </a:moveTo>
                <a:lnTo>
                  <a:pt x="59701" y="19030"/>
                </a:lnTo>
                <a:lnTo>
                  <a:pt x="60821" y="20149"/>
                </a:lnTo>
                <a:lnTo>
                  <a:pt x="60821" y="24627"/>
                </a:lnTo>
                <a:lnTo>
                  <a:pt x="61940" y="25746"/>
                </a:lnTo>
                <a:lnTo>
                  <a:pt x="62687" y="25746"/>
                </a:lnTo>
                <a:lnTo>
                  <a:pt x="64925" y="28731"/>
                </a:lnTo>
                <a:lnTo>
                  <a:pt x="81343" y="28731"/>
                </a:lnTo>
                <a:lnTo>
                  <a:pt x="81716" y="29104"/>
                </a:lnTo>
                <a:lnTo>
                  <a:pt x="81716" y="29851"/>
                </a:lnTo>
                <a:lnTo>
                  <a:pt x="80224" y="30597"/>
                </a:lnTo>
                <a:lnTo>
                  <a:pt x="80224" y="31343"/>
                </a:lnTo>
                <a:lnTo>
                  <a:pt x="80224" y="32090"/>
                </a:lnTo>
                <a:lnTo>
                  <a:pt x="80597" y="32463"/>
                </a:lnTo>
                <a:lnTo>
                  <a:pt x="80970" y="32836"/>
                </a:lnTo>
                <a:lnTo>
                  <a:pt x="81716" y="36567"/>
                </a:lnTo>
                <a:lnTo>
                  <a:pt x="86194" y="45522"/>
                </a:lnTo>
                <a:lnTo>
                  <a:pt x="86940" y="49254"/>
                </a:lnTo>
                <a:lnTo>
                  <a:pt x="88433" y="51493"/>
                </a:lnTo>
                <a:lnTo>
                  <a:pt x="88433" y="54478"/>
                </a:lnTo>
                <a:lnTo>
                  <a:pt x="87687" y="55970"/>
                </a:lnTo>
                <a:lnTo>
                  <a:pt x="85821" y="57836"/>
                </a:lnTo>
                <a:lnTo>
                  <a:pt x="82836" y="59328"/>
                </a:lnTo>
                <a:lnTo>
                  <a:pt x="82090" y="59328"/>
                </a:lnTo>
                <a:lnTo>
                  <a:pt x="81343" y="59328"/>
                </a:lnTo>
                <a:lnTo>
                  <a:pt x="80970" y="59701"/>
                </a:lnTo>
                <a:lnTo>
                  <a:pt x="80597" y="60075"/>
                </a:lnTo>
                <a:lnTo>
                  <a:pt x="75373" y="60075"/>
                </a:lnTo>
                <a:lnTo>
                  <a:pt x="70896" y="57836"/>
                </a:lnTo>
                <a:lnTo>
                  <a:pt x="68284" y="54478"/>
                </a:lnTo>
                <a:lnTo>
                  <a:pt x="68284" y="51493"/>
                </a:lnTo>
                <a:lnTo>
                  <a:pt x="70522" y="47015"/>
                </a:lnTo>
                <a:lnTo>
                  <a:pt x="70522" y="46269"/>
                </a:lnTo>
                <a:lnTo>
                  <a:pt x="70522" y="45522"/>
                </a:lnTo>
                <a:lnTo>
                  <a:pt x="72015" y="43284"/>
                </a:lnTo>
                <a:lnTo>
                  <a:pt x="72015" y="42537"/>
                </a:lnTo>
                <a:lnTo>
                  <a:pt x="72015" y="41791"/>
                </a:lnTo>
                <a:lnTo>
                  <a:pt x="74254" y="38060"/>
                </a:lnTo>
                <a:lnTo>
                  <a:pt x="74254" y="37313"/>
                </a:lnTo>
                <a:lnTo>
                  <a:pt x="74254" y="36567"/>
                </a:lnTo>
                <a:lnTo>
                  <a:pt x="75746" y="34328"/>
                </a:lnTo>
                <a:lnTo>
                  <a:pt x="76493" y="30597"/>
                </a:lnTo>
                <a:lnTo>
                  <a:pt x="76119" y="30224"/>
                </a:lnTo>
                <a:lnTo>
                  <a:pt x="64925" y="30224"/>
                </a:lnTo>
                <a:lnTo>
                  <a:pt x="63433" y="32463"/>
                </a:lnTo>
                <a:lnTo>
                  <a:pt x="60821" y="33582"/>
                </a:lnTo>
                <a:lnTo>
                  <a:pt x="60821" y="68657"/>
                </a:lnTo>
                <a:lnTo>
                  <a:pt x="61194" y="69030"/>
                </a:lnTo>
                <a:lnTo>
                  <a:pt x="71642" y="69030"/>
                </a:lnTo>
                <a:lnTo>
                  <a:pt x="72761" y="70149"/>
                </a:lnTo>
                <a:lnTo>
                  <a:pt x="72761" y="70896"/>
                </a:lnTo>
                <a:lnTo>
                  <a:pt x="72388" y="71269"/>
                </a:lnTo>
                <a:lnTo>
                  <a:pt x="59701" y="71269"/>
                </a:lnTo>
                <a:lnTo>
                  <a:pt x="47761" y="71269"/>
                </a:lnTo>
                <a:lnTo>
                  <a:pt x="47388" y="70896"/>
                </a:lnTo>
                <a:lnTo>
                  <a:pt x="47761" y="69030"/>
                </a:lnTo>
                <a:lnTo>
                  <a:pt x="58209" y="69030"/>
                </a:lnTo>
                <a:lnTo>
                  <a:pt x="58582" y="68657"/>
                </a:lnTo>
                <a:lnTo>
                  <a:pt x="58582" y="33582"/>
                </a:lnTo>
                <a:lnTo>
                  <a:pt x="58209" y="33209"/>
                </a:lnTo>
                <a:lnTo>
                  <a:pt x="57463" y="33209"/>
                </a:lnTo>
                <a:lnTo>
                  <a:pt x="55597" y="31343"/>
                </a:lnTo>
                <a:lnTo>
                  <a:pt x="55597" y="30597"/>
                </a:lnTo>
                <a:lnTo>
                  <a:pt x="55224" y="30224"/>
                </a:lnTo>
                <a:lnTo>
                  <a:pt x="44030" y="30224"/>
                </a:lnTo>
                <a:lnTo>
                  <a:pt x="42910" y="31343"/>
                </a:lnTo>
                <a:lnTo>
                  <a:pt x="43284" y="31716"/>
                </a:lnTo>
                <a:lnTo>
                  <a:pt x="43657" y="32090"/>
                </a:lnTo>
                <a:lnTo>
                  <a:pt x="44403" y="35821"/>
                </a:lnTo>
                <a:lnTo>
                  <a:pt x="45896" y="38060"/>
                </a:lnTo>
                <a:lnTo>
                  <a:pt x="45896" y="38806"/>
                </a:lnTo>
                <a:lnTo>
                  <a:pt x="45896" y="39552"/>
                </a:lnTo>
                <a:lnTo>
                  <a:pt x="49627" y="47015"/>
                </a:lnTo>
                <a:lnTo>
                  <a:pt x="49627" y="47761"/>
                </a:lnTo>
                <a:lnTo>
                  <a:pt x="49627" y="48507"/>
                </a:lnTo>
                <a:lnTo>
                  <a:pt x="51866" y="52239"/>
                </a:lnTo>
                <a:lnTo>
                  <a:pt x="51493" y="52612"/>
                </a:lnTo>
                <a:lnTo>
                  <a:pt x="51119" y="52985"/>
                </a:lnTo>
                <a:lnTo>
                  <a:pt x="51119" y="53731"/>
                </a:lnTo>
                <a:lnTo>
                  <a:pt x="51119" y="54478"/>
                </a:lnTo>
                <a:lnTo>
                  <a:pt x="50373" y="55970"/>
                </a:lnTo>
                <a:lnTo>
                  <a:pt x="48507" y="57836"/>
                </a:lnTo>
                <a:lnTo>
                  <a:pt x="47761" y="57836"/>
                </a:lnTo>
                <a:lnTo>
                  <a:pt x="46269" y="59328"/>
                </a:lnTo>
                <a:lnTo>
                  <a:pt x="44030" y="59328"/>
                </a:lnTo>
                <a:lnTo>
                  <a:pt x="43657" y="59701"/>
                </a:lnTo>
                <a:lnTo>
                  <a:pt x="43284" y="60075"/>
                </a:lnTo>
                <a:lnTo>
                  <a:pt x="38060" y="60075"/>
                </a:lnTo>
                <a:lnTo>
                  <a:pt x="37687" y="59701"/>
                </a:lnTo>
                <a:lnTo>
                  <a:pt x="37313" y="59328"/>
                </a:lnTo>
                <a:lnTo>
                  <a:pt x="36567" y="59328"/>
                </a:lnTo>
                <a:lnTo>
                  <a:pt x="35821" y="59328"/>
                </a:lnTo>
                <a:lnTo>
                  <a:pt x="31716" y="55224"/>
                </a:lnTo>
                <a:lnTo>
                  <a:pt x="30970" y="53731"/>
                </a:lnTo>
                <a:lnTo>
                  <a:pt x="30970" y="51493"/>
                </a:lnTo>
                <a:lnTo>
                  <a:pt x="33209" y="47761"/>
                </a:lnTo>
                <a:lnTo>
                  <a:pt x="33955" y="44030"/>
                </a:lnTo>
                <a:lnTo>
                  <a:pt x="36194" y="40299"/>
                </a:lnTo>
                <a:lnTo>
                  <a:pt x="36194" y="39552"/>
                </a:lnTo>
                <a:lnTo>
                  <a:pt x="36194" y="38806"/>
                </a:lnTo>
                <a:lnTo>
                  <a:pt x="39179" y="32836"/>
                </a:lnTo>
                <a:lnTo>
                  <a:pt x="39179" y="30597"/>
                </a:lnTo>
                <a:lnTo>
                  <a:pt x="38806" y="30224"/>
                </a:lnTo>
                <a:lnTo>
                  <a:pt x="38060" y="30224"/>
                </a:lnTo>
                <a:lnTo>
                  <a:pt x="37687" y="29851"/>
                </a:lnTo>
                <a:lnTo>
                  <a:pt x="37687" y="29104"/>
                </a:lnTo>
                <a:lnTo>
                  <a:pt x="38806" y="27985"/>
                </a:lnTo>
                <a:lnTo>
                  <a:pt x="46269" y="27985"/>
                </a:lnTo>
                <a:lnTo>
                  <a:pt x="46642" y="28358"/>
                </a:lnTo>
                <a:lnTo>
                  <a:pt x="47015" y="28731"/>
                </a:lnTo>
                <a:lnTo>
                  <a:pt x="54478" y="28731"/>
                </a:lnTo>
                <a:lnTo>
                  <a:pt x="58582" y="24627"/>
                </a:lnTo>
                <a:lnTo>
                  <a:pt x="58582" y="20149"/>
                </a:lnTo>
                <a:lnTo>
                  <a:pt x="58955" y="19776"/>
                </a:lnTo>
                <a:lnTo>
                  <a:pt x="59328" y="19403"/>
                </a:lnTo>
                <a:close/>
                <a:moveTo>
                  <a:pt x="58955" y="27239"/>
                </a:moveTo>
                <a:lnTo>
                  <a:pt x="57836" y="28358"/>
                </a:lnTo>
                <a:lnTo>
                  <a:pt x="57836" y="30597"/>
                </a:lnTo>
                <a:lnTo>
                  <a:pt x="58955" y="31716"/>
                </a:lnTo>
                <a:lnTo>
                  <a:pt x="61194" y="31716"/>
                </a:lnTo>
                <a:lnTo>
                  <a:pt x="62313" y="29104"/>
                </a:lnTo>
                <a:lnTo>
                  <a:pt x="61194" y="27239"/>
                </a:lnTo>
                <a:lnTo>
                  <a:pt x="58955" y="27239"/>
                </a:lnTo>
                <a:close/>
                <a:moveTo>
                  <a:pt x="41045" y="33955"/>
                </a:moveTo>
                <a:lnTo>
                  <a:pt x="39925" y="35821"/>
                </a:lnTo>
                <a:lnTo>
                  <a:pt x="39925" y="36567"/>
                </a:lnTo>
                <a:lnTo>
                  <a:pt x="39925" y="37313"/>
                </a:lnTo>
                <a:lnTo>
                  <a:pt x="37687" y="41045"/>
                </a:lnTo>
                <a:lnTo>
                  <a:pt x="37687" y="41791"/>
                </a:lnTo>
                <a:lnTo>
                  <a:pt x="37687" y="42537"/>
                </a:lnTo>
                <a:lnTo>
                  <a:pt x="36194" y="44776"/>
                </a:lnTo>
                <a:lnTo>
                  <a:pt x="36194" y="45522"/>
                </a:lnTo>
                <a:lnTo>
                  <a:pt x="36194" y="46269"/>
                </a:lnTo>
                <a:lnTo>
                  <a:pt x="33955" y="50000"/>
                </a:lnTo>
                <a:lnTo>
                  <a:pt x="33955" y="50746"/>
                </a:lnTo>
                <a:lnTo>
                  <a:pt x="34328" y="51119"/>
                </a:lnTo>
                <a:lnTo>
                  <a:pt x="41045" y="51119"/>
                </a:lnTo>
                <a:lnTo>
                  <a:pt x="47761" y="51119"/>
                </a:lnTo>
                <a:lnTo>
                  <a:pt x="48134" y="50746"/>
                </a:lnTo>
                <a:lnTo>
                  <a:pt x="47388" y="49254"/>
                </a:lnTo>
                <a:lnTo>
                  <a:pt x="47388" y="48507"/>
                </a:lnTo>
                <a:lnTo>
                  <a:pt x="47388" y="47761"/>
                </a:lnTo>
                <a:lnTo>
                  <a:pt x="45896" y="45522"/>
                </a:lnTo>
                <a:lnTo>
                  <a:pt x="45896" y="44776"/>
                </a:lnTo>
                <a:lnTo>
                  <a:pt x="45896" y="44030"/>
                </a:lnTo>
                <a:lnTo>
                  <a:pt x="44403" y="41791"/>
                </a:lnTo>
                <a:lnTo>
                  <a:pt x="44403" y="41045"/>
                </a:lnTo>
                <a:lnTo>
                  <a:pt x="44403" y="40299"/>
                </a:lnTo>
                <a:lnTo>
                  <a:pt x="42910" y="38060"/>
                </a:lnTo>
                <a:lnTo>
                  <a:pt x="42910" y="37313"/>
                </a:lnTo>
                <a:lnTo>
                  <a:pt x="42910" y="36567"/>
                </a:lnTo>
                <a:lnTo>
                  <a:pt x="41045" y="33955"/>
                </a:lnTo>
                <a:close/>
                <a:moveTo>
                  <a:pt x="78358" y="33955"/>
                </a:moveTo>
                <a:lnTo>
                  <a:pt x="75746" y="38806"/>
                </a:lnTo>
                <a:lnTo>
                  <a:pt x="75746" y="39552"/>
                </a:lnTo>
                <a:lnTo>
                  <a:pt x="75746" y="40299"/>
                </a:lnTo>
                <a:lnTo>
                  <a:pt x="72761" y="46269"/>
                </a:lnTo>
                <a:lnTo>
                  <a:pt x="72761" y="47015"/>
                </a:lnTo>
                <a:lnTo>
                  <a:pt x="72761" y="47761"/>
                </a:lnTo>
                <a:lnTo>
                  <a:pt x="71269" y="50000"/>
                </a:lnTo>
                <a:lnTo>
                  <a:pt x="71269" y="50746"/>
                </a:lnTo>
                <a:lnTo>
                  <a:pt x="71642" y="51119"/>
                </a:lnTo>
                <a:lnTo>
                  <a:pt x="78358" y="51119"/>
                </a:lnTo>
                <a:lnTo>
                  <a:pt x="85075" y="51119"/>
                </a:lnTo>
                <a:lnTo>
                  <a:pt x="85448" y="50746"/>
                </a:lnTo>
                <a:lnTo>
                  <a:pt x="83955" y="47761"/>
                </a:lnTo>
                <a:lnTo>
                  <a:pt x="83955" y="47015"/>
                </a:lnTo>
                <a:lnTo>
                  <a:pt x="83955" y="46269"/>
                </a:lnTo>
                <a:lnTo>
                  <a:pt x="82463" y="44030"/>
                </a:lnTo>
                <a:lnTo>
                  <a:pt x="82463" y="43284"/>
                </a:lnTo>
                <a:lnTo>
                  <a:pt x="82463" y="42537"/>
                </a:lnTo>
                <a:lnTo>
                  <a:pt x="80970" y="40299"/>
                </a:lnTo>
                <a:lnTo>
                  <a:pt x="80970" y="39552"/>
                </a:lnTo>
                <a:lnTo>
                  <a:pt x="80970" y="38806"/>
                </a:lnTo>
                <a:lnTo>
                  <a:pt x="78358" y="33955"/>
                </a:lnTo>
                <a:close/>
                <a:moveTo>
                  <a:pt x="34328" y="53358"/>
                </a:moveTo>
                <a:lnTo>
                  <a:pt x="33955" y="53731"/>
                </a:lnTo>
                <a:lnTo>
                  <a:pt x="33955" y="54478"/>
                </a:lnTo>
                <a:lnTo>
                  <a:pt x="35821" y="56343"/>
                </a:lnTo>
                <a:lnTo>
                  <a:pt x="37313" y="57090"/>
                </a:lnTo>
                <a:lnTo>
                  <a:pt x="38060" y="57090"/>
                </a:lnTo>
                <a:lnTo>
                  <a:pt x="38806" y="57090"/>
                </a:lnTo>
                <a:lnTo>
                  <a:pt x="39179" y="57463"/>
                </a:lnTo>
                <a:lnTo>
                  <a:pt x="39552" y="57836"/>
                </a:lnTo>
                <a:lnTo>
                  <a:pt x="43284" y="57836"/>
                </a:lnTo>
                <a:lnTo>
                  <a:pt x="46269" y="56343"/>
                </a:lnTo>
                <a:lnTo>
                  <a:pt x="48134" y="54478"/>
                </a:lnTo>
                <a:lnTo>
                  <a:pt x="48134" y="53731"/>
                </a:lnTo>
                <a:lnTo>
                  <a:pt x="47761" y="53358"/>
                </a:lnTo>
                <a:lnTo>
                  <a:pt x="34328" y="53358"/>
                </a:lnTo>
                <a:close/>
                <a:moveTo>
                  <a:pt x="71642" y="53358"/>
                </a:moveTo>
                <a:lnTo>
                  <a:pt x="71269" y="53731"/>
                </a:lnTo>
                <a:lnTo>
                  <a:pt x="71269" y="54478"/>
                </a:lnTo>
                <a:lnTo>
                  <a:pt x="73881" y="57090"/>
                </a:lnTo>
                <a:lnTo>
                  <a:pt x="74627" y="57090"/>
                </a:lnTo>
                <a:lnTo>
                  <a:pt x="75373" y="57090"/>
                </a:lnTo>
                <a:lnTo>
                  <a:pt x="75746" y="57463"/>
                </a:lnTo>
                <a:lnTo>
                  <a:pt x="76119" y="57836"/>
                </a:lnTo>
                <a:lnTo>
                  <a:pt x="80597" y="57836"/>
                </a:lnTo>
                <a:lnTo>
                  <a:pt x="83582" y="56343"/>
                </a:lnTo>
                <a:lnTo>
                  <a:pt x="85448" y="54478"/>
                </a:lnTo>
                <a:lnTo>
                  <a:pt x="85448" y="53731"/>
                </a:lnTo>
                <a:lnTo>
                  <a:pt x="85075" y="53358"/>
                </a:lnTo>
                <a:lnTo>
                  <a:pt x="71642" y="533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9646920" y="5239512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Représentation réduite 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61,0 % de variance conservée.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La vue 3D montre 3 axes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(55,3 % de la variance).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07. CHOIX DU NOMBRE DE CLUSTERS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Quatre groupes sont étudiés pour détailler les profils ; leur utilité commerciale reste à valider.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695902547"/>
              </p:ext>
            </p:extLst>
          </p:nvPr>
        </p:nvGraphicFramePr>
        <p:xfrm>
          <a:off x="365760" y="1755648"/>
          <a:ext cx="786384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3639312" y="2313432"/>
            <a:ext cx="0" cy="3456432"/>
          </a:xfrm>
          <a:prstGeom prst="line">
            <a:avLst/>
          </a:prstGeom>
          <a:noFill/>
          <a:ln w="21590">
            <a:solidFill>
              <a:srgbClr val="1D4ED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3767328" y="243230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k = 4 retenu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412480" y="1682496"/>
            <a:ext cx="3557016" cy="2148840"/>
          </a:xfrm>
          <a:prstGeom prst="roundRect">
            <a:avLst>
              <a:gd name="adj" fmla="val 595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9592056" y="1938528"/>
            <a:ext cx="13075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400" dirty="0"/>
          </a:p>
        </p:txBody>
      </p:sp>
      <p:sp>
        <p:nvSpPr>
          <p:cNvPr id="12" name="Text 8"/>
          <p:cNvSpPr/>
          <p:nvPr/>
        </p:nvSpPr>
        <p:spPr>
          <a:xfrm>
            <a:off x="8750808" y="3191256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clusters retenus</a:t>
            </a:r>
            <a:endParaRPr lang="en-US" sz="2300" dirty="0"/>
          </a:p>
        </p:txBody>
      </p:sp>
      <p:sp>
        <p:nvSpPr>
          <p:cNvPr id="13" name="Shape 9"/>
          <p:cNvSpPr/>
          <p:nvPr/>
        </p:nvSpPr>
        <p:spPr>
          <a:xfrm>
            <a:off x="8412480" y="3931920"/>
            <a:ext cx="3557016" cy="2404872"/>
          </a:xfrm>
          <a:prstGeom prst="roundRect">
            <a:avLst>
              <a:gd name="adj" fmla="val 5323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8613648" y="4215384"/>
            <a:ext cx="905256" cy="90525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VECTOR_hierarchy_32"/>
          <p:cNvSpPr/>
          <p:nvPr/>
        </p:nvSpPr>
        <p:spPr>
          <a:xfrm>
            <a:off x="8613648" y="4215384"/>
            <a:ext cx="905256" cy="905256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3403" y="25000"/>
                </a:moveTo>
                <a:lnTo>
                  <a:pt x="43750" y="24653"/>
                </a:lnTo>
                <a:lnTo>
                  <a:pt x="49306" y="24653"/>
                </a:lnTo>
                <a:lnTo>
                  <a:pt x="50694" y="25347"/>
                </a:lnTo>
                <a:lnTo>
                  <a:pt x="53125" y="27778"/>
                </a:lnTo>
                <a:lnTo>
                  <a:pt x="53819" y="29167"/>
                </a:lnTo>
                <a:lnTo>
                  <a:pt x="53819" y="34028"/>
                </a:lnTo>
                <a:lnTo>
                  <a:pt x="53125" y="35417"/>
                </a:lnTo>
                <a:lnTo>
                  <a:pt x="50000" y="38542"/>
                </a:lnTo>
                <a:lnTo>
                  <a:pt x="47569" y="39583"/>
                </a:lnTo>
                <a:lnTo>
                  <a:pt x="47569" y="46528"/>
                </a:lnTo>
                <a:lnTo>
                  <a:pt x="47917" y="46875"/>
                </a:lnTo>
                <a:lnTo>
                  <a:pt x="68750" y="46875"/>
                </a:lnTo>
                <a:lnTo>
                  <a:pt x="69097" y="47222"/>
                </a:lnTo>
                <a:lnTo>
                  <a:pt x="69097" y="58333"/>
                </a:lnTo>
                <a:lnTo>
                  <a:pt x="72917" y="60069"/>
                </a:lnTo>
                <a:lnTo>
                  <a:pt x="74653" y="61806"/>
                </a:lnTo>
                <a:lnTo>
                  <a:pt x="74653" y="62500"/>
                </a:lnTo>
                <a:lnTo>
                  <a:pt x="74653" y="63194"/>
                </a:lnTo>
                <a:lnTo>
                  <a:pt x="75000" y="63542"/>
                </a:lnTo>
                <a:lnTo>
                  <a:pt x="75347" y="63889"/>
                </a:lnTo>
                <a:lnTo>
                  <a:pt x="75347" y="67361"/>
                </a:lnTo>
                <a:lnTo>
                  <a:pt x="73958" y="70139"/>
                </a:lnTo>
                <a:lnTo>
                  <a:pt x="72917" y="71181"/>
                </a:lnTo>
                <a:lnTo>
                  <a:pt x="70139" y="72569"/>
                </a:lnTo>
                <a:lnTo>
                  <a:pt x="65972" y="72569"/>
                </a:lnTo>
                <a:lnTo>
                  <a:pt x="64583" y="71875"/>
                </a:lnTo>
                <a:lnTo>
                  <a:pt x="61458" y="68750"/>
                </a:lnTo>
                <a:lnTo>
                  <a:pt x="61458" y="66667"/>
                </a:lnTo>
                <a:lnTo>
                  <a:pt x="60764" y="65278"/>
                </a:lnTo>
                <a:lnTo>
                  <a:pt x="61111" y="64931"/>
                </a:lnTo>
                <a:lnTo>
                  <a:pt x="61458" y="64583"/>
                </a:lnTo>
                <a:lnTo>
                  <a:pt x="61458" y="63889"/>
                </a:lnTo>
                <a:lnTo>
                  <a:pt x="61458" y="63194"/>
                </a:lnTo>
                <a:lnTo>
                  <a:pt x="62153" y="61806"/>
                </a:lnTo>
                <a:lnTo>
                  <a:pt x="64583" y="59375"/>
                </a:lnTo>
                <a:lnTo>
                  <a:pt x="65278" y="59375"/>
                </a:lnTo>
                <a:lnTo>
                  <a:pt x="65972" y="59375"/>
                </a:lnTo>
                <a:lnTo>
                  <a:pt x="67014" y="58333"/>
                </a:lnTo>
                <a:lnTo>
                  <a:pt x="67014" y="49306"/>
                </a:lnTo>
                <a:lnTo>
                  <a:pt x="66667" y="48958"/>
                </a:lnTo>
                <a:lnTo>
                  <a:pt x="47917" y="48958"/>
                </a:lnTo>
                <a:lnTo>
                  <a:pt x="47569" y="49306"/>
                </a:lnTo>
                <a:lnTo>
                  <a:pt x="47569" y="58333"/>
                </a:lnTo>
                <a:lnTo>
                  <a:pt x="50000" y="59375"/>
                </a:lnTo>
                <a:lnTo>
                  <a:pt x="53125" y="62500"/>
                </a:lnTo>
                <a:lnTo>
                  <a:pt x="53125" y="63194"/>
                </a:lnTo>
                <a:lnTo>
                  <a:pt x="53125" y="63889"/>
                </a:lnTo>
                <a:lnTo>
                  <a:pt x="53472" y="64236"/>
                </a:lnTo>
                <a:lnTo>
                  <a:pt x="53819" y="64583"/>
                </a:lnTo>
                <a:lnTo>
                  <a:pt x="53819" y="66667"/>
                </a:lnTo>
                <a:lnTo>
                  <a:pt x="53472" y="67014"/>
                </a:lnTo>
                <a:lnTo>
                  <a:pt x="53125" y="67361"/>
                </a:lnTo>
                <a:lnTo>
                  <a:pt x="53125" y="68056"/>
                </a:lnTo>
                <a:lnTo>
                  <a:pt x="53125" y="68750"/>
                </a:lnTo>
                <a:lnTo>
                  <a:pt x="50000" y="71875"/>
                </a:lnTo>
                <a:lnTo>
                  <a:pt x="49306" y="71875"/>
                </a:lnTo>
                <a:lnTo>
                  <a:pt x="48958" y="72222"/>
                </a:lnTo>
                <a:lnTo>
                  <a:pt x="48611" y="72569"/>
                </a:lnTo>
                <a:lnTo>
                  <a:pt x="44444" y="72569"/>
                </a:lnTo>
                <a:lnTo>
                  <a:pt x="41667" y="71181"/>
                </a:lnTo>
                <a:lnTo>
                  <a:pt x="39236" y="68056"/>
                </a:lnTo>
                <a:lnTo>
                  <a:pt x="39236" y="63194"/>
                </a:lnTo>
                <a:lnTo>
                  <a:pt x="39931" y="61806"/>
                </a:lnTo>
                <a:lnTo>
                  <a:pt x="42361" y="59375"/>
                </a:lnTo>
                <a:lnTo>
                  <a:pt x="45486" y="58333"/>
                </a:lnTo>
                <a:lnTo>
                  <a:pt x="45486" y="49306"/>
                </a:lnTo>
                <a:lnTo>
                  <a:pt x="45139" y="48958"/>
                </a:lnTo>
                <a:lnTo>
                  <a:pt x="27083" y="48958"/>
                </a:lnTo>
                <a:lnTo>
                  <a:pt x="26042" y="50000"/>
                </a:lnTo>
                <a:lnTo>
                  <a:pt x="26042" y="58333"/>
                </a:lnTo>
                <a:lnTo>
                  <a:pt x="28472" y="59375"/>
                </a:lnTo>
                <a:lnTo>
                  <a:pt x="30903" y="61806"/>
                </a:lnTo>
                <a:lnTo>
                  <a:pt x="32292" y="64583"/>
                </a:lnTo>
                <a:lnTo>
                  <a:pt x="32292" y="67361"/>
                </a:lnTo>
                <a:lnTo>
                  <a:pt x="30903" y="70139"/>
                </a:lnTo>
                <a:lnTo>
                  <a:pt x="29861" y="71181"/>
                </a:lnTo>
                <a:lnTo>
                  <a:pt x="27083" y="72569"/>
                </a:lnTo>
                <a:lnTo>
                  <a:pt x="22222" y="72569"/>
                </a:lnTo>
                <a:lnTo>
                  <a:pt x="19097" y="70139"/>
                </a:lnTo>
                <a:lnTo>
                  <a:pt x="18403" y="68750"/>
                </a:lnTo>
                <a:lnTo>
                  <a:pt x="18403" y="68056"/>
                </a:lnTo>
                <a:lnTo>
                  <a:pt x="18403" y="67361"/>
                </a:lnTo>
                <a:lnTo>
                  <a:pt x="18056" y="67014"/>
                </a:lnTo>
                <a:lnTo>
                  <a:pt x="17708" y="66667"/>
                </a:lnTo>
                <a:lnTo>
                  <a:pt x="17708" y="63889"/>
                </a:lnTo>
                <a:lnTo>
                  <a:pt x="19097" y="61111"/>
                </a:lnTo>
                <a:lnTo>
                  <a:pt x="20139" y="60069"/>
                </a:lnTo>
                <a:lnTo>
                  <a:pt x="23958" y="58333"/>
                </a:lnTo>
                <a:lnTo>
                  <a:pt x="23958" y="47222"/>
                </a:lnTo>
                <a:lnTo>
                  <a:pt x="24306" y="46875"/>
                </a:lnTo>
                <a:lnTo>
                  <a:pt x="45139" y="46875"/>
                </a:lnTo>
                <a:lnTo>
                  <a:pt x="45486" y="46528"/>
                </a:lnTo>
                <a:lnTo>
                  <a:pt x="45486" y="39583"/>
                </a:lnTo>
                <a:lnTo>
                  <a:pt x="41667" y="37847"/>
                </a:lnTo>
                <a:lnTo>
                  <a:pt x="39236" y="34722"/>
                </a:lnTo>
                <a:lnTo>
                  <a:pt x="39236" y="29167"/>
                </a:lnTo>
                <a:lnTo>
                  <a:pt x="39931" y="27778"/>
                </a:lnTo>
                <a:lnTo>
                  <a:pt x="42361" y="25347"/>
                </a:lnTo>
                <a:lnTo>
                  <a:pt x="43056" y="25347"/>
                </a:lnTo>
                <a:lnTo>
                  <a:pt x="43403" y="25000"/>
                </a:lnTo>
                <a:close/>
                <a:moveTo>
                  <a:pt x="46528" y="26042"/>
                </a:moveTo>
                <a:lnTo>
                  <a:pt x="46181" y="26389"/>
                </a:lnTo>
                <a:lnTo>
                  <a:pt x="45833" y="26736"/>
                </a:lnTo>
                <a:lnTo>
                  <a:pt x="45139" y="26736"/>
                </a:lnTo>
                <a:lnTo>
                  <a:pt x="44444" y="26736"/>
                </a:lnTo>
                <a:lnTo>
                  <a:pt x="43056" y="27431"/>
                </a:lnTo>
                <a:lnTo>
                  <a:pt x="41319" y="29861"/>
                </a:lnTo>
                <a:lnTo>
                  <a:pt x="41319" y="33333"/>
                </a:lnTo>
                <a:lnTo>
                  <a:pt x="42014" y="34722"/>
                </a:lnTo>
                <a:lnTo>
                  <a:pt x="43750" y="36458"/>
                </a:lnTo>
                <a:lnTo>
                  <a:pt x="45139" y="37153"/>
                </a:lnTo>
                <a:lnTo>
                  <a:pt x="45833" y="37153"/>
                </a:lnTo>
                <a:lnTo>
                  <a:pt x="46528" y="37153"/>
                </a:lnTo>
                <a:lnTo>
                  <a:pt x="47222" y="37153"/>
                </a:lnTo>
                <a:lnTo>
                  <a:pt x="47917" y="37153"/>
                </a:lnTo>
                <a:lnTo>
                  <a:pt x="49306" y="36458"/>
                </a:lnTo>
                <a:lnTo>
                  <a:pt x="51736" y="33333"/>
                </a:lnTo>
                <a:lnTo>
                  <a:pt x="51736" y="30556"/>
                </a:lnTo>
                <a:lnTo>
                  <a:pt x="50347" y="27778"/>
                </a:lnTo>
                <a:lnTo>
                  <a:pt x="48611" y="26736"/>
                </a:lnTo>
                <a:lnTo>
                  <a:pt x="47917" y="26736"/>
                </a:lnTo>
                <a:lnTo>
                  <a:pt x="47222" y="26736"/>
                </a:lnTo>
                <a:lnTo>
                  <a:pt x="46875" y="26389"/>
                </a:lnTo>
                <a:lnTo>
                  <a:pt x="46528" y="26042"/>
                </a:lnTo>
                <a:close/>
                <a:moveTo>
                  <a:pt x="23611" y="60764"/>
                </a:moveTo>
                <a:lnTo>
                  <a:pt x="20486" y="63194"/>
                </a:lnTo>
                <a:lnTo>
                  <a:pt x="19792" y="66667"/>
                </a:lnTo>
                <a:lnTo>
                  <a:pt x="22222" y="69792"/>
                </a:lnTo>
                <a:lnTo>
                  <a:pt x="23611" y="70486"/>
                </a:lnTo>
                <a:lnTo>
                  <a:pt x="26389" y="70486"/>
                </a:lnTo>
                <a:lnTo>
                  <a:pt x="28819" y="68750"/>
                </a:lnTo>
                <a:lnTo>
                  <a:pt x="30208" y="65278"/>
                </a:lnTo>
                <a:lnTo>
                  <a:pt x="29861" y="64931"/>
                </a:lnTo>
                <a:lnTo>
                  <a:pt x="29514" y="64583"/>
                </a:lnTo>
                <a:lnTo>
                  <a:pt x="29514" y="63889"/>
                </a:lnTo>
                <a:lnTo>
                  <a:pt x="29514" y="63194"/>
                </a:lnTo>
                <a:lnTo>
                  <a:pt x="27778" y="61458"/>
                </a:lnTo>
                <a:lnTo>
                  <a:pt x="26389" y="60764"/>
                </a:lnTo>
                <a:lnTo>
                  <a:pt x="23611" y="60764"/>
                </a:lnTo>
                <a:close/>
                <a:moveTo>
                  <a:pt x="45139" y="60764"/>
                </a:moveTo>
                <a:lnTo>
                  <a:pt x="42014" y="63194"/>
                </a:lnTo>
                <a:lnTo>
                  <a:pt x="41319" y="64583"/>
                </a:lnTo>
                <a:lnTo>
                  <a:pt x="41319" y="66667"/>
                </a:lnTo>
                <a:lnTo>
                  <a:pt x="42014" y="68056"/>
                </a:lnTo>
                <a:lnTo>
                  <a:pt x="44444" y="70486"/>
                </a:lnTo>
                <a:lnTo>
                  <a:pt x="47222" y="70486"/>
                </a:lnTo>
                <a:lnTo>
                  <a:pt x="49306" y="69792"/>
                </a:lnTo>
                <a:lnTo>
                  <a:pt x="50347" y="68750"/>
                </a:lnTo>
                <a:lnTo>
                  <a:pt x="51042" y="67361"/>
                </a:lnTo>
                <a:lnTo>
                  <a:pt x="51042" y="63194"/>
                </a:lnTo>
                <a:lnTo>
                  <a:pt x="47917" y="60764"/>
                </a:lnTo>
                <a:lnTo>
                  <a:pt x="45139" y="60764"/>
                </a:lnTo>
                <a:close/>
                <a:moveTo>
                  <a:pt x="66667" y="60764"/>
                </a:moveTo>
                <a:lnTo>
                  <a:pt x="63542" y="63194"/>
                </a:lnTo>
                <a:lnTo>
                  <a:pt x="63542" y="63889"/>
                </a:lnTo>
                <a:lnTo>
                  <a:pt x="63542" y="64583"/>
                </a:lnTo>
                <a:lnTo>
                  <a:pt x="62847" y="65972"/>
                </a:lnTo>
                <a:lnTo>
                  <a:pt x="64236" y="68750"/>
                </a:lnTo>
                <a:lnTo>
                  <a:pt x="65278" y="69792"/>
                </a:lnTo>
                <a:lnTo>
                  <a:pt x="66667" y="70486"/>
                </a:lnTo>
                <a:lnTo>
                  <a:pt x="69444" y="70486"/>
                </a:lnTo>
                <a:lnTo>
                  <a:pt x="72569" y="68056"/>
                </a:lnTo>
                <a:lnTo>
                  <a:pt x="73264" y="66667"/>
                </a:lnTo>
                <a:lnTo>
                  <a:pt x="73264" y="64583"/>
                </a:lnTo>
                <a:lnTo>
                  <a:pt x="72569" y="63194"/>
                </a:lnTo>
                <a:lnTo>
                  <a:pt x="70139" y="60764"/>
                </a:lnTo>
                <a:lnTo>
                  <a:pt x="66667" y="607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92640" y="4187952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3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Algorithme final</a:t>
            </a:r>
            <a:endParaRPr lang="en-US" sz="1630" dirty="0"/>
          </a:p>
        </p:txBody>
      </p:sp>
      <p:sp>
        <p:nvSpPr>
          <p:cNvPr id="17" name="Text 13"/>
          <p:cNvSpPr/>
          <p:nvPr/>
        </p:nvSpPr>
        <p:spPr>
          <a:xfrm>
            <a:off x="9692640" y="4590288"/>
            <a:ext cx="2002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Clustering agglomératif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hiérarchique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Critère de Ward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622792" y="5568696"/>
            <a:ext cx="3154680" cy="0"/>
          </a:xfrm>
          <a:prstGeom prst="line">
            <a:avLst/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8622792" y="5733288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Coude KMeans : repère exploratoire.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modèle final utilise 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08. QUALITÉ DE LA SEGMENTATION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La séparation est modérée ; deux et trois groupes obtiennent de meilleurs indices internes.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82496"/>
          <a:ext cx="6803136" cy="409651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Segoe UI" pitchFamily="34" charset="-122"/>
                          <a:cs typeface="Segoe UI" pitchFamily="34" charset="-120"/>
                        </a:rPr>
                        <a:t>k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5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Segoe UI" pitchFamily="34" charset="-122"/>
                          <a:cs typeface="Segoe UI" pitchFamily="34" charset="-120"/>
                        </a:rPr>
                        <a:t>Silhouette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5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Segoe UI" pitchFamily="34" charset="-122"/>
                          <a:cs typeface="Segoe UI" pitchFamily="34" charset="-120"/>
                        </a:rPr>
                        <a:t>Davies-Bouldin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5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0,390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0,885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0,336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1,141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0,304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1,188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0,276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1,116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0,240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1,254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0,256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1,284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0,266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1,309</a:t>
                      </a:r>
                    </a:p>
                  </a:txBody>
                  <a:tcPr marL="76200" marR="76200" marT="76200" marB="76200" anchor="ctr">
                    <a:lnL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79592" y="3291840"/>
            <a:ext cx="1024128" cy="274320"/>
          </a:xfrm>
          <a:prstGeom prst="roundRect">
            <a:avLst>
              <a:gd name="adj" fmla="val 46667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5"/>
          <p:cNvSpPr/>
          <p:nvPr/>
        </p:nvSpPr>
        <p:spPr>
          <a:xfrm>
            <a:off x="5989320" y="335584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Retenu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59618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Silhouette : plus élevée = meilleure séparation.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Davies-Bouldin : plus faible = meilleur résultat.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287768" y="1682496"/>
            <a:ext cx="0" cy="4608576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434072" y="1709928"/>
            <a:ext cx="4453128" cy="1307592"/>
          </a:xfrm>
          <a:prstGeom prst="roundRect">
            <a:avLst>
              <a:gd name="adj" fmla="val 9790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644384" y="1856232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bars_33"/>
          <p:cNvSpPr/>
          <p:nvPr/>
        </p:nvSpPr>
        <p:spPr>
          <a:xfrm>
            <a:off x="7644384" y="1856232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60268" y="29464"/>
                </a:moveTo>
                <a:lnTo>
                  <a:pt x="60714" y="29018"/>
                </a:lnTo>
                <a:lnTo>
                  <a:pt x="73214" y="29018"/>
                </a:lnTo>
                <a:lnTo>
                  <a:pt x="73661" y="29464"/>
                </a:lnTo>
                <a:lnTo>
                  <a:pt x="73661" y="74107"/>
                </a:lnTo>
                <a:lnTo>
                  <a:pt x="73214" y="74554"/>
                </a:lnTo>
                <a:lnTo>
                  <a:pt x="26786" y="74554"/>
                </a:lnTo>
                <a:lnTo>
                  <a:pt x="26339" y="74107"/>
                </a:lnTo>
                <a:lnTo>
                  <a:pt x="26339" y="53571"/>
                </a:lnTo>
                <a:lnTo>
                  <a:pt x="26786" y="53125"/>
                </a:lnTo>
                <a:lnTo>
                  <a:pt x="38393" y="53125"/>
                </a:lnTo>
                <a:lnTo>
                  <a:pt x="38839" y="53571"/>
                </a:lnTo>
                <a:lnTo>
                  <a:pt x="38839" y="61607"/>
                </a:lnTo>
                <a:lnTo>
                  <a:pt x="38839" y="72321"/>
                </a:lnTo>
                <a:lnTo>
                  <a:pt x="39286" y="72768"/>
                </a:lnTo>
                <a:lnTo>
                  <a:pt x="42411" y="72321"/>
                </a:lnTo>
                <a:lnTo>
                  <a:pt x="42411" y="44643"/>
                </a:lnTo>
                <a:lnTo>
                  <a:pt x="42857" y="44196"/>
                </a:lnTo>
                <a:lnTo>
                  <a:pt x="51786" y="44196"/>
                </a:lnTo>
                <a:lnTo>
                  <a:pt x="52232" y="41071"/>
                </a:lnTo>
                <a:lnTo>
                  <a:pt x="53125" y="39286"/>
                </a:lnTo>
                <a:lnTo>
                  <a:pt x="53571" y="38839"/>
                </a:lnTo>
                <a:lnTo>
                  <a:pt x="54464" y="38839"/>
                </a:lnTo>
                <a:lnTo>
                  <a:pt x="55804" y="40179"/>
                </a:lnTo>
                <a:lnTo>
                  <a:pt x="55357" y="40625"/>
                </a:lnTo>
                <a:lnTo>
                  <a:pt x="54911" y="41071"/>
                </a:lnTo>
                <a:lnTo>
                  <a:pt x="54911" y="43750"/>
                </a:lnTo>
                <a:lnTo>
                  <a:pt x="56696" y="44643"/>
                </a:lnTo>
                <a:lnTo>
                  <a:pt x="56696" y="72321"/>
                </a:lnTo>
                <a:lnTo>
                  <a:pt x="59821" y="72768"/>
                </a:lnTo>
                <a:lnTo>
                  <a:pt x="61161" y="71429"/>
                </a:lnTo>
                <a:lnTo>
                  <a:pt x="60268" y="69643"/>
                </a:lnTo>
                <a:lnTo>
                  <a:pt x="60268" y="34821"/>
                </a:lnTo>
                <a:lnTo>
                  <a:pt x="60714" y="34375"/>
                </a:lnTo>
                <a:lnTo>
                  <a:pt x="61161" y="33929"/>
                </a:lnTo>
                <a:lnTo>
                  <a:pt x="60268" y="32143"/>
                </a:lnTo>
                <a:lnTo>
                  <a:pt x="60268" y="29464"/>
                </a:lnTo>
                <a:close/>
                <a:moveTo>
                  <a:pt x="63393" y="30804"/>
                </a:moveTo>
                <a:lnTo>
                  <a:pt x="62946" y="31250"/>
                </a:lnTo>
                <a:lnTo>
                  <a:pt x="62946" y="72321"/>
                </a:lnTo>
                <a:lnTo>
                  <a:pt x="63393" y="72768"/>
                </a:lnTo>
                <a:lnTo>
                  <a:pt x="70536" y="72768"/>
                </a:lnTo>
                <a:lnTo>
                  <a:pt x="70982" y="72321"/>
                </a:lnTo>
                <a:lnTo>
                  <a:pt x="71429" y="71875"/>
                </a:lnTo>
                <a:lnTo>
                  <a:pt x="71875" y="71429"/>
                </a:lnTo>
                <a:lnTo>
                  <a:pt x="71875" y="32143"/>
                </a:lnTo>
                <a:lnTo>
                  <a:pt x="70536" y="30804"/>
                </a:lnTo>
                <a:lnTo>
                  <a:pt x="63393" y="30804"/>
                </a:lnTo>
                <a:close/>
                <a:moveTo>
                  <a:pt x="45536" y="45982"/>
                </a:moveTo>
                <a:lnTo>
                  <a:pt x="45089" y="46429"/>
                </a:lnTo>
                <a:lnTo>
                  <a:pt x="45089" y="71429"/>
                </a:lnTo>
                <a:lnTo>
                  <a:pt x="46429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4911" y="69643"/>
                </a:lnTo>
                <a:lnTo>
                  <a:pt x="54464" y="69196"/>
                </a:lnTo>
                <a:lnTo>
                  <a:pt x="54018" y="68750"/>
                </a:lnTo>
                <a:lnTo>
                  <a:pt x="54018" y="55357"/>
                </a:lnTo>
                <a:lnTo>
                  <a:pt x="54464" y="54911"/>
                </a:lnTo>
                <a:lnTo>
                  <a:pt x="54911" y="54464"/>
                </a:lnTo>
                <a:lnTo>
                  <a:pt x="54911" y="47321"/>
                </a:lnTo>
                <a:lnTo>
                  <a:pt x="53571" y="45982"/>
                </a:lnTo>
                <a:lnTo>
                  <a:pt x="45536" y="45982"/>
                </a:lnTo>
                <a:close/>
                <a:moveTo>
                  <a:pt x="29464" y="54911"/>
                </a:moveTo>
                <a:lnTo>
                  <a:pt x="29018" y="55357"/>
                </a:lnTo>
                <a:lnTo>
                  <a:pt x="29018" y="72321"/>
                </a:lnTo>
                <a:lnTo>
                  <a:pt x="29464" y="72768"/>
                </a:lnTo>
                <a:lnTo>
                  <a:pt x="35714" y="72768"/>
                </a:lnTo>
                <a:lnTo>
                  <a:pt x="36161" y="72321"/>
                </a:lnTo>
                <a:lnTo>
                  <a:pt x="36607" y="71875"/>
                </a:lnTo>
                <a:lnTo>
                  <a:pt x="37054" y="71429"/>
                </a:lnTo>
                <a:lnTo>
                  <a:pt x="36607" y="70982"/>
                </a:lnTo>
                <a:lnTo>
                  <a:pt x="36161" y="70536"/>
                </a:lnTo>
                <a:lnTo>
                  <a:pt x="36161" y="55357"/>
                </a:lnTo>
                <a:lnTo>
                  <a:pt x="35714" y="54911"/>
                </a:lnTo>
                <a:lnTo>
                  <a:pt x="29464" y="549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8851392" y="1883664"/>
            <a:ext cx="28163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0,304</a:t>
            </a:r>
            <a:endParaRPr lang="en-US" sz="5700" dirty="0"/>
          </a:p>
        </p:txBody>
      </p:sp>
      <p:sp>
        <p:nvSpPr>
          <p:cNvPr id="16" name="Text 12"/>
          <p:cNvSpPr/>
          <p:nvPr/>
        </p:nvSpPr>
        <p:spPr>
          <a:xfrm>
            <a:off x="8851392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Coefficient de silhouette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434072" y="3182112"/>
            <a:ext cx="4453128" cy="1307592"/>
          </a:xfrm>
          <a:prstGeom prst="roundRect">
            <a:avLst>
              <a:gd name="adj" fmla="val 979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644384" y="3328416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VECTOR_database_34"/>
          <p:cNvSpPr/>
          <p:nvPr/>
        </p:nvSpPr>
        <p:spPr>
          <a:xfrm>
            <a:off x="7644384" y="332841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8851392" y="3355848"/>
            <a:ext cx="28163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1,188</a:t>
            </a:r>
            <a:endParaRPr lang="en-US" sz="5700" dirty="0"/>
          </a:p>
        </p:txBody>
      </p:sp>
      <p:sp>
        <p:nvSpPr>
          <p:cNvPr id="21" name="Text 17"/>
          <p:cNvSpPr/>
          <p:nvPr/>
        </p:nvSpPr>
        <p:spPr>
          <a:xfrm>
            <a:off x="8851392" y="40873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Indice de Davies-Bouldin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434072" y="4626864"/>
            <a:ext cx="4453128" cy="1609344"/>
          </a:xfrm>
          <a:prstGeom prst="roundRect">
            <a:avLst>
              <a:gd name="adj" fmla="val 7955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7644384" y="4873752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VECTOR_bulb_35"/>
          <p:cNvSpPr/>
          <p:nvPr/>
        </p:nvSpPr>
        <p:spPr>
          <a:xfrm>
            <a:off x="7644384" y="4873752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554" y="21429"/>
                </a:moveTo>
                <a:lnTo>
                  <a:pt x="50000" y="20982"/>
                </a:lnTo>
                <a:lnTo>
                  <a:pt x="52232" y="21429"/>
                </a:lnTo>
                <a:lnTo>
                  <a:pt x="52232" y="28571"/>
                </a:lnTo>
                <a:lnTo>
                  <a:pt x="51786" y="29018"/>
                </a:lnTo>
                <a:lnTo>
                  <a:pt x="49554" y="28571"/>
                </a:lnTo>
                <a:lnTo>
                  <a:pt x="49554" y="21429"/>
                </a:lnTo>
                <a:close/>
                <a:moveTo>
                  <a:pt x="31696" y="28571"/>
                </a:moveTo>
                <a:lnTo>
                  <a:pt x="32143" y="28125"/>
                </a:lnTo>
                <a:lnTo>
                  <a:pt x="33036" y="28125"/>
                </a:lnTo>
                <a:lnTo>
                  <a:pt x="33482" y="28571"/>
                </a:lnTo>
                <a:lnTo>
                  <a:pt x="33482" y="29464"/>
                </a:lnTo>
                <a:lnTo>
                  <a:pt x="37054" y="33036"/>
                </a:lnTo>
                <a:lnTo>
                  <a:pt x="36607" y="33482"/>
                </a:lnTo>
                <a:lnTo>
                  <a:pt x="36161" y="33929"/>
                </a:lnTo>
                <a:lnTo>
                  <a:pt x="35714" y="34375"/>
                </a:lnTo>
                <a:lnTo>
                  <a:pt x="34821" y="34375"/>
                </a:lnTo>
                <a:lnTo>
                  <a:pt x="31696" y="31250"/>
                </a:lnTo>
                <a:lnTo>
                  <a:pt x="30804" y="29464"/>
                </a:lnTo>
                <a:lnTo>
                  <a:pt x="31250" y="29018"/>
                </a:lnTo>
                <a:lnTo>
                  <a:pt x="31696" y="28571"/>
                </a:lnTo>
                <a:close/>
                <a:moveTo>
                  <a:pt x="68304" y="29464"/>
                </a:moveTo>
                <a:lnTo>
                  <a:pt x="70536" y="29018"/>
                </a:lnTo>
                <a:lnTo>
                  <a:pt x="70982" y="29464"/>
                </a:lnTo>
                <a:lnTo>
                  <a:pt x="70982" y="30357"/>
                </a:lnTo>
                <a:lnTo>
                  <a:pt x="66964" y="34375"/>
                </a:lnTo>
                <a:lnTo>
                  <a:pt x="66518" y="34821"/>
                </a:lnTo>
                <a:lnTo>
                  <a:pt x="66071" y="35268"/>
                </a:lnTo>
                <a:lnTo>
                  <a:pt x="64732" y="33929"/>
                </a:lnTo>
                <a:lnTo>
                  <a:pt x="68304" y="30357"/>
                </a:lnTo>
                <a:lnTo>
                  <a:pt x="68304" y="29464"/>
                </a:lnTo>
                <a:close/>
                <a:moveTo>
                  <a:pt x="46875" y="33929"/>
                </a:moveTo>
                <a:lnTo>
                  <a:pt x="47321" y="33482"/>
                </a:lnTo>
                <a:lnTo>
                  <a:pt x="53571" y="33482"/>
                </a:lnTo>
                <a:lnTo>
                  <a:pt x="54018" y="33929"/>
                </a:lnTo>
                <a:lnTo>
                  <a:pt x="54464" y="34375"/>
                </a:lnTo>
                <a:lnTo>
                  <a:pt x="58929" y="35268"/>
                </a:lnTo>
                <a:lnTo>
                  <a:pt x="63839" y="40179"/>
                </a:lnTo>
                <a:lnTo>
                  <a:pt x="65625" y="43750"/>
                </a:lnTo>
                <a:lnTo>
                  <a:pt x="65625" y="46429"/>
                </a:lnTo>
                <a:lnTo>
                  <a:pt x="66071" y="46875"/>
                </a:lnTo>
                <a:lnTo>
                  <a:pt x="66518" y="47321"/>
                </a:lnTo>
                <a:lnTo>
                  <a:pt x="66518" y="50893"/>
                </a:lnTo>
                <a:lnTo>
                  <a:pt x="66071" y="51339"/>
                </a:lnTo>
                <a:lnTo>
                  <a:pt x="65625" y="51786"/>
                </a:lnTo>
                <a:lnTo>
                  <a:pt x="64732" y="56250"/>
                </a:lnTo>
                <a:lnTo>
                  <a:pt x="62946" y="58036"/>
                </a:lnTo>
                <a:lnTo>
                  <a:pt x="62946" y="58929"/>
                </a:lnTo>
                <a:lnTo>
                  <a:pt x="57589" y="64286"/>
                </a:lnTo>
                <a:lnTo>
                  <a:pt x="57589" y="75893"/>
                </a:lnTo>
                <a:lnTo>
                  <a:pt x="54464" y="79911"/>
                </a:lnTo>
                <a:lnTo>
                  <a:pt x="54018" y="80357"/>
                </a:lnTo>
                <a:lnTo>
                  <a:pt x="53571" y="80804"/>
                </a:lnTo>
                <a:lnTo>
                  <a:pt x="48214" y="80804"/>
                </a:lnTo>
                <a:lnTo>
                  <a:pt x="45982" y="79464"/>
                </a:lnTo>
                <a:lnTo>
                  <a:pt x="43304" y="74107"/>
                </a:lnTo>
                <a:lnTo>
                  <a:pt x="43304" y="64286"/>
                </a:lnTo>
                <a:lnTo>
                  <a:pt x="42411" y="62500"/>
                </a:lnTo>
                <a:lnTo>
                  <a:pt x="37054" y="57143"/>
                </a:lnTo>
                <a:lnTo>
                  <a:pt x="36161" y="55357"/>
                </a:lnTo>
                <a:lnTo>
                  <a:pt x="36161" y="54464"/>
                </a:lnTo>
                <a:lnTo>
                  <a:pt x="36161" y="53571"/>
                </a:lnTo>
                <a:lnTo>
                  <a:pt x="35714" y="53125"/>
                </a:lnTo>
                <a:lnTo>
                  <a:pt x="35268" y="52679"/>
                </a:lnTo>
                <a:lnTo>
                  <a:pt x="35268" y="45536"/>
                </a:lnTo>
                <a:lnTo>
                  <a:pt x="35714" y="45089"/>
                </a:lnTo>
                <a:lnTo>
                  <a:pt x="36161" y="44643"/>
                </a:lnTo>
                <a:lnTo>
                  <a:pt x="36161" y="43750"/>
                </a:lnTo>
                <a:lnTo>
                  <a:pt x="36161" y="42857"/>
                </a:lnTo>
                <a:lnTo>
                  <a:pt x="37946" y="39286"/>
                </a:lnTo>
                <a:lnTo>
                  <a:pt x="42857" y="35268"/>
                </a:lnTo>
                <a:lnTo>
                  <a:pt x="46875" y="33929"/>
                </a:lnTo>
                <a:close/>
                <a:moveTo>
                  <a:pt x="46429" y="36161"/>
                </a:moveTo>
                <a:lnTo>
                  <a:pt x="44643" y="37054"/>
                </a:lnTo>
                <a:lnTo>
                  <a:pt x="39732" y="41964"/>
                </a:lnTo>
                <a:lnTo>
                  <a:pt x="37946" y="45536"/>
                </a:lnTo>
                <a:lnTo>
                  <a:pt x="37946" y="52679"/>
                </a:lnTo>
                <a:lnTo>
                  <a:pt x="39732" y="56250"/>
                </a:lnTo>
                <a:lnTo>
                  <a:pt x="41518" y="58036"/>
                </a:lnTo>
                <a:lnTo>
                  <a:pt x="41518" y="58929"/>
                </a:lnTo>
                <a:lnTo>
                  <a:pt x="45982" y="63393"/>
                </a:lnTo>
                <a:lnTo>
                  <a:pt x="46429" y="66518"/>
                </a:lnTo>
                <a:lnTo>
                  <a:pt x="55357" y="66518"/>
                </a:lnTo>
                <a:lnTo>
                  <a:pt x="55804" y="62500"/>
                </a:lnTo>
                <a:lnTo>
                  <a:pt x="61161" y="57143"/>
                </a:lnTo>
                <a:lnTo>
                  <a:pt x="61161" y="56250"/>
                </a:lnTo>
                <a:lnTo>
                  <a:pt x="62946" y="54464"/>
                </a:lnTo>
                <a:lnTo>
                  <a:pt x="62946" y="53571"/>
                </a:lnTo>
                <a:lnTo>
                  <a:pt x="62946" y="52679"/>
                </a:lnTo>
                <a:lnTo>
                  <a:pt x="63393" y="52232"/>
                </a:lnTo>
                <a:lnTo>
                  <a:pt x="63839" y="51786"/>
                </a:lnTo>
                <a:lnTo>
                  <a:pt x="63839" y="45536"/>
                </a:lnTo>
                <a:lnTo>
                  <a:pt x="63393" y="45089"/>
                </a:lnTo>
                <a:lnTo>
                  <a:pt x="62946" y="44643"/>
                </a:lnTo>
                <a:lnTo>
                  <a:pt x="62946" y="43750"/>
                </a:lnTo>
                <a:lnTo>
                  <a:pt x="62946" y="42857"/>
                </a:lnTo>
                <a:lnTo>
                  <a:pt x="57143" y="37054"/>
                </a:lnTo>
                <a:lnTo>
                  <a:pt x="55357" y="36161"/>
                </a:lnTo>
                <a:lnTo>
                  <a:pt x="46429" y="36161"/>
                </a:lnTo>
                <a:close/>
                <a:moveTo>
                  <a:pt x="21875" y="48214"/>
                </a:moveTo>
                <a:lnTo>
                  <a:pt x="22321" y="47768"/>
                </a:lnTo>
                <a:lnTo>
                  <a:pt x="30357" y="47768"/>
                </a:lnTo>
                <a:lnTo>
                  <a:pt x="30804" y="48214"/>
                </a:lnTo>
                <a:lnTo>
                  <a:pt x="30804" y="49107"/>
                </a:lnTo>
                <a:lnTo>
                  <a:pt x="30357" y="49554"/>
                </a:lnTo>
                <a:lnTo>
                  <a:pt x="22321" y="49554"/>
                </a:lnTo>
                <a:lnTo>
                  <a:pt x="21875" y="49107"/>
                </a:lnTo>
                <a:lnTo>
                  <a:pt x="21875" y="48214"/>
                </a:lnTo>
                <a:close/>
                <a:moveTo>
                  <a:pt x="71875" y="48214"/>
                </a:moveTo>
                <a:lnTo>
                  <a:pt x="72321" y="47768"/>
                </a:lnTo>
                <a:lnTo>
                  <a:pt x="79464" y="47768"/>
                </a:lnTo>
                <a:lnTo>
                  <a:pt x="79911" y="48214"/>
                </a:lnTo>
                <a:lnTo>
                  <a:pt x="79911" y="49107"/>
                </a:lnTo>
                <a:lnTo>
                  <a:pt x="79464" y="49554"/>
                </a:lnTo>
                <a:lnTo>
                  <a:pt x="72321" y="49554"/>
                </a:lnTo>
                <a:lnTo>
                  <a:pt x="71875" y="49107"/>
                </a:lnTo>
                <a:lnTo>
                  <a:pt x="71875" y="48214"/>
                </a:lnTo>
                <a:close/>
                <a:moveTo>
                  <a:pt x="67411" y="61607"/>
                </a:moveTo>
                <a:lnTo>
                  <a:pt x="67857" y="61161"/>
                </a:lnTo>
                <a:lnTo>
                  <a:pt x="73661" y="66964"/>
                </a:lnTo>
                <a:lnTo>
                  <a:pt x="73214" y="67411"/>
                </a:lnTo>
                <a:lnTo>
                  <a:pt x="72768" y="67857"/>
                </a:lnTo>
                <a:lnTo>
                  <a:pt x="72321" y="68304"/>
                </a:lnTo>
                <a:lnTo>
                  <a:pt x="70536" y="67411"/>
                </a:lnTo>
                <a:lnTo>
                  <a:pt x="66518" y="63393"/>
                </a:lnTo>
                <a:lnTo>
                  <a:pt x="67411" y="61607"/>
                </a:lnTo>
                <a:close/>
                <a:moveTo>
                  <a:pt x="33482" y="62500"/>
                </a:moveTo>
                <a:lnTo>
                  <a:pt x="33929" y="62054"/>
                </a:lnTo>
                <a:lnTo>
                  <a:pt x="35268" y="63393"/>
                </a:lnTo>
                <a:lnTo>
                  <a:pt x="30357" y="68304"/>
                </a:lnTo>
                <a:lnTo>
                  <a:pt x="29464" y="68304"/>
                </a:lnTo>
                <a:lnTo>
                  <a:pt x="28125" y="66964"/>
                </a:lnTo>
                <a:lnTo>
                  <a:pt x="32143" y="62946"/>
                </a:lnTo>
                <a:lnTo>
                  <a:pt x="33036" y="62946"/>
                </a:lnTo>
                <a:lnTo>
                  <a:pt x="33482" y="62500"/>
                </a:lnTo>
                <a:close/>
                <a:moveTo>
                  <a:pt x="46429" y="69196"/>
                </a:moveTo>
                <a:lnTo>
                  <a:pt x="45982" y="69643"/>
                </a:lnTo>
                <a:lnTo>
                  <a:pt x="46429" y="71875"/>
                </a:lnTo>
                <a:lnTo>
                  <a:pt x="54464" y="71875"/>
                </a:lnTo>
                <a:lnTo>
                  <a:pt x="54911" y="71429"/>
                </a:lnTo>
                <a:lnTo>
                  <a:pt x="55357" y="70982"/>
                </a:lnTo>
                <a:lnTo>
                  <a:pt x="55804" y="70536"/>
                </a:lnTo>
                <a:lnTo>
                  <a:pt x="54464" y="69196"/>
                </a:lnTo>
                <a:lnTo>
                  <a:pt x="46429" y="69196"/>
                </a:lnTo>
                <a:close/>
                <a:moveTo>
                  <a:pt x="47321" y="74554"/>
                </a:moveTo>
                <a:lnTo>
                  <a:pt x="46875" y="76786"/>
                </a:lnTo>
                <a:lnTo>
                  <a:pt x="49107" y="79018"/>
                </a:lnTo>
                <a:lnTo>
                  <a:pt x="51786" y="79018"/>
                </a:lnTo>
                <a:lnTo>
                  <a:pt x="53125" y="77679"/>
                </a:lnTo>
                <a:lnTo>
                  <a:pt x="54911" y="75893"/>
                </a:lnTo>
                <a:lnTo>
                  <a:pt x="54911" y="75000"/>
                </a:lnTo>
                <a:lnTo>
                  <a:pt x="54464" y="74554"/>
                </a:lnTo>
                <a:lnTo>
                  <a:pt x="47321" y="745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8613648" y="481888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Interprétation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613648" y="5239512"/>
            <a:ext cx="30266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Séparation modérée.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k = 2 et 3 : meilleurs indices.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k = 4 : davantage de détail.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Utilité et stabilité à vérifier.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09. VUE D’ENSEMBLE DES 4 SEGMENTS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quatre segments ont des effectifs comparables, mais des niveaux de revenu et de dépense différents.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10896" y="1581912"/>
          <a:ext cx="5230368" cy="3557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632704" y="1591056"/>
            <a:ext cx="0" cy="3401568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311917332"/>
              </p:ext>
            </p:extLst>
          </p:nvPr>
        </p:nvGraphicFramePr>
        <p:xfrm>
          <a:off x="5833872" y="1581912"/>
          <a:ext cx="6099048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5"/>
          <p:cNvSpPr/>
          <p:nvPr/>
        </p:nvSpPr>
        <p:spPr>
          <a:xfrm>
            <a:off x="256032" y="5285232"/>
            <a:ext cx="2834640" cy="1060704"/>
          </a:xfrm>
          <a:prstGeom prst="roundRect">
            <a:avLst>
              <a:gd name="adj" fmla="val 120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6"/>
          <p:cNvSpPr/>
          <p:nvPr/>
        </p:nvSpPr>
        <p:spPr>
          <a:xfrm>
            <a:off x="384048" y="5431536"/>
            <a:ext cx="795528" cy="7955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VECTOR_people2_36"/>
          <p:cNvSpPr/>
          <p:nvPr/>
        </p:nvSpPr>
        <p:spPr>
          <a:xfrm>
            <a:off x="384048" y="5431536"/>
            <a:ext cx="795528" cy="7955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7768" y="28571"/>
                </a:moveTo>
                <a:lnTo>
                  <a:pt x="48214" y="28125"/>
                </a:lnTo>
                <a:lnTo>
                  <a:pt x="52679" y="28125"/>
                </a:lnTo>
                <a:lnTo>
                  <a:pt x="56250" y="29911"/>
                </a:lnTo>
                <a:lnTo>
                  <a:pt x="56696" y="30357"/>
                </a:lnTo>
                <a:lnTo>
                  <a:pt x="56696" y="31250"/>
                </a:lnTo>
                <a:lnTo>
                  <a:pt x="58482" y="33036"/>
                </a:lnTo>
                <a:lnTo>
                  <a:pt x="58482" y="33929"/>
                </a:lnTo>
                <a:lnTo>
                  <a:pt x="58482" y="34821"/>
                </a:lnTo>
                <a:lnTo>
                  <a:pt x="58929" y="35268"/>
                </a:lnTo>
                <a:lnTo>
                  <a:pt x="59375" y="35714"/>
                </a:lnTo>
                <a:lnTo>
                  <a:pt x="58482" y="40179"/>
                </a:lnTo>
                <a:lnTo>
                  <a:pt x="57589" y="41964"/>
                </a:lnTo>
                <a:lnTo>
                  <a:pt x="54018" y="44643"/>
                </a:lnTo>
                <a:lnTo>
                  <a:pt x="53571" y="45089"/>
                </a:lnTo>
                <a:lnTo>
                  <a:pt x="48214" y="45089"/>
                </a:lnTo>
                <a:lnTo>
                  <a:pt x="46429" y="44196"/>
                </a:lnTo>
                <a:lnTo>
                  <a:pt x="43304" y="41071"/>
                </a:lnTo>
                <a:lnTo>
                  <a:pt x="43304" y="40179"/>
                </a:lnTo>
                <a:lnTo>
                  <a:pt x="43304" y="39286"/>
                </a:lnTo>
                <a:lnTo>
                  <a:pt x="42857" y="38839"/>
                </a:lnTo>
                <a:lnTo>
                  <a:pt x="42411" y="38393"/>
                </a:lnTo>
                <a:lnTo>
                  <a:pt x="42411" y="34821"/>
                </a:lnTo>
                <a:lnTo>
                  <a:pt x="42857" y="34375"/>
                </a:lnTo>
                <a:lnTo>
                  <a:pt x="43304" y="33929"/>
                </a:lnTo>
                <a:lnTo>
                  <a:pt x="43304" y="33036"/>
                </a:lnTo>
                <a:lnTo>
                  <a:pt x="43304" y="32143"/>
                </a:lnTo>
                <a:lnTo>
                  <a:pt x="46429" y="29018"/>
                </a:lnTo>
                <a:lnTo>
                  <a:pt x="47321" y="29018"/>
                </a:lnTo>
                <a:lnTo>
                  <a:pt x="47768" y="28571"/>
                </a:lnTo>
                <a:close/>
                <a:moveTo>
                  <a:pt x="48214" y="30804"/>
                </a:moveTo>
                <a:lnTo>
                  <a:pt x="45982" y="32143"/>
                </a:lnTo>
                <a:lnTo>
                  <a:pt x="44196" y="35714"/>
                </a:lnTo>
                <a:lnTo>
                  <a:pt x="44196" y="36607"/>
                </a:lnTo>
                <a:lnTo>
                  <a:pt x="44196" y="37500"/>
                </a:lnTo>
                <a:lnTo>
                  <a:pt x="45982" y="41071"/>
                </a:lnTo>
                <a:lnTo>
                  <a:pt x="48214" y="43304"/>
                </a:lnTo>
                <a:lnTo>
                  <a:pt x="52679" y="43304"/>
                </a:lnTo>
                <a:lnTo>
                  <a:pt x="54464" y="42411"/>
                </a:lnTo>
                <a:lnTo>
                  <a:pt x="56696" y="39286"/>
                </a:lnTo>
                <a:lnTo>
                  <a:pt x="56696" y="33929"/>
                </a:lnTo>
                <a:lnTo>
                  <a:pt x="53571" y="30804"/>
                </a:lnTo>
                <a:lnTo>
                  <a:pt x="48214" y="30804"/>
                </a:lnTo>
                <a:close/>
                <a:moveTo>
                  <a:pt x="28125" y="37500"/>
                </a:moveTo>
                <a:lnTo>
                  <a:pt x="28571" y="37054"/>
                </a:lnTo>
                <a:lnTo>
                  <a:pt x="33036" y="37054"/>
                </a:lnTo>
                <a:lnTo>
                  <a:pt x="36161" y="39286"/>
                </a:lnTo>
                <a:lnTo>
                  <a:pt x="37054" y="41071"/>
                </a:lnTo>
                <a:lnTo>
                  <a:pt x="37054" y="41964"/>
                </a:lnTo>
                <a:lnTo>
                  <a:pt x="37054" y="42857"/>
                </a:lnTo>
                <a:lnTo>
                  <a:pt x="37500" y="43304"/>
                </a:lnTo>
                <a:lnTo>
                  <a:pt x="37946" y="43750"/>
                </a:lnTo>
                <a:lnTo>
                  <a:pt x="37500" y="44196"/>
                </a:lnTo>
                <a:lnTo>
                  <a:pt x="37054" y="44643"/>
                </a:lnTo>
                <a:lnTo>
                  <a:pt x="37054" y="45536"/>
                </a:lnTo>
                <a:lnTo>
                  <a:pt x="37054" y="46429"/>
                </a:lnTo>
                <a:lnTo>
                  <a:pt x="34821" y="48661"/>
                </a:lnTo>
                <a:lnTo>
                  <a:pt x="33929" y="48661"/>
                </a:lnTo>
                <a:lnTo>
                  <a:pt x="33482" y="49107"/>
                </a:lnTo>
                <a:lnTo>
                  <a:pt x="33036" y="49554"/>
                </a:lnTo>
                <a:lnTo>
                  <a:pt x="28571" y="49554"/>
                </a:lnTo>
                <a:lnTo>
                  <a:pt x="25446" y="47321"/>
                </a:lnTo>
                <a:lnTo>
                  <a:pt x="24554" y="45536"/>
                </a:lnTo>
                <a:lnTo>
                  <a:pt x="24554" y="41071"/>
                </a:lnTo>
                <a:lnTo>
                  <a:pt x="25446" y="39286"/>
                </a:lnTo>
                <a:lnTo>
                  <a:pt x="28125" y="37500"/>
                </a:lnTo>
                <a:close/>
                <a:moveTo>
                  <a:pt x="68304" y="37500"/>
                </a:moveTo>
                <a:lnTo>
                  <a:pt x="68750" y="37054"/>
                </a:lnTo>
                <a:lnTo>
                  <a:pt x="73214" y="37054"/>
                </a:lnTo>
                <a:lnTo>
                  <a:pt x="75000" y="37946"/>
                </a:lnTo>
                <a:lnTo>
                  <a:pt x="77232" y="41071"/>
                </a:lnTo>
                <a:lnTo>
                  <a:pt x="77232" y="45536"/>
                </a:lnTo>
                <a:lnTo>
                  <a:pt x="76339" y="47321"/>
                </a:lnTo>
                <a:lnTo>
                  <a:pt x="73214" y="49554"/>
                </a:lnTo>
                <a:lnTo>
                  <a:pt x="67857" y="49554"/>
                </a:lnTo>
                <a:lnTo>
                  <a:pt x="64732" y="46429"/>
                </a:lnTo>
                <a:lnTo>
                  <a:pt x="63839" y="44643"/>
                </a:lnTo>
                <a:lnTo>
                  <a:pt x="64732" y="40179"/>
                </a:lnTo>
                <a:lnTo>
                  <a:pt x="66964" y="37946"/>
                </a:lnTo>
                <a:lnTo>
                  <a:pt x="67857" y="37946"/>
                </a:lnTo>
                <a:lnTo>
                  <a:pt x="68304" y="37500"/>
                </a:lnTo>
                <a:close/>
                <a:moveTo>
                  <a:pt x="30357" y="38839"/>
                </a:moveTo>
                <a:lnTo>
                  <a:pt x="27232" y="41071"/>
                </a:lnTo>
                <a:lnTo>
                  <a:pt x="26339" y="43750"/>
                </a:lnTo>
                <a:lnTo>
                  <a:pt x="28571" y="47768"/>
                </a:lnTo>
                <a:lnTo>
                  <a:pt x="31250" y="47768"/>
                </a:lnTo>
                <a:lnTo>
                  <a:pt x="32143" y="47768"/>
                </a:lnTo>
                <a:lnTo>
                  <a:pt x="33036" y="47768"/>
                </a:lnTo>
                <a:lnTo>
                  <a:pt x="35268" y="45536"/>
                </a:lnTo>
                <a:lnTo>
                  <a:pt x="35268" y="41964"/>
                </a:lnTo>
                <a:lnTo>
                  <a:pt x="33036" y="39732"/>
                </a:lnTo>
                <a:lnTo>
                  <a:pt x="30357" y="38839"/>
                </a:lnTo>
                <a:close/>
                <a:moveTo>
                  <a:pt x="70536" y="38839"/>
                </a:moveTo>
                <a:lnTo>
                  <a:pt x="66518" y="41964"/>
                </a:lnTo>
                <a:lnTo>
                  <a:pt x="66518" y="45536"/>
                </a:lnTo>
                <a:lnTo>
                  <a:pt x="68750" y="47768"/>
                </a:lnTo>
                <a:lnTo>
                  <a:pt x="71429" y="47768"/>
                </a:lnTo>
                <a:lnTo>
                  <a:pt x="72321" y="47768"/>
                </a:lnTo>
                <a:lnTo>
                  <a:pt x="75446" y="44643"/>
                </a:lnTo>
                <a:lnTo>
                  <a:pt x="75446" y="43750"/>
                </a:lnTo>
                <a:lnTo>
                  <a:pt x="75446" y="42857"/>
                </a:lnTo>
                <a:lnTo>
                  <a:pt x="73214" y="39732"/>
                </a:lnTo>
                <a:lnTo>
                  <a:pt x="70536" y="38839"/>
                </a:lnTo>
                <a:close/>
                <a:moveTo>
                  <a:pt x="46875" y="48214"/>
                </a:moveTo>
                <a:lnTo>
                  <a:pt x="47321" y="47768"/>
                </a:lnTo>
                <a:lnTo>
                  <a:pt x="54464" y="47768"/>
                </a:lnTo>
                <a:lnTo>
                  <a:pt x="58036" y="49554"/>
                </a:lnTo>
                <a:lnTo>
                  <a:pt x="62054" y="53571"/>
                </a:lnTo>
                <a:lnTo>
                  <a:pt x="62946" y="55357"/>
                </a:lnTo>
                <a:lnTo>
                  <a:pt x="62946" y="56250"/>
                </a:lnTo>
                <a:lnTo>
                  <a:pt x="62946" y="57143"/>
                </a:lnTo>
                <a:lnTo>
                  <a:pt x="63393" y="57589"/>
                </a:lnTo>
                <a:lnTo>
                  <a:pt x="63839" y="58036"/>
                </a:lnTo>
                <a:lnTo>
                  <a:pt x="63839" y="66964"/>
                </a:lnTo>
                <a:lnTo>
                  <a:pt x="63393" y="67411"/>
                </a:lnTo>
                <a:lnTo>
                  <a:pt x="54464" y="67411"/>
                </a:lnTo>
                <a:lnTo>
                  <a:pt x="37500" y="67411"/>
                </a:lnTo>
                <a:lnTo>
                  <a:pt x="37054" y="66964"/>
                </a:lnTo>
                <a:lnTo>
                  <a:pt x="37054" y="58036"/>
                </a:lnTo>
                <a:lnTo>
                  <a:pt x="38839" y="54464"/>
                </a:lnTo>
                <a:lnTo>
                  <a:pt x="40625" y="52679"/>
                </a:lnTo>
                <a:lnTo>
                  <a:pt x="40625" y="51786"/>
                </a:lnTo>
                <a:lnTo>
                  <a:pt x="41071" y="51339"/>
                </a:lnTo>
                <a:lnTo>
                  <a:pt x="41964" y="51339"/>
                </a:lnTo>
                <a:lnTo>
                  <a:pt x="43750" y="49554"/>
                </a:lnTo>
                <a:lnTo>
                  <a:pt x="46875" y="48214"/>
                </a:lnTo>
                <a:close/>
                <a:moveTo>
                  <a:pt x="49107" y="49554"/>
                </a:moveTo>
                <a:lnTo>
                  <a:pt x="48661" y="50000"/>
                </a:lnTo>
                <a:lnTo>
                  <a:pt x="48214" y="50446"/>
                </a:lnTo>
                <a:lnTo>
                  <a:pt x="47321" y="50446"/>
                </a:lnTo>
                <a:lnTo>
                  <a:pt x="46429" y="50446"/>
                </a:lnTo>
                <a:lnTo>
                  <a:pt x="44643" y="51339"/>
                </a:lnTo>
                <a:lnTo>
                  <a:pt x="41518" y="54464"/>
                </a:lnTo>
                <a:lnTo>
                  <a:pt x="39732" y="58036"/>
                </a:lnTo>
                <a:lnTo>
                  <a:pt x="39732" y="65179"/>
                </a:lnTo>
                <a:lnTo>
                  <a:pt x="40179" y="65625"/>
                </a:lnTo>
                <a:lnTo>
                  <a:pt x="52679" y="65625"/>
                </a:lnTo>
                <a:lnTo>
                  <a:pt x="61607" y="65625"/>
                </a:lnTo>
                <a:lnTo>
                  <a:pt x="62054" y="65179"/>
                </a:lnTo>
                <a:lnTo>
                  <a:pt x="62054" y="58036"/>
                </a:lnTo>
                <a:lnTo>
                  <a:pt x="59375" y="54464"/>
                </a:lnTo>
                <a:lnTo>
                  <a:pt x="59375" y="53571"/>
                </a:lnTo>
                <a:lnTo>
                  <a:pt x="55357" y="50446"/>
                </a:lnTo>
                <a:lnTo>
                  <a:pt x="54464" y="50446"/>
                </a:lnTo>
                <a:lnTo>
                  <a:pt x="53571" y="50446"/>
                </a:lnTo>
                <a:lnTo>
                  <a:pt x="53125" y="50000"/>
                </a:lnTo>
                <a:lnTo>
                  <a:pt x="52679" y="49554"/>
                </a:lnTo>
                <a:lnTo>
                  <a:pt x="49107" y="49554"/>
                </a:lnTo>
                <a:close/>
                <a:moveTo>
                  <a:pt x="28125" y="52679"/>
                </a:moveTo>
                <a:lnTo>
                  <a:pt x="28571" y="52232"/>
                </a:lnTo>
                <a:lnTo>
                  <a:pt x="33036" y="52232"/>
                </a:lnTo>
                <a:lnTo>
                  <a:pt x="35268" y="53571"/>
                </a:lnTo>
                <a:lnTo>
                  <a:pt x="35268" y="54464"/>
                </a:lnTo>
                <a:lnTo>
                  <a:pt x="34821" y="54911"/>
                </a:lnTo>
                <a:lnTo>
                  <a:pt x="34375" y="54464"/>
                </a:lnTo>
                <a:lnTo>
                  <a:pt x="33929" y="54018"/>
                </a:lnTo>
                <a:lnTo>
                  <a:pt x="28571" y="54018"/>
                </a:lnTo>
                <a:lnTo>
                  <a:pt x="26786" y="54911"/>
                </a:lnTo>
                <a:lnTo>
                  <a:pt x="23661" y="58036"/>
                </a:lnTo>
                <a:lnTo>
                  <a:pt x="23661" y="58929"/>
                </a:lnTo>
                <a:lnTo>
                  <a:pt x="23661" y="59821"/>
                </a:lnTo>
                <a:lnTo>
                  <a:pt x="23214" y="60268"/>
                </a:lnTo>
                <a:lnTo>
                  <a:pt x="22768" y="60714"/>
                </a:lnTo>
                <a:lnTo>
                  <a:pt x="22768" y="65179"/>
                </a:lnTo>
                <a:lnTo>
                  <a:pt x="23214" y="65625"/>
                </a:lnTo>
                <a:lnTo>
                  <a:pt x="28571" y="65625"/>
                </a:lnTo>
                <a:lnTo>
                  <a:pt x="33036" y="65625"/>
                </a:lnTo>
                <a:lnTo>
                  <a:pt x="33482" y="66071"/>
                </a:lnTo>
                <a:lnTo>
                  <a:pt x="33482" y="66964"/>
                </a:lnTo>
                <a:lnTo>
                  <a:pt x="33036" y="67411"/>
                </a:lnTo>
                <a:lnTo>
                  <a:pt x="21429" y="67411"/>
                </a:lnTo>
                <a:lnTo>
                  <a:pt x="20982" y="66964"/>
                </a:lnTo>
                <a:lnTo>
                  <a:pt x="20982" y="58929"/>
                </a:lnTo>
                <a:lnTo>
                  <a:pt x="21875" y="57143"/>
                </a:lnTo>
                <a:lnTo>
                  <a:pt x="25000" y="54018"/>
                </a:lnTo>
                <a:lnTo>
                  <a:pt x="28125" y="52679"/>
                </a:lnTo>
                <a:close/>
                <a:moveTo>
                  <a:pt x="67411" y="52679"/>
                </a:moveTo>
                <a:lnTo>
                  <a:pt x="67857" y="52232"/>
                </a:lnTo>
                <a:lnTo>
                  <a:pt x="72321" y="52232"/>
                </a:lnTo>
                <a:lnTo>
                  <a:pt x="72768" y="52679"/>
                </a:lnTo>
                <a:lnTo>
                  <a:pt x="73214" y="53125"/>
                </a:lnTo>
                <a:lnTo>
                  <a:pt x="74107" y="53125"/>
                </a:lnTo>
                <a:lnTo>
                  <a:pt x="75000" y="53125"/>
                </a:lnTo>
                <a:lnTo>
                  <a:pt x="76786" y="54018"/>
                </a:lnTo>
                <a:lnTo>
                  <a:pt x="79911" y="57143"/>
                </a:lnTo>
                <a:lnTo>
                  <a:pt x="79911" y="58036"/>
                </a:lnTo>
                <a:lnTo>
                  <a:pt x="79911" y="58929"/>
                </a:lnTo>
                <a:lnTo>
                  <a:pt x="80357" y="59375"/>
                </a:lnTo>
                <a:lnTo>
                  <a:pt x="80804" y="59821"/>
                </a:lnTo>
                <a:lnTo>
                  <a:pt x="80804" y="66964"/>
                </a:lnTo>
                <a:lnTo>
                  <a:pt x="80357" y="67411"/>
                </a:lnTo>
                <a:lnTo>
                  <a:pt x="67857" y="67411"/>
                </a:lnTo>
                <a:lnTo>
                  <a:pt x="67411" y="66964"/>
                </a:lnTo>
                <a:lnTo>
                  <a:pt x="67411" y="66071"/>
                </a:lnTo>
                <a:lnTo>
                  <a:pt x="67857" y="65625"/>
                </a:lnTo>
                <a:lnTo>
                  <a:pt x="77679" y="65625"/>
                </a:lnTo>
                <a:lnTo>
                  <a:pt x="79018" y="64286"/>
                </a:lnTo>
                <a:lnTo>
                  <a:pt x="79018" y="60714"/>
                </a:lnTo>
                <a:lnTo>
                  <a:pt x="77232" y="57143"/>
                </a:lnTo>
                <a:lnTo>
                  <a:pt x="75000" y="54911"/>
                </a:lnTo>
                <a:lnTo>
                  <a:pt x="73214" y="54018"/>
                </a:lnTo>
                <a:lnTo>
                  <a:pt x="67857" y="54018"/>
                </a:lnTo>
                <a:lnTo>
                  <a:pt x="67411" y="54464"/>
                </a:lnTo>
                <a:lnTo>
                  <a:pt x="66964" y="54911"/>
                </a:lnTo>
                <a:lnTo>
                  <a:pt x="66518" y="54464"/>
                </a:lnTo>
                <a:lnTo>
                  <a:pt x="66518" y="53571"/>
                </a:lnTo>
                <a:lnTo>
                  <a:pt x="66964" y="53125"/>
                </a:lnTo>
                <a:lnTo>
                  <a:pt x="67411" y="526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8"/>
          <p:cNvSpPr/>
          <p:nvPr/>
        </p:nvSpPr>
        <p:spPr>
          <a:xfrm>
            <a:off x="1261872" y="544068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C0 · Jeunes</a:t>
            </a:r>
            <a:endParaRPr lang="en-US" sz="1330" dirty="0"/>
          </a:p>
          <a:p>
            <a:pPr marL="0" indent="0">
              <a:buNone/>
            </a:pPr>
            <a:r>
              <a:rPr lang="en-US" sz="133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foyers modestes</a:t>
            </a:r>
            <a:endParaRPr lang="en-US" sz="1330" dirty="0"/>
          </a:p>
        </p:txBody>
      </p:sp>
      <p:sp>
        <p:nvSpPr>
          <p:cNvPr id="14" name="Shape 9"/>
          <p:cNvSpPr/>
          <p:nvPr/>
        </p:nvSpPr>
        <p:spPr>
          <a:xfrm>
            <a:off x="3191256" y="5285232"/>
            <a:ext cx="2834640" cy="1060704"/>
          </a:xfrm>
          <a:prstGeom prst="roundRect">
            <a:avLst>
              <a:gd name="adj" fmla="val 12069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3319272" y="5431536"/>
            <a:ext cx="795528" cy="7955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ECTOR_people3_37"/>
          <p:cNvSpPr/>
          <p:nvPr/>
        </p:nvSpPr>
        <p:spPr>
          <a:xfrm>
            <a:off x="3319272" y="5431536"/>
            <a:ext cx="795528" cy="7955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7768" y="28571"/>
                </a:moveTo>
                <a:lnTo>
                  <a:pt x="48214" y="28125"/>
                </a:lnTo>
                <a:lnTo>
                  <a:pt x="52679" y="28125"/>
                </a:lnTo>
                <a:lnTo>
                  <a:pt x="56250" y="29911"/>
                </a:lnTo>
                <a:lnTo>
                  <a:pt x="56696" y="30357"/>
                </a:lnTo>
                <a:lnTo>
                  <a:pt x="56696" y="31250"/>
                </a:lnTo>
                <a:lnTo>
                  <a:pt x="58482" y="33036"/>
                </a:lnTo>
                <a:lnTo>
                  <a:pt x="58482" y="33929"/>
                </a:lnTo>
                <a:lnTo>
                  <a:pt x="58482" y="34821"/>
                </a:lnTo>
                <a:lnTo>
                  <a:pt x="58929" y="35268"/>
                </a:lnTo>
                <a:lnTo>
                  <a:pt x="59375" y="35714"/>
                </a:lnTo>
                <a:lnTo>
                  <a:pt x="58482" y="40179"/>
                </a:lnTo>
                <a:lnTo>
                  <a:pt x="57589" y="41964"/>
                </a:lnTo>
                <a:lnTo>
                  <a:pt x="54018" y="44643"/>
                </a:lnTo>
                <a:lnTo>
                  <a:pt x="53571" y="45089"/>
                </a:lnTo>
                <a:lnTo>
                  <a:pt x="48214" y="45089"/>
                </a:lnTo>
                <a:lnTo>
                  <a:pt x="46429" y="44196"/>
                </a:lnTo>
                <a:lnTo>
                  <a:pt x="43304" y="41071"/>
                </a:lnTo>
                <a:lnTo>
                  <a:pt x="43304" y="40179"/>
                </a:lnTo>
                <a:lnTo>
                  <a:pt x="43304" y="39286"/>
                </a:lnTo>
                <a:lnTo>
                  <a:pt x="42857" y="38839"/>
                </a:lnTo>
                <a:lnTo>
                  <a:pt x="42411" y="38393"/>
                </a:lnTo>
                <a:lnTo>
                  <a:pt x="42411" y="34821"/>
                </a:lnTo>
                <a:lnTo>
                  <a:pt x="42857" y="34375"/>
                </a:lnTo>
                <a:lnTo>
                  <a:pt x="43304" y="33929"/>
                </a:lnTo>
                <a:lnTo>
                  <a:pt x="43304" y="33036"/>
                </a:lnTo>
                <a:lnTo>
                  <a:pt x="43304" y="32143"/>
                </a:lnTo>
                <a:lnTo>
                  <a:pt x="46429" y="29018"/>
                </a:lnTo>
                <a:lnTo>
                  <a:pt x="47321" y="29018"/>
                </a:lnTo>
                <a:lnTo>
                  <a:pt x="47768" y="28571"/>
                </a:lnTo>
                <a:close/>
                <a:moveTo>
                  <a:pt x="48214" y="30804"/>
                </a:moveTo>
                <a:lnTo>
                  <a:pt x="45982" y="32143"/>
                </a:lnTo>
                <a:lnTo>
                  <a:pt x="44196" y="35714"/>
                </a:lnTo>
                <a:lnTo>
                  <a:pt x="44196" y="36607"/>
                </a:lnTo>
                <a:lnTo>
                  <a:pt x="44196" y="37500"/>
                </a:lnTo>
                <a:lnTo>
                  <a:pt x="45982" y="41071"/>
                </a:lnTo>
                <a:lnTo>
                  <a:pt x="48214" y="43304"/>
                </a:lnTo>
                <a:lnTo>
                  <a:pt x="52679" y="43304"/>
                </a:lnTo>
                <a:lnTo>
                  <a:pt x="54464" y="42411"/>
                </a:lnTo>
                <a:lnTo>
                  <a:pt x="56696" y="39286"/>
                </a:lnTo>
                <a:lnTo>
                  <a:pt x="56696" y="33929"/>
                </a:lnTo>
                <a:lnTo>
                  <a:pt x="53571" y="30804"/>
                </a:lnTo>
                <a:lnTo>
                  <a:pt x="48214" y="30804"/>
                </a:lnTo>
                <a:close/>
                <a:moveTo>
                  <a:pt x="28125" y="37500"/>
                </a:moveTo>
                <a:lnTo>
                  <a:pt x="28571" y="37054"/>
                </a:lnTo>
                <a:lnTo>
                  <a:pt x="33036" y="37054"/>
                </a:lnTo>
                <a:lnTo>
                  <a:pt x="36161" y="39286"/>
                </a:lnTo>
                <a:lnTo>
                  <a:pt x="37054" y="41071"/>
                </a:lnTo>
                <a:lnTo>
                  <a:pt x="37054" y="41964"/>
                </a:lnTo>
                <a:lnTo>
                  <a:pt x="37054" y="42857"/>
                </a:lnTo>
                <a:lnTo>
                  <a:pt x="37500" y="43304"/>
                </a:lnTo>
                <a:lnTo>
                  <a:pt x="37946" y="43750"/>
                </a:lnTo>
                <a:lnTo>
                  <a:pt x="37500" y="44196"/>
                </a:lnTo>
                <a:lnTo>
                  <a:pt x="37054" y="44643"/>
                </a:lnTo>
                <a:lnTo>
                  <a:pt x="37054" y="45536"/>
                </a:lnTo>
                <a:lnTo>
                  <a:pt x="37054" y="46429"/>
                </a:lnTo>
                <a:lnTo>
                  <a:pt x="34821" y="48661"/>
                </a:lnTo>
                <a:lnTo>
                  <a:pt x="33929" y="48661"/>
                </a:lnTo>
                <a:lnTo>
                  <a:pt x="33482" y="49107"/>
                </a:lnTo>
                <a:lnTo>
                  <a:pt x="33036" y="49554"/>
                </a:lnTo>
                <a:lnTo>
                  <a:pt x="28571" y="49554"/>
                </a:lnTo>
                <a:lnTo>
                  <a:pt x="25446" y="47321"/>
                </a:lnTo>
                <a:lnTo>
                  <a:pt x="24554" y="45536"/>
                </a:lnTo>
                <a:lnTo>
                  <a:pt x="24554" y="41071"/>
                </a:lnTo>
                <a:lnTo>
                  <a:pt x="25446" y="39286"/>
                </a:lnTo>
                <a:lnTo>
                  <a:pt x="28125" y="37500"/>
                </a:lnTo>
                <a:close/>
                <a:moveTo>
                  <a:pt x="68304" y="37500"/>
                </a:moveTo>
                <a:lnTo>
                  <a:pt x="68750" y="37054"/>
                </a:lnTo>
                <a:lnTo>
                  <a:pt x="73214" y="37054"/>
                </a:lnTo>
                <a:lnTo>
                  <a:pt x="75000" y="37946"/>
                </a:lnTo>
                <a:lnTo>
                  <a:pt x="77232" y="41071"/>
                </a:lnTo>
                <a:lnTo>
                  <a:pt x="77232" y="45536"/>
                </a:lnTo>
                <a:lnTo>
                  <a:pt x="76339" y="47321"/>
                </a:lnTo>
                <a:lnTo>
                  <a:pt x="73214" y="49554"/>
                </a:lnTo>
                <a:lnTo>
                  <a:pt x="67857" y="49554"/>
                </a:lnTo>
                <a:lnTo>
                  <a:pt x="64732" y="46429"/>
                </a:lnTo>
                <a:lnTo>
                  <a:pt x="63839" y="44643"/>
                </a:lnTo>
                <a:lnTo>
                  <a:pt x="64732" y="40179"/>
                </a:lnTo>
                <a:lnTo>
                  <a:pt x="66964" y="37946"/>
                </a:lnTo>
                <a:lnTo>
                  <a:pt x="67857" y="37946"/>
                </a:lnTo>
                <a:lnTo>
                  <a:pt x="68304" y="37500"/>
                </a:lnTo>
                <a:close/>
                <a:moveTo>
                  <a:pt x="30357" y="38839"/>
                </a:moveTo>
                <a:lnTo>
                  <a:pt x="27232" y="41071"/>
                </a:lnTo>
                <a:lnTo>
                  <a:pt x="26339" y="43750"/>
                </a:lnTo>
                <a:lnTo>
                  <a:pt x="28571" y="47768"/>
                </a:lnTo>
                <a:lnTo>
                  <a:pt x="31250" y="47768"/>
                </a:lnTo>
                <a:lnTo>
                  <a:pt x="32143" y="47768"/>
                </a:lnTo>
                <a:lnTo>
                  <a:pt x="33036" y="47768"/>
                </a:lnTo>
                <a:lnTo>
                  <a:pt x="35268" y="45536"/>
                </a:lnTo>
                <a:lnTo>
                  <a:pt x="35268" y="41964"/>
                </a:lnTo>
                <a:lnTo>
                  <a:pt x="33036" y="39732"/>
                </a:lnTo>
                <a:lnTo>
                  <a:pt x="30357" y="38839"/>
                </a:lnTo>
                <a:close/>
                <a:moveTo>
                  <a:pt x="70536" y="38839"/>
                </a:moveTo>
                <a:lnTo>
                  <a:pt x="66518" y="41964"/>
                </a:lnTo>
                <a:lnTo>
                  <a:pt x="66518" y="45536"/>
                </a:lnTo>
                <a:lnTo>
                  <a:pt x="68750" y="47768"/>
                </a:lnTo>
                <a:lnTo>
                  <a:pt x="71429" y="47768"/>
                </a:lnTo>
                <a:lnTo>
                  <a:pt x="72321" y="47768"/>
                </a:lnTo>
                <a:lnTo>
                  <a:pt x="75446" y="44643"/>
                </a:lnTo>
                <a:lnTo>
                  <a:pt x="75446" y="43750"/>
                </a:lnTo>
                <a:lnTo>
                  <a:pt x="75446" y="42857"/>
                </a:lnTo>
                <a:lnTo>
                  <a:pt x="73214" y="39732"/>
                </a:lnTo>
                <a:lnTo>
                  <a:pt x="70536" y="38839"/>
                </a:lnTo>
                <a:close/>
                <a:moveTo>
                  <a:pt x="46875" y="48214"/>
                </a:moveTo>
                <a:lnTo>
                  <a:pt x="47321" y="47768"/>
                </a:lnTo>
                <a:lnTo>
                  <a:pt x="54464" y="47768"/>
                </a:lnTo>
                <a:lnTo>
                  <a:pt x="58036" y="49554"/>
                </a:lnTo>
                <a:lnTo>
                  <a:pt x="62054" y="53571"/>
                </a:lnTo>
                <a:lnTo>
                  <a:pt x="62946" y="55357"/>
                </a:lnTo>
                <a:lnTo>
                  <a:pt x="62946" y="56250"/>
                </a:lnTo>
                <a:lnTo>
                  <a:pt x="62946" y="57143"/>
                </a:lnTo>
                <a:lnTo>
                  <a:pt x="63393" y="57589"/>
                </a:lnTo>
                <a:lnTo>
                  <a:pt x="63839" y="58036"/>
                </a:lnTo>
                <a:lnTo>
                  <a:pt x="63839" y="66964"/>
                </a:lnTo>
                <a:lnTo>
                  <a:pt x="63393" y="67411"/>
                </a:lnTo>
                <a:lnTo>
                  <a:pt x="54464" y="67411"/>
                </a:lnTo>
                <a:lnTo>
                  <a:pt x="37500" y="67411"/>
                </a:lnTo>
                <a:lnTo>
                  <a:pt x="37054" y="66964"/>
                </a:lnTo>
                <a:lnTo>
                  <a:pt x="37054" y="58036"/>
                </a:lnTo>
                <a:lnTo>
                  <a:pt x="38839" y="54464"/>
                </a:lnTo>
                <a:lnTo>
                  <a:pt x="40625" y="52679"/>
                </a:lnTo>
                <a:lnTo>
                  <a:pt x="40625" y="51786"/>
                </a:lnTo>
                <a:lnTo>
                  <a:pt x="41071" y="51339"/>
                </a:lnTo>
                <a:lnTo>
                  <a:pt x="41964" y="51339"/>
                </a:lnTo>
                <a:lnTo>
                  <a:pt x="43750" y="49554"/>
                </a:lnTo>
                <a:lnTo>
                  <a:pt x="46875" y="48214"/>
                </a:lnTo>
                <a:close/>
                <a:moveTo>
                  <a:pt x="49107" y="49554"/>
                </a:moveTo>
                <a:lnTo>
                  <a:pt x="48661" y="50000"/>
                </a:lnTo>
                <a:lnTo>
                  <a:pt x="48214" y="50446"/>
                </a:lnTo>
                <a:lnTo>
                  <a:pt x="47321" y="50446"/>
                </a:lnTo>
                <a:lnTo>
                  <a:pt x="46429" y="50446"/>
                </a:lnTo>
                <a:lnTo>
                  <a:pt x="44643" y="51339"/>
                </a:lnTo>
                <a:lnTo>
                  <a:pt x="41518" y="54464"/>
                </a:lnTo>
                <a:lnTo>
                  <a:pt x="39732" y="58036"/>
                </a:lnTo>
                <a:lnTo>
                  <a:pt x="39732" y="65179"/>
                </a:lnTo>
                <a:lnTo>
                  <a:pt x="40179" y="65625"/>
                </a:lnTo>
                <a:lnTo>
                  <a:pt x="52679" y="65625"/>
                </a:lnTo>
                <a:lnTo>
                  <a:pt x="61607" y="65625"/>
                </a:lnTo>
                <a:lnTo>
                  <a:pt x="62054" y="65179"/>
                </a:lnTo>
                <a:lnTo>
                  <a:pt x="62054" y="58036"/>
                </a:lnTo>
                <a:lnTo>
                  <a:pt x="59375" y="54464"/>
                </a:lnTo>
                <a:lnTo>
                  <a:pt x="59375" y="53571"/>
                </a:lnTo>
                <a:lnTo>
                  <a:pt x="55357" y="50446"/>
                </a:lnTo>
                <a:lnTo>
                  <a:pt x="54464" y="50446"/>
                </a:lnTo>
                <a:lnTo>
                  <a:pt x="53571" y="50446"/>
                </a:lnTo>
                <a:lnTo>
                  <a:pt x="53125" y="50000"/>
                </a:lnTo>
                <a:lnTo>
                  <a:pt x="52679" y="49554"/>
                </a:lnTo>
                <a:lnTo>
                  <a:pt x="49107" y="49554"/>
                </a:lnTo>
                <a:close/>
                <a:moveTo>
                  <a:pt x="28125" y="52679"/>
                </a:moveTo>
                <a:lnTo>
                  <a:pt x="28571" y="52232"/>
                </a:lnTo>
                <a:lnTo>
                  <a:pt x="33036" y="52232"/>
                </a:lnTo>
                <a:lnTo>
                  <a:pt x="35268" y="53571"/>
                </a:lnTo>
                <a:lnTo>
                  <a:pt x="35268" y="54464"/>
                </a:lnTo>
                <a:lnTo>
                  <a:pt x="34821" y="54911"/>
                </a:lnTo>
                <a:lnTo>
                  <a:pt x="34375" y="54464"/>
                </a:lnTo>
                <a:lnTo>
                  <a:pt x="33929" y="54018"/>
                </a:lnTo>
                <a:lnTo>
                  <a:pt x="28571" y="54018"/>
                </a:lnTo>
                <a:lnTo>
                  <a:pt x="26786" y="54911"/>
                </a:lnTo>
                <a:lnTo>
                  <a:pt x="23661" y="58036"/>
                </a:lnTo>
                <a:lnTo>
                  <a:pt x="23661" y="58929"/>
                </a:lnTo>
                <a:lnTo>
                  <a:pt x="23661" y="59821"/>
                </a:lnTo>
                <a:lnTo>
                  <a:pt x="23214" y="60268"/>
                </a:lnTo>
                <a:lnTo>
                  <a:pt x="22768" y="60714"/>
                </a:lnTo>
                <a:lnTo>
                  <a:pt x="22768" y="65179"/>
                </a:lnTo>
                <a:lnTo>
                  <a:pt x="23214" y="65625"/>
                </a:lnTo>
                <a:lnTo>
                  <a:pt x="28571" y="65625"/>
                </a:lnTo>
                <a:lnTo>
                  <a:pt x="33036" y="65625"/>
                </a:lnTo>
                <a:lnTo>
                  <a:pt x="33482" y="66071"/>
                </a:lnTo>
                <a:lnTo>
                  <a:pt x="33482" y="66964"/>
                </a:lnTo>
                <a:lnTo>
                  <a:pt x="33036" y="67411"/>
                </a:lnTo>
                <a:lnTo>
                  <a:pt x="21429" y="67411"/>
                </a:lnTo>
                <a:lnTo>
                  <a:pt x="20982" y="66964"/>
                </a:lnTo>
                <a:lnTo>
                  <a:pt x="20982" y="58929"/>
                </a:lnTo>
                <a:lnTo>
                  <a:pt x="21875" y="57143"/>
                </a:lnTo>
                <a:lnTo>
                  <a:pt x="25000" y="54018"/>
                </a:lnTo>
                <a:lnTo>
                  <a:pt x="28125" y="52679"/>
                </a:lnTo>
                <a:close/>
                <a:moveTo>
                  <a:pt x="67411" y="52679"/>
                </a:moveTo>
                <a:lnTo>
                  <a:pt x="67857" y="52232"/>
                </a:lnTo>
                <a:lnTo>
                  <a:pt x="72321" y="52232"/>
                </a:lnTo>
                <a:lnTo>
                  <a:pt x="72768" y="52679"/>
                </a:lnTo>
                <a:lnTo>
                  <a:pt x="73214" y="53125"/>
                </a:lnTo>
                <a:lnTo>
                  <a:pt x="74107" y="53125"/>
                </a:lnTo>
                <a:lnTo>
                  <a:pt x="75000" y="53125"/>
                </a:lnTo>
                <a:lnTo>
                  <a:pt x="76786" y="54018"/>
                </a:lnTo>
                <a:lnTo>
                  <a:pt x="79911" y="57143"/>
                </a:lnTo>
                <a:lnTo>
                  <a:pt x="79911" y="58036"/>
                </a:lnTo>
                <a:lnTo>
                  <a:pt x="79911" y="58929"/>
                </a:lnTo>
                <a:lnTo>
                  <a:pt x="80357" y="59375"/>
                </a:lnTo>
                <a:lnTo>
                  <a:pt x="80804" y="59821"/>
                </a:lnTo>
                <a:lnTo>
                  <a:pt x="80804" y="66964"/>
                </a:lnTo>
                <a:lnTo>
                  <a:pt x="80357" y="67411"/>
                </a:lnTo>
                <a:lnTo>
                  <a:pt x="67857" y="67411"/>
                </a:lnTo>
                <a:lnTo>
                  <a:pt x="67411" y="66964"/>
                </a:lnTo>
                <a:lnTo>
                  <a:pt x="67411" y="66071"/>
                </a:lnTo>
                <a:lnTo>
                  <a:pt x="67857" y="65625"/>
                </a:lnTo>
                <a:lnTo>
                  <a:pt x="77679" y="65625"/>
                </a:lnTo>
                <a:lnTo>
                  <a:pt x="79018" y="64286"/>
                </a:lnTo>
                <a:lnTo>
                  <a:pt x="79018" y="60714"/>
                </a:lnTo>
                <a:lnTo>
                  <a:pt x="77232" y="57143"/>
                </a:lnTo>
                <a:lnTo>
                  <a:pt x="75000" y="54911"/>
                </a:lnTo>
                <a:lnTo>
                  <a:pt x="73214" y="54018"/>
                </a:lnTo>
                <a:lnTo>
                  <a:pt x="67857" y="54018"/>
                </a:lnTo>
                <a:lnTo>
                  <a:pt x="67411" y="54464"/>
                </a:lnTo>
                <a:lnTo>
                  <a:pt x="66964" y="54911"/>
                </a:lnTo>
                <a:lnTo>
                  <a:pt x="66518" y="54464"/>
                </a:lnTo>
                <a:lnTo>
                  <a:pt x="66518" y="53571"/>
                </a:lnTo>
                <a:lnTo>
                  <a:pt x="66964" y="53125"/>
                </a:lnTo>
                <a:lnTo>
                  <a:pt x="67411" y="526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4197096" y="544068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C1 · Foyers avec</a:t>
            </a:r>
            <a:endParaRPr lang="en-US" sz="1330" dirty="0"/>
          </a:p>
          <a:p>
            <a:pPr marL="0" indent="0">
              <a:buNone/>
            </a:pPr>
            <a:r>
              <a:rPr lang="en-US" sz="133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enfants, faibles</a:t>
            </a:r>
          </a:p>
          <a:p>
            <a:pPr marL="0" indent="0">
              <a:buNone/>
            </a:pPr>
            <a:r>
              <a:rPr lang="en-US" sz="133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dépenses</a:t>
            </a:r>
          </a:p>
        </p:txBody>
      </p:sp>
      <p:sp>
        <p:nvSpPr>
          <p:cNvPr id="18" name="Shape 13"/>
          <p:cNvSpPr/>
          <p:nvPr/>
        </p:nvSpPr>
        <p:spPr>
          <a:xfrm>
            <a:off x="6126480" y="5285232"/>
            <a:ext cx="2834640" cy="1060704"/>
          </a:xfrm>
          <a:prstGeom prst="roundRect">
            <a:avLst>
              <a:gd name="adj" fmla="val 12069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6254496" y="5431536"/>
            <a:ext cx="795528" cy="7955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ECTOR_bag_38"/>
          <p:cNvSpPr/>
          <p:nvPr/>
        </p:nvSpPr>
        <p:spPr>
          <a:xfrm>
            <a:off x="6254496" y="5431536"/>
            <a:ext cx="795528" cy="7955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7132320" y="544068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B4530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C2 · Foyers avec</a:t>
            </a:r>
            <a:endParaRPr lang="en-US" sz="1330" dirty="0"/>
          </a:p>
          <a:p>
            <a:pPr marL="0" indent="0">
              <a:buNone/>
            </a:pPr>
            <a:r>
              <a:rPr lang="en-US" sz="1330" b="1" dirty="0">
                <a:solidFill>
                  <a:srgbClr val="B4530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enfants, dépenses</a:t>
            </a:r>
          </a:p>
          <a:p>
            <a:pPr marL="0" indent="0">
              <a:buNone/>
            </a:pPr>
            <a:r>
              <a:rPr lang="en-US" sz="1330" b="1" dirty="0">
                <a:solidFill>
                  <a:srgbClr val="B4530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intermédiaires</a:t>
            </a:r>
          </a:p>
        </p:txBody>
      </p:sp>
      <p:sp>
        <p:nvSpPr>
          <p:cNvPr id="22" name="Shape 17"/>
          <p:cNvSpPr/>
          <p:nvPr/>
        </p:nvSpPr>
        <p:spPr>
          <a:xfrm>
            <a:off x="9061704" y="5285232"/>
            <a:ext cx="2834640" cy="1060704"/>
          </a:xfrm>
          <a:prstGeom prst="roundRect">
            <a:avLst>
              <a:gd name="adj" fmla="val 12069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9189720" y="5431536"/>
            <a:ext cx="795528" cy="7955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VECTOR_diamond_39"/>
          <p:cNvSpPr/>
          <p:nvPr/>
        </p:nvSpPr>
        <p:spPr>
          <a:xfrm>
            <a:off x="9189720" y="5431536"/>
            <a:ext cx="795528" cy="79552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0873" y="27778"/>
                </a:moveTo>
                <a:lnTo>
                  <a:pt x="41270" y="27381"/>
                </a:lnTo>
                <a:lnTo>
                  <a:pt x="42063" y="27381"/>
                </a:lnTo>
                <a:lnTo>
                  <a:pt x="42460" y="27778"/>
                </a:lnTo>
                <a:lnTo>
                  <a:pt x="42857" y="28175"/>
                </a:lnTo>
                <a:lnTo>
                  <a:pt x="57937" y="28175"/>
                </a:lnTo>
                <a:lnTo>
                  <a:pt x="58333" y="27778"/>
                </a:lnTo>
                <a:lnTo>
                  <a:pt x="58730" y="27381"/>
                </a:lnTo>
                <a:lnTo>
                  <a:pt x="59524" y="27381"/>
                </a:lnTo>
                <a:lnTo>
                  <a:pt x="60317" y="27381"/>
                </a:lnTo>
                <a:lnTo>
                  <a:pt x="60714" y="27778"/>
                </a:lnTo>
                <a:lnTo>
                  <a:pt x="61111" y="28175"/>
                </a:lnTo>
                <a:lnTo>
                  <a:pt x="66667" y="28175"/>
                </a:lnTo>
                <a:lnTo>
                  <a:pt x="71825" y="34127"/>
                </a:lnTo>
                <a:lnTo>
                  <a:pt x="71825" y="34921"/>
                </a:lnTo>
                <a:lnTo>
                  <a:pt x="74206" y="37302"/>
                </a:lnTo>
                <a:lnTo>
                  <a:pt x="74206" y="38095"/>
                </a:lnTo>
                <a:lnTo>
                  <a:pt x="78175" y="42063"/>
                </a:lnTo>
                <a:lnTo>
                  <a:pt x="78968" y="43651"/>
                </a:lnTo>
                <a:lnTo>
                  <a:pt x="78968" y="44444"/>
                </a:lnTo>
                <a:lnTo>
                  <a:pt x="78968" y="45238"/>
                </a:lnTo>
                <a:lnTo>
                  <a:pt x="76587" y="47619"/>
                </a:lnTo>
                <a:lnTo>
                  <a:pt x="76587" y="48413"/>
                </a:lnTo>
                <a:lnTo>
                  <a:pt x="71825" y="53175"/>
                </a:lnTo>
                <a:lnTo>
                  <a:pt x="71825" y="53968"/>
                </a:lnTo>
                <a:lnTo>
                  <a:pt x="67063" y="58730"/>
                </a:lnTo>
                <a:lnTo>
                  <a:pt x="67063" y="59524"/>
                </a:lnTo>
                <a:lnTo>
                  <a:pt x="59921" y="67460"/>
                </a:lnTo>
                <a:lnTo>
                  <a:pt x="57540" y="69841"/>
                </a:lnTo>
                <a:lnTo>
                  <a:pt x="57540" y="70635"/>
                </a:lnTo>
                <a:lnTo>
                  <a:pt x="53968" y="74206"/>
                </a:lnTo>
                <a:lnTo>
                  <a:pt x="53175" y="74206"/>
                </a:lnTo>
                <a:lnTo>
                  <a:pt x="41667" y="61905"/>
                </a:lnTo>
                <a:lnTo>
                  <a:pt x="41667" y="61111"/>
                </a:lnTo>
                <a:lnTo>
                  <a:pt x="32143" y="50794"/>
                </a:lnTo>
                <a:lnTo>
                  <a:pt x="32143" y="50000"/>
                </a:lnTo>
                <a:lnTo>
                  <a:pt x="28175" y="46032"/>
                </a:lnTo>
                <a:lnTo>
                  <a:pt x="27381" y="44444"/>
                </a:lnTo>
                <a:lnTo>
                  <a:pt x="28175" y="42857"/>
                </a:lnTo>
                <a:lnTo>
                  <a:pt x="33730" y="36508"/>
                </a:lnTo>
                <a:lnTo>
                  <a:pt x="33730" y="35714"/>
                </a:lnTo>
                <a:lnTo>
                  <a:pt x="40873" y="27778"/>
                </a:lnTo>
                <a:close/>
                <a:moveTo>
                  <a:pt x="42063" y="28968"/>
                </a:moveTo>
                <a:lnTo>
                  <a:pt x="35317" y="36508"/>
                </a:lnTo>
                <a:lnTo>
                  <a:pt x="35317" y="37302"/>
                </a:lnTo>
                <a:lnTo>
                  <a:pt x="30556" y="42857"/>
                </a:lnTo>
                <a:lnTo>
                  <a:pt x="30952" y="43254"/>
                </a:lnTo>
                <a:lnTo>
                  <a:pt x="34921" y="43254"/>
                </a:lnTo>
                <a:lnTo>
                  <a:pt x="42063" y="43254"/>
                </a:lnTo>
                <a:lnTo>
                  <a:pt x="42460" y="42857"/>
                </a:lnTo>
                <a:lnTo>
                  <a:pt x="43254" y="41270"/>
                </a:lnTo>
                <a:lnTo>
                  <a:pt x="43254" y="40476"/>
                </a:lnTo>
                <a:lnTo>
                  <a:pt x="43254" y="39683"/>
                </a:lnTo>
                <a:lnTo>
                  <a:pt x="43651" y="39286"/>
                </a:lnTo>
                <a:lnTo>
                  <a:pt x="44048" y="38889"/>
                </a:lnTo>
                <a:lnTo>
                  <a:pt x="44048" y="38095"/>
                </a:lnTo>
                <a:lnTo>
                  <a:pt x="44048" y="37302"/>
                </a:lnTo>
                <a:lnTo>
                  <a:pt x="44444" y="36905"/>
                </a:lnTo>
                <a:lnTo>
                  <a:pt x="44841" y="36508"/>
                </a:lnTo>
                <a:lnTo>
                  <a:pt x="44841" y="34127"/>
                </a:lnTo>
                <a:lnTo>
                  <a:pt x="45238" y="33730"/>
                </a:lnTo>
                <a:lnTo>
                  <a:pt x="45635" y="33333"/>
                </a:lnTo>
                <a:lnTo>
                  <a:pt x="46429" y="29365"/>
                </a:lnTo>
                <a:lnTo>
                  <a:pt x="46032" y="28968"/>
                </a:lnTo>
                <a:lnTo>
                  <a:pt x="42063" y="28968"/>
                </a:lnTo>
                <a:close/>
                <a:moveTo>
                  <a:pt x="48413" y="28968"/>
                </a:moveTo>
                <a:lnTo>
                  <a:pt x="47222" y="30952"/>
                </a:lnTo>
                <a:lnTo>
                  <a:pt x="47222" y="31746"/>
                </a:lnTo>
                <a:lnTo>
                  <a:pt x="47222" y="32540"/>
                </a:lnTo>
                <a:lnTo>
                  <a:pt x="46825" y="32937"/>
                </a:lnTo>
                <a:lnTo>
                  <a:pt x="46429" y="33333"/>
                </a:lnTo>
                <a:lnTo>
                  <a:pt x="46429" y="35714"/>
                </a:lnTo>
                <a:lnTo>
                  <a:pt x="46032" y="36111"/>
                </a:lnTo>
                <a:lnTo>
                  <a:pt x="45635" y="36508"/>
                </a:lnTo>
                <a:lnTo>
                  <a:pt x="45635" y="37302"/>
                </a:lnTo>
                <a:lnTo>
                  <a:pt x="45635" y="38095"/>
                </a:lnTo>
                <a:lnTo>
                  <a:pt x="45238" y="38492"/>
                </a:lnTo>
                <a:lnTo>
                  <a:pt x="44841" y="38889"/>
                </a:lnTo>
                <a:lnTo>
                  <a:pt x="44841" y="41270"/>
                </a:lnTo>
                <a:lnTo>
                  <a:pt x="44048" y="42857"/>
                </a:lnTo>
                <a:lnTo>
                  <a:pt x="44444" y="43254"/>
                </a:lnTo>
                <a:lnTo>
                  <a:pt x="58730" y="43254"/>
                </a:lnTo>
                <a:lnTo>
                  <a:pt x="62698" y="43254"/>
                </a:lnTo>
                <a:lnTo>
                  <a:pt x="63095" y="42857"/>
                </a:lnTo>
                <a:lnTo>
                  <a:pt x="62698" y="42460"/>
                </a:lnTo>
                <a:lnTo>
                  <a:pt x="62302" y="42063"/>
                </a:lnTo>
                <a:lnTo>
                  <a:pt x="62302" y="39683"/>
                </a:lnTo>
                <a:lnTo>
                  <a:pt x="61905" y="39286"/>
                </a:lnTo>
                <a:lnTo>
                  <a:pt x="61508" y="38889"/>
                </a:lnTo>
                <a:lnTo>
                  <a:pt x="61508" y="38095"/>
                </a:lnTo>
                <a:lnTo>
                  <a:pt x="61508" y="37302"/>
                </a:lnTo>
                <a:lnTo>
                  <a:pt x="61111" y="36905"/>
                </a:lnTo>
                <a:lnTo>
                  <a:pt x="60714" y="36508"/>
                </a:lnTo>
                <a:lnTo>
                  <a:pt x="60714" y="34127"/>
                </a:lnTo>
                <a:lnTo>
                  <a:pt x="60317" y="33730"/>
                </a:lnTo>
                <a:lnTo>
                  <a:pt x="59921" y="33333"/>
                </a:lnTo>
                <a:lnTo>
                  <a:pt x="59921" y="32540"/>
                </a:lnTo>
                <a:lnTo>
                  <a:pt x="59921" y="31746"/>
                </a:lnTo>
                <a:lnTo>
                  <a:pt x="59127" y="30159"/>
                </a:lnTo>
                <a:lnTo>
                  <a:pt x="57937" y="28968"/>
                </a:lnTo>
                <a:lnTo>
                  <a:pt x="48413" y="28968"/>
                </a:lnTo>
                <a:close/>
                <a:moveTo>
                  <a:pt x="61111" y="28968"/>
                </a:moveTo>
                <a:lnTo>
                  <a:pt x="60714" y="31746"/>
                </a:lnTo>
                <a:lnTo>
                  <a:pt x="61111" y="32143"/>
                </a:lnTo>
                <a:lnTo>
                  <a:pt x="61508" y="32540"/>
                </a:lnTo>
                <a:lnTo>
                  <a:pt x="61508" y="33333"/>
                </a:lnTo>
                <a:lnTo>
                  <a:pt x="61508" y="34127"/>
                </a:lnTo>
                <a:lnTo>
                  <a:pt x="63095" y="37302"/>
                </a:lnTo>
                <a:lnTo>
                  <a:pt x="63095" y="39683"/>
                </a:lnTo>
                <a:lnTo>
                  <a:pt x="63492" y="40079"/>
                </a:lnTo>
                <a:lnTo>
                  <a:pt x="63889" y="40476"/>
                </a:lnTo>
                <a:lnTo>
                  <a:pt x="64286" y="43254"/>
                </a:lnTo>
                <a:lnTo>
                  <a:pt x="76190" y="43254"/>
                </a:lnTo>
                <a:lnTo>
                  <a:pt x="76587" y="42857"/>
                </a:lnTo>
                <a:lnTo>
                  <a:pt x="74206" y="40476"/>
                </a:lnTo>
                <a:lnTo>
                  <a:pt x="74206" y="39683"/>
                </a:lnTo>
                <a:lnTo>
                  <a:pt x="71825" y="37302"/>
                </a:lnTo>
                <a:lnTo>
                  <a:pt x="71825" y="36508"/>
                </a:lnTo>
                <a:lnTo>
                  <a:pt x="65079" y="28968"/>
                </a:lnTo>
                <a:lnTo>
                  <a:pt x="61111" y="28968"/>
                </a:lnTo>
                <a:close/>
                <a:moveTo>
                  <a:pt x="30952" y="44841"/>
                </a:moveTo>
                <a:lnTo>
                  <a:pt x="30556" y="45238"/>
                </a:lnTo>
                <a:lnTo>
                  <a:pt x="30556" y="46032"/>
                </a:lnTo>
                <a:lnTo>
                  <a:pt x="32937" y="48413"/>
                </a:lnTo>
                <a:lnTo>
                  <a:pt x="32937" y="49206"/>
                </a:lnTo>
                <a:lnTo>
                  <a:pt x="39286" y="55556"/>
                </a:lnTo>
                <a:lnTo>
                  <a:pt x="39286" y="56349"/>
                </a:lnTo>
                <a:lnTo>
                  <a:pt x="44048" y="61111"/>
                </a:lnTo>
                <a:lnTo>
                  <a:pt x="44048" y="61905"/>
                </a:lnTo>
                <a:lnTo>
                  <a:pt x="50000" y="67857"/>
                </a:lnTo>
                <a:lnTo>
                  <a:pt x="50794" y="67857"/>
                </a:lnTo>
                <a:lnTo>
                  <a:pt x="51190" y="67460"/>
                </a:lnTo>
                <a:lnTo>
                  <a:pt x="49603" y="65079"/>
                </a:lnTo>
                <a:lnTo>
                  <a:pt x="49603" y="64286"/>
                </a:lnTo>
                <a:lnTo>
                  <a:pt x="49603" y="63492"/>
                </a:lnTo>
                <a:lnTo>
                  <a:pt x="47222" y="58730"/>
                </a:lnTo>
                <a:lnTo>
                  <a:pt x="46429" y="54762"/>
                </a:lnTo>
                <a:lnTo>
                  <a:pt x="44841" y="52381"/>
                </a:lnTo>
                <a:lnTo>
                  <a:pt x="44841" y="51587"/>
                </a:lnTo>
                <a:lnTo>
                  <a:pt x="44841" y="50794"/>
                </a:lnTo>
                <a:lnTo>
                  <a:pt x="42460" y="46032"/>
                </a:lnTo>
                <a:lnTo>
                  <a:pt x="41270" y="44841"/>
                </a:lnTo>
                <a:lnTo>
                  <a:pt x="30952" y="44841"/>
                </a:lnTo>
                <a:close/>
                <a:moveTo>
                  <a:pt x="44444" y="44841"/>
                </a:moveTo>
                <a:lnTo>
                  <a:pt x="44048" y="46825"/>
                </a:lnTo>
                <a:lnTo>
                  <a:pt x="44444" y="47222"/>
                </a:lnTo>
                <a:lnTo>
                  <a:pt x="44841" y="47619"/>
                </a:lnTo>
                <a:lnTo>
                  <a:pt x="44841" y="48413"/>
                </a:lnTo>
                <a:lnTo>
                  <a:pt x="44841" y="49206"/>
                </a:lnTo>
                <a:lnTo>
                  <a:pt x="47222" y="53175"/>
                </a:lnTo>
                <a:lnTo>
                  <a:pt x="47222" y="53968"/>
                </a:lnTo>
                <a:lnTo>
                  <a:pt x="47222" y="54762"/>
                </a:lnTo>
                <a:lnTo>
                  <a:pt x="48810" y="57143"/>
                </a:lnTo>
                <a:lnTo>
                  <a:pt x="48810" y="57937"/>
                </a:lnTo>
                <a:lnTo>
                  <a:pt x="48810" y="58730"/>
                </a:lnTo>
                <a:lnTo>
                  <a:pt x="51190" y="63492"/>
                </a:lnTo>
                <a:lnTo>
                  <a:pt x="51190" y="64286"/>
                </a:lnTo>
                <a:lnTo>
                  <a:pt x="51190" y="65079"/>
                </a:lnTo>
                <a:lnTo>
                  <a:pt x="52778" y="67460"/>
                </a:lnTo>
                <a:lnTo>
                  <a:pt x="52778" y="68254"/>
                </a:lnTo>
                <a:lnTo>
                  <a:pt x="52778" y="69048"/>
                </a:lnTo>
                <a:lnTo>
                  <a:pt x="53175" y="69444"/>
                </a:lnTo>
                <a:lnTo>
                  <a:pt x="53968" y="69444"/>
                </a:lnTo>
                <a:lnTo>
                  <a:pt x="55159" y="68254"/>
                </a:lnTo>
                <a:lnTo>
                  <a:pt x="55159" y="67460"/>
                </a:lnTo>
                <a:lnTo>
                  <a:pt x="55159" y="66667"/>
                </a:lnTo>
                <a:lnTo>
                  <a:pt x="55556" y="66270"/>
                </a:lnTo>
                <a:lnTo>
                  <a:pt x="55952" y="65873"/>
                </a:lnTo>
                <a:lnTo>
                  <a:pt x="56349" y="63889"/>
                </a:lnTo>
                <a:lnTo>
                  <a:pt x="56746" y="61905"/>
                </a:lnTo>
                <a:lnTo>
                  <a:pt x="57143" y="61508"/>
                </a:lnTo>
                <a:lnTo>
                  <a:pt x="57540" y="61111"/>
                </a:lnTo>
                <a:lnTo>
                  <a:pt x="57540" y="60317"/>
                </a:lnTo>
                <a:lnTo>
                  <a:pt x="57540" y="59524"/>
                </a:lnTo>
                <a:lnTo>
                  <a:pt x="57937" y="59127"/>
                </a:lnTo>
                <a:lnTo>
                  <a:pt x="58333" y="58730"/>
                </a:lnTo>
                <a:lnTo>
                  <a:pt x="58333" y="57937"/>
                </a:lnTo>
                <a:lnTo>
                  <a:pt x="58333" y="57143"/>
                </a:lnTo>
                <a:lnTo>
                  <a:pt x="58730" y="56746"/>
                </a:lnTo>
                <a:lnTo>
                  <a:pt x="59127" y="56349"/>
                </a:lnTo>
                <a:lnTo>
                  <a:pt x="59127" y="55556"/>
                </a:lnTo>
                <a:lnTo>
                  <a:pt x="59127" y="54762"/>
                </a:lnTo>
                <a:lnTo>
                  <a:pt x="60714" y="52381"/>
                </a:lnTo>
                <a:lnTo>
                  <a:pt x="60714" y="51587"/>
                </a:lnTo>
                <a:lnTo>
                  <a:pt x="60714" y="50794"/>
                </a:lnTo>
                <a:lnTo>
                  <a:pt x="62302" y="47619"/>
                </a:lnTo>
                <a:lnTo>
                  <a:pt x="62302" y="45238"/>
                </a:lnTo>
                <a:lnTo>
                  <a:pt x="61905" y="44841"/>
                </a:lnTo>
                <a:lnTo>
                  <a:pt x="44444" y="44841"/>
                </a:lnTo>
                <a:close/>
                <a:moveTo>
                  <a:pt x="65079" y="44841"/>
                </a:moveTo>
                <a:lnTo>
                  <a:pt x="63889" y="46032"/>
                </a:lnTo>
                <a:lnTo>
                  <a:pt x="63889" y="46825"/>
                </a:lnTo>
                <a:lnTo>
                  <a:pt x="63889" y="47619"/>
                </a:lnTo>
                <a:lnTo>
                  <a:pt x="61508" y="52381"/>
                </a:lnTo>
                <a:lnTo>
                  <a:pt x="60714" y="56349"/>
                </a:lnTo>
                <a:lnTo>
                  <a:pt x="59127" y="58730"/>
                </a:lnTo>
                <a:lnTo>
                  <a:pt x="59127" y="59524"/>
                </a:lnTo>
                <a:lnTo>
                  <a:pt x="59127" y="60317"/>
                </a:lnTo>
                <a:lnTo>
                  <a:pt x="58730" y="60714"/>
                </a:lnTo>
                <a:lnTo>
                  <a:pt x="58333" y="61111"/>
                </a:lnTo>
                <a:lnTo>
                  <a:pt x="57540" y="65079"/>
                </a:lnTo>
                <a:lnTo>
                  <a:pt x="55952" y="67460"/>
                </a:lnTo>
                <a:lnTo>
                  <a:pt x="57937" y="67857"/>
                </a:lnTo>
                <a:lnTo>
                  <a:pt x="58333" y="67460"/>
                </a:lnTo>
                <a:lnTo>
                  <a:pt x="58333" y="66667"/>
                </a:lnTo>
                <a:lnTo>
                  <a:pt x="61905" y="63095"/>
                </a:lnTo>
                <a:lnTo>
                  <a:pt x="62302" y="62698"/>
                </a:lnTo>
                <a:lnTo>
                  <a:pt x="62302" y="61905"/>
                </a:lnTo>
                <a:lnTo>
                  <a:pt x="67063" y="57143"/>
                </a:lnTo>
                <a:lnTo>
                  <a:pt x="67063" y="56349"/>
                </a:lnTo>
                <a:lnTo>
                  <a:pt x="75794" y="46825"/>
                </a:lnTo>
                <a:lnTo>
                  <a:pt x="75397" y="44841"/>
                </a:lnTo>
                <a:lnTo>
                  <a:pt x="65079" y="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10067544" y="544068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C3 · Foyers surtout</a:t>
            </a:r>
            <a:endParaRPr lang="en-US" sz="1330" dirty="0"/>
          </a:p>
          <a:p>
            <a:pPr marL="0" indent="0">
              <a:buNone/>
            </a:pPr>
            <a:r>
              <a:rPr lang="en-US" sz="133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sans enfant, fortes</a:t>
            </a:r>
          </a:p>
          <a:p>
            <a:pPr marL="0" indent="0">
              <a:buNone/>
            </a:pPr>
            <a:r>
              <a:rPr lang="en-US" sz="133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10. CLUSTER 0 </a:t>
            </a:r>
            <a:r>
              <a:rPr lang="en-US" sz="38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3800" dirty="0">
                <a:latin typeface="Aptos" pitchFamily="34" charset="0"/>
                <a:ea typeface="Segoe UI" pitchFamily="34" charset="-122"/>
                <a:cs typeface="Segoe UI" pitchFamily="34" charset="-120"/>
              </a:rPr>
              <a:t>Jeunes foyers modestes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segment le plus jeune présente un faible revenu et de faibles dépenses observées.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Montants : unités du jeu de données · Âges en 2014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Projet de groupe ENSEA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865376"/>
            <a:ext cx="2715768" cy="27157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VECTOR_hero_family_40"/>
          <p:cNvSpPr/>
          <p:nvPr/>
        </p:nvSpPr>
        <p:spPr>
          <a:xfrm>
            <a:off x="457200" y="1865376"/>
            <a:ext cx="2715768" cy="27157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28668" y="25815"/>
                </a:moveTo>
                <a:lnTo>
                  <a:pt x="28804" y="25679"/>
                </a:lnTo>
                <a:lnTo>
                  <a:pt x="32065" y="25679"/>
                </a:lnTo>
                <a:lnTo>
                  <a:pt x="32880" y="26223"/>
                </a:lnTo>
                <a:lnTo>
                  <a:pt x="33152" y="26223"/>
                </a:lnTo>
                <a:lnTo>
                  <a:pt x="33424" y="26223"/>
                </a:lnTo>
                <a:lnTo>
                  <a:pt x="33967" y="26495"/>
                </a:lnTo>
                <a:lnTo>
                  <a:pt x="36005" y="28533"/>
                </a:lnTo>
                <a:lnTo>
                  <a:pt x="36821" y="30163"/>
                </a:lnTo>
                <a:lnTo>
                  <a:pt x="37092" y="32609"/>
                </a:lnTo>
                <a:lnTo>
                  <a:pt x="36957" y="32745"/>
                </a:lnTo>
                <a:lnTo>
                  <a:pt x="36821" y="32880"/>
                </a:lnTo>
                <a:lnTo>
                  <a:pt x="36821" y="33696"/>
                </a:lnTo>
                <a:lnTo>
                  <a:pt x="36685" y="33832"/>
                </a:lnTo>
                <a:lnTo>
                  <a:pt x="36549" y="33967"/>
                </a:lnTo>
                <a:lnTo>
                  <a:pt x="36549" y="34239"/>
                </a:lnTo>
                <a:lnTo>
                  <a:pt x="36549" y="34511"/>
                </a:lnTo>
                <a:lnTo>
                  <a:pt x="36277" y="35054"/>
                </a:lnTo>
                <a:lnTo>
                  <a:pt x="35734" y="35598"/>
                </a:lnTo>
                <a:lnTo>
                  <a:pt x="35734" y="35870"/>
                </a:lnTo>
                <a:lnTo>
                  <a:pt x="34511" y="37092"/>
                </a:lnTo>
                <a:lnTo>
                  <a:pt x="34239" y="37092"/>
                </a:lnTo>
                <a:lnTo>
                  <a:pt x="33152" y="37908"/>
                </a:lnTo>
                <a:lnTo>
                  <a:pt x="32880" y="37908"/>
                </a:lnTo>
                <a:lnTo>
                  <a:pt x="32609" y="37908"/>
                </a:lnTo>
                <a:lnTo>
                  <a:pt x="32065" y="38179"/>
                </a:lnTo>
                <a:lnTo>
                  <a:pt x="31522" y="38451"/>
                </a:lnTo>
                <a:lnTo>
                  <a:pt x="29348" y="38451"/>
                </a:lnTo>
                <a:lnTo>
                  <a:pt x="29212" y="38315"/>
                </a:lnTo>
                <a:lnTo>
                  <a:pt x="29076" y="38179"/>
                </a:lnTo>
                <a:lnTo>
                  <a:pt x="28261" y="38179"/>
                </a:lnTo>
                <a:lnTo>
                  <a:pt x="26630" y="37364"/>
                </a:lnTo>
                <a:lnTo>
                  <a:pt x="24592" y="35326"/>
                </a:lnTo>
                <a:lnTo>
                  <a:pt x="24049" y="34239"/>
                </a:lnTo>
                <a:lnTo>
                  <a:pt x="24049" y="33967"/>
                </a:lnTo>
                <a:lnTo>
                  <a:pt x="24049" y="33696"/>
                </a:lnTo>
                <a:lnTo>
                  <a:pt x="23913" y="33560"/>
                </a:lnTo>
                <a:lnTo>
                  <a:pt x="23777" y="33424"/>
                </a:lnTo>
                <a:lnTo>
                  <a:pt x="23777" y="30707"/>
                </a:lnTo>
                <a:lnTo>
                  <a:pt x="23913" y="30571"/>
                </a:lnTo>
                <a:lnTo>
                  <a:pt x="24049" y="30435"/>
                </a:lnTo>
                <a:lnTo>
                  <a:pt x="24321" y="29076"/>
                </a:lnTo>
                <a:lnTo>
                  <a:pt x="24864" y="28533"/>
                </a:lnTo>
                <a:lnTo>
                  <a:pt x="24864" y="28261"/>
                </a:lnTo>
                <a:lnTo>
                  <a:pt x="26359" y="26766"/>
                </a:lnTo>
                <a:lnTo>
                  <a:pt x="27989" y="25951"/>
                </a:lnTo>
                <a:lnTo>
                  <a:pt x="28668" y="25815"/>
                </a:lnTo>
                <a:close/>
                <a:moveTo>
                  <a:pt x="67255" y="25815"/>
                </a:moveTo>
                <a:lnTo>
                  <a:pt x="67391" y="25679"/>
                </a:lnTo>
                <a:lnTo>
                  <a:pt x="70109" y="25679"/>
                </a:lnTo>
                <a:lnTo>
                  <a:pt x="70245" y="25815"/>
                </a:lnTo>
                <a:lnTo>
                  <a:pt x="70380" y="25951"/>
                </a:lnTo>
                <a:lnTo>
                  <a:pt x="71196" y="25951"/>
                </a:lnTo>
                <a:lnTo>
                  <a:pt x="72826" y="26766"/>
                </a:lnTo>
                <a:lnTo>
                  <a:pt x="74592" y="28533"/>
                </a:lnTo>
                <a:lnTo>
                  <a:pt x="75679" y="30707"/>
                </a:lnTo>
                <a:lnTo>
                  <a:pt x="75679" y="31522"/>
                </a:lnTo>
                <a:lnTo>
                  <a:pt x="75815" y="31658"/>
                </a:lnTo>
                <a:lnTo>
                  <a:pt x="75951" y="31793"/>
                </a:lnTo>
                <a:lnTo>
                  <a:pt x="75951" y="34239"/>
                </a:lnTo>
                <a:lnTo>
                  <a:pt x="76087" y="34375"/>
                </a:lnTo>
                <a:lnTo>
                  <a:pt x="76223" y="34511"/>
                </a:lnTo>
                <a:lnTo>
                  <a:pt x="76223" y="35326"/>
                </a:lnTo>
                <a:lnTo>
                  <a:pt x="76359" y="35462"/>
                </a:lnTo>
                <a:lnTo>
                  <a:pt x="76495" y="35598"/>
                </a:lnTo>
                <a:lnTo>
                  <a:pt x="76495" y="35870"/>
                </a:lnTo>
                <a:lnTo>
                  <a:pt x="76495" y="36141"/>
                </a:lnTo>
                <a:lnTo>
                  <a:pt x="77310" y="37772"/>
                </a:lnTo>
                <a:lnTo>
                  <a:pt x="78397" y="38859"/>
                </a:lnTo>
                <a:lnTo>
                  <a:pt x="77989" y="39810"/>
                </a:lnTo>
                <a:lnTo>
                  <a:pt x="77446" y="40082"/>
                </a:lnTo>
                <a:lnTo>
                  <a:pt x="76630" y="40082"/>
                </a:lnTo>
                <a:lnTo>
                  <a:pt x="76495" y="39402"/>
                </a:lnTo>
                <a:lnTo>
                  <a:pt x="76766" y="38859"/>
                </a:lnTo>
                <a:lnTo>
                  <a:pt x="75679" y="37500"/>
                </a:lnTo>
                <a:lnTo>
                  <a:pt x="75136" y="36141"/>
                </a:lnTo>
                <a:lnTo>
                  <a:pt x="75000" y="36005"/>
                </a:lnTo>
                <a:lnTo>
                  <a:pt x="74728" y="36005"/>
                </a:lnTo>
                <a:lnTo>
                  <a:pt x="73777" y="37228"/>
                </a:lnTo>
                <a:lnTo>
                  <a:pt x="73777" y="37500"/>
                </a:lnTo>
                <a:lnTo>
                  <a:pt x="72826" y="38451"/>
                </a:lnTo>
                <a:lnTo>
                  <a:pt x="71196" y="39266"/>
                </a:lnTo>
                <a:lnTo>
                  <a:pt x="70924" y="39266"/>
                </a:lnTo>
                <a:lnTo>
                  <a:pt x="70652" y="39266"/>
                </a:lnTo>
                <a:lnTo>
                  <a:pt x="70109" y="39538"/>
                </a:lnTo>
                <a:lnTo>
                  <a:pt x="67120" y="39538"/>
                </a:lnTo>
                <a:lnTo>
                  <a:pt x="66984" y="39402"/>
                </a:lnTo>
                <a:lnTo>
                  <a:pt x="66848" y="39266"/>
                </a:lnTo>
                <a:lnTo>
                  <a:pt x="66576" y="39266"/>
                </a:lnTo>
                <a:lnTo>
                  <a:pt x="66304" y="39266"/>
                </a:lnTo>
                <a:lnTo>
                  <a:pt x="65761" y="38995"/>
                </a:lnTo>
                <a:lnTo>
                  <a:pt x="63995" y="37500"/>
                </a:lnTo>
                <a:lnTo>
                  <a:pt x="63995" y="37228"/>
                </a:lnTo>
                <a:lnTo>
                  <a:pt x="63451" y="36685"/>
                </a:lnTo>
                <a:lnTo>
                  <a:pt x="63043" y="35734"/>
                </a:lnTo>
                <a:lnTo>
                  <a:pt x="62772" y="35734"/>
                </a:lnTo>
                <a:lnTo>
                  <a:pt x="62636" y="35870"/>
                </a:lnTo>
                <a:lnTo>
                  <a:pt x="62364" y="36413"/>
                </a:lnTo>
                <a:lnTo>
                  <a:pt x="62364" y="36685"/>
                </a:lnTo>
                <a:lnTo>
                  <a:pt x="62364" y="36957"/>
                </a:lnTo>
                <a:lnTo>
                  <a:pt x="61277" y="38587"/>
                </a:lnTo>
                <a:lnTo>
                  <a:pt x="61277" y="39674"/>
                </a:lnTo>
                <a:lnTo>
                  <a:pt x="61413" y="39810"/>
                </a:lnTo>
                <a:lnTo>
                  <a:pt x="61549" y="39946"/>
                </a:lnTo>
                <a:lnTo>
                  <a:pt x="61141" y="40353"/>
                </a:lnTo>
                <a:lnTo>
                  <a:pt x="60326" y="40082"/>
                </a:lnTo>
                <a:lnTo>
                  <a:pt x="59375" y="38859"/>
                </a:lnTo>
                <a:lnTo>
                  <a:pt x="60734" y="37228"/>
                </a:lnTo>
                <a:lnTo>
                  <a:pt x="61277" y="36141"/>
                </a:lnTo>
                <a:lnTo>
                  <a:pt x="61277" y="35870"/>
                </a:lnTo>
                <a:lnTo>
                  <a:pt x="61277" y="35598"/>
                </a:lnTo>
                <a:lnTo>
                  <a:pt x="61413" y="35462"/>
                </a:lnTo>
                <a:lnTo>
                  <a:pt x="61549" y="35326"/>
                </a:lnTo>
                <a:lnTo>
                  <a:pt x="61549" y="33967"/>
                </a:lnTo>
                <a:lnTo>
                  <a:pt x="61685" y="33832"/>
                </a:lnTo>
                <a:lnTo>
                  <a:pt x="61821" y="33696"/>
                </a:lnTo>
                <a:lnTo>
                  <a:pt x="61821" y="31250"/>
                </a:lnTo>
                <a:lnTo>
                  <a:pt x="61957" y="31114"/>
                </a:lnTo>
                <a:lnTo>
                  <a:pt x="62092" y="30978"/>
                </a:lnTo>
                <a:lnTo>
                  <a:pt x="62092" y="30707"/>
                </a:lnTo>
                <a:lnTo>
                  <a:pt x="62092" y="30435"/>
                </a:lnTo>
                <a:lnTo>
                  <a:pt x="63179" y="28261"/>
                </a:lnTo>
                <a:lnTo>
                  <a:pt x="64402" y="27038"/>
                </a:lnTo>
                <a:lnTo>
                  <a:pt x="64674" y="27038"/>
                </a:lnTo>
                <a:lnTo>
                  <a:pt x="65217" y="26495"/>
                </a:lnTo>
                <a:lnTo>
                  <a:pt x="67255" y="25815"/>
                </a:lnTo>
                <a:close/>
                <a:moveTo>
                  <a:pt x="29076" y="27038"/>
                </a:moveTo>
                <a:lnTo>
                  <a:pt x="26902" y="28125"/>
                </a:lnTo>
                <a:lnTo>
                  <a:pt x="25679" y="29620"/>
                </a:lnTo>
                <a:lnTo>
                  <a:pt x="25408" y="30163"/>
                </a:lnTo>
                <a:lnTo>
                  <a:pt x="25408" y="30435"/>
                </a:lnTo>
                <a:lnTo>
                  <a:pt x="25408" y="30707"/>
                </a:lnTo>
                <a:lnTo>
                  <a:pt x="25272" y="30842"/>
                </a:lnTo>
                <a:lnTo>
                  <a:pt x="25136" y="30978"/>
                </a:lnTo>
                <a:lnTo>
                  <a:pt x="25136" y="33152"/>
                </a:lnTo>
                <a:lnTo>
                  <a:pt x="25951" y="34783"/>
                </a:lnTo>
                <a:lnTo>
                  <a:pt x="27446" y="36277"/>
                </a:lnTo>
                <a:lnTo>
                  <a:pt x="28533" y="36821"/>
                </a:lnTo>
                <a:lnTo>
                  <a:pt x="28804" y="36821"/>
                </a:lnTo>
                <a:lnTo>
                  <a:pt x="29076" y="36821"/>
                </a:lnTo>
                <a:lnTo>
                  <a:pt x="29212" y="36957"/>
                </a:lnTo>
                <a:lnTo>
                  <a:pt x="29348" y="37092"/>
                </a:lnTo>
                <a:lnTo>
                  <a:pt x="31250" y="37092"/>
                </a:lnTo>
                <a:lnTo>
                  <a:pt x="31386" y="36957"/>
                </a:lnTo>
                <a:lnTo>
                  <a:pt x="33152" y="36277"/>
                </a:lnTo>
                <a:lnTo>
                  <a:pt x="34375" y="35326"/>
                </a:lnTo>
                <a:lnTo>
                  <a:pt x="35462" y="33152"/>
                </a:lnTo>
                <a:lnTo>
                  <a:pt x="35462" y="30978"/>
                </a:lnTo>
                <a:lnTo>
                  <a:pt x="34375" y="28804"/>
                </a:lnTo>
                <a:lnTo>
                  <a:pt x="32880" y="27582"/>
                </a:lnTo>
                <a:lnTo>
                  <a:pt x="32337" y="27310"/>
                </a:lnTo>
                <a:lnTo>
                  <a:pt x="32065" y="27310"/>
                </a:lnTo>
                <a:lnTo>
                  <a:pt x="31793" y="27310"/>
                </a:lnTo>
                <a:lnTo>
                  <a:pt x="31658" y="27174"/>
                </a:lnTo>
                <a:lnTo>
                  <a:pt x="31522" y="27038"/>
                </a:lnTo>
                <a:lnTo>
                  <a:pt x="29076" y="27038"/>
                </a:lnTo>
                <a:close/>
                <a:moveTo>
                  <a:pt x="67663" y="27038"/>
                </a:moveTo>
                <a:lnTo>
                  <a:pt x="67527" y="27174"/>
                </a:lnTo>
                <a:lnTo>
                  <a:pt x="67391" y="27310"/>
                </a:lnTo>
                <a:lnTo>
                  <a:pt x="67120" y="27310"/>
                </a:lnTo>
                <a:lnTo>
                  <a:pt x="66848" y="27310"/>
                </a:lnTo>
                <a:lnTo>
                  <a:pt x="65761" y="27853"/>
                </a:lnTo>
                <a:lnTo>
                  <a:pt x="63723" y="29891"/>
                </a:lnTo>
                <a:lnTo>
                  <a:pt x="63451" y="30435"/>
                </a:lnTo>
                <a:lnTo>
                  <a:pt x="63451" y="30707"/>
                </a:lnTo>
                <a:lnTo>
                  <a:pt x="63451" y="30978"/>
                </a:lnTo>
                <a:lnTo>
                  <a:pt x="63315" y="31114"/>
                </a:lnTo>
                <a:lnTo>
                  <a:pt x="63179" y="31250"/>
                </a:lnTo>
                <a:lnTo>
                  <a:pt x="63179" y="32609"/>
                </a:lnTo>
                <a:lnTo>
                  <a:pt x="63995" y="32880"/>
                </a:lnTo>
                <a:lnTo>
                  <a:pt x="63995" y="34511"/>
                </a:lnTo>
                <a:lnTo>
                  <a:pt x="64130" y="34647"/>
                </a:lnTo>
                <a:lnTo>
                  <a:pt x="64266" y="34783"/>
                </a:lnTo>
                <a:lnTo>
                  <a:pt x="64266" y="35054"/>
                </a:lnTo>
                <a:lnTo>
                  <a:pt x="64266" y="35326"/>
                </a:lnTo>
                <a:lnTo>
                  <a:pt x="64538" y="35870"/>
                </a:lnTo>
                <a:lnTo>
                  <a:pt x="66304" y="37636"/>
                </a:lnTo>
                <a:lnTo>
                  <a:pt x="67391" y="38179"/>
                </a:lnTo>
                <a:lnTo>
                  <a:pt x="68207" y="38179"/>
                </a:lnTo>
                <a:lnTo>
                  <a:pt x="68342" y="38315"/>
                </a:lnTo>
                <a:lnTo>
                  <a:pt x="68478" y="38451"/>
                </a:lnTo>
                <a:lnTo>
                  <a:pt x="69293" y="38451"/>
                </a:lnTo>
                <a:lnTo>
                  <a:pt x="69837" y="38179"/>
                </a:lnTo>
                <a:lnTo>
                  <a:pt x="70109" y="38179"/>
                </a:lnTo>
                <a:lnTo>
                  <a:pt x="70380" y="38179"/>
                </a:lnTo>
                <a:lnTo>
                  <a:pt x="71467" y="37364"/>
                </a:lnTo>
                <a:lnTo>
                  <a:pt x="71739" y="37364"/>
                </a:lnTo>
                <a:lnTo>
                  <a:pt x="73505" y="35598"/>
                </a:lnTo>
                <a:lnTo>
                  <a:pt x="73505" y="35326"/>
                </a:lnTo>
                <a:lnTo>
                  <a:pt x="73505" y="35054"/>
                </a:lnTo>
                <a:lnTo>
                  <a:pt x="73641" y="34918"/>
                </a:lnTo>
                <a:lnTo>
                  <a:pt x="73777" y="34783"/>
                </a:lnTo>
                <a:lnTo>
                  <a:pt x="73777" y="33152"/>
                </a:lnTo>
                <a:lnTo>
                  <a:pt x="74049" y="32609"/>
                </a:lnTo>
                <a:lnTo>
                  <a:pt x="74592" y="32337"/>
                </a:lnTo>
                <a:lnTo>
                  <a:pt x="74592" y="32065"/>
                </a:lnTo>
                <a:lnTo>
                  <a:pt x="74457" y="31929"/>
                </a:lnTo>
                <a:lnTo>
                  <a:pt x="74321" y="31793"/>
                </a:lnTo>
                <a:lnTo>
                  <a:pt x="74321" y="30978"/>
                </a:lnTo>
                <a:lnTo>
                  <a:pt x="73777" y="29891"/>
                </a:lnTo>
                <a:lnTo>
                  <a:pt x="72554" y="28397"/>
                </a:lnTo>
                <a:lnTo>
                  <a:pt x="69837" y="27038"/>
                </a:lnTo>
                <a:lnTo>
                  <a:pt x="67663" y="27038"/>
                </a:lnTo>
                <a:close/>
                <a:moveTo>
                  <a:pt x="27853" y="40489"/>
                </a:moveTo>
                <a:lnTo>
                  <a:pt x="27989" y="40353"/>
                </a:lnTo>
                <a:lnTo>
                  <a:pt x="32609" y="40353"/>
                </a:lnTo>
                <a:lnTo>
                  <a:pt x="32745" y="40489"/>
                </a:lnTo>
                <a:lnTo>
                  <a:pt x="32880" y="40625"/>
                </a:lnTo>
                <a:lnTo>
                  <a:pt x="33967" y="40625"/>
                </a:lnTo>
                <a:lnTo>
                  <a:pt x="34103" y="40761"/>
                </a:lnTo>
                <a:lnTo>
                  <a:pt x="34239" y="40897"/>
                </a:lnTo>
                <a:lnTo>
                  <a:pt x="34511" y="40897"/>
                </a:lnTo>
                <a:lnTo>
                  <a:pt x="34783" y="40897"/>
                </a:lnTo>
                <a:lnTo>
                  <a:pt x="36957" y="41984"/>
                </a:lnTo>
                <a:lnTo>
                  <a:pt x="37772" y="42799"/>
                </a:lnTo>
                <a:lnTo>
                  <a:pt x="38043" y="42799"/>
                </a:lnTo>
                <a:lnTo>
                  <a:pt x="39810" y="44837"/>
                </a:lnTo>
                <a:lnTo>
                  <a:pt x="40353" y="45924"/>
                </a:lnTo>
                <a:lnTo>
                  <a:pt x="40353" y="46196"/>
                </a:lnTo>
                <a:lnTo>
                  <a:pt x="40353" y="46467"/>
                </a:lnTo>
                <a:lnTo>
                  <a:pt x="40489" y="46603"/>
                </a:lnTo>
                <a:lnTo>
                  <a:pt x="40625" y="46739"/>
                </a:lnTo>
                <a:lnTo>
                  <a:pt x="40625" y="47826"/>
                </a:lnTo>
                <a:lnTo>
                  <a:pt x="40761" y="47962"/>
                </a:lnTo>
                <a:lnTo>
                  <a:pt x="40897" y="48098"/>
                </a:lnTo>
                <a:lnTo>
                  <a:pt x="40897" y="52174"/>
                </a:lnTo>
                <a:lnTo>
                  <a:pt x="39946" y="52310"/>
                </a:lnTo>
                <a:lnTo>
                  <a:pt x="39538" y="51902"/>
                </a:lnTo>
                <a:lnTo>
                  <a:pt x="39538" y="48913"/>
                </a:lnTo>
                <a:lnTo>
                  <a:pt x="39402" y="48777"/>
                </a:lnTo>
                <a:lnTo>
                  <a:pt x="39266" y="48641"/>
                </a:lnTo>
                <a:lnTo>
                  <a:pt x="39266" y="47554"/>
                </a:lnTo>
                <a:lnTo>
                  <a:pt x="39130" y="47418"/>
                </a:lnTo>
                <a:lnTo>
                  <a:pt x="38995" y="47283"/>
                </a:lnTo>
                <a:lnTo>
                  <a:pt x="38995" y="47011"/>
                </a:lnTo>
                <a:lnTo>
                  <a:pt x="38995" y="46739"/>
                </a:lnTo>
                <a:lnTo>
                  <a:pt x="38179" y="45109"/>
                </a:lnTo>
                <a:lnTo>
                  <a:pt x="36413" y="43342"/>
                </a:lnTo>
                <a:lnTo>
                  <a:pt x="36141" y="43342"/>
                </a:lnTo>
                <a:lnTo>
                  <a:pt x="35598" y="42799"/>
                </a:lnTo>
                <a:lnTo>
                  <a:pt x="34511" y="42255"/>
                </a:lnTo>
                <a:lnTo>
                  <a:pt x="33152" y="41984"/>
                </a:lnTo>
                <a:lnTo>
                  <a:pt x="33016" y="41848"/>
                </a:lnTo>
                <a:lnTo>
                  <a:pt x="32880" y="41712"/>
                </a:lnTo>
                <a:lnTo>
                  <a:pt x="27717" y="41712"/>
                </a:lnTo>
                <a:lnTo>
                  <a:pt x="27582" y="41848"/>
                </a:lnTo>
                <a:lnTo>
                  <a:pt x="27446" y="41984"/>
                </a:lnTo>
                <a:lnTo>
                  <a:pt x="26630" y="41984"/>
                </a:lnTo>
                <a:lnTo>
                  <a:pt x="26495" y="42120"/>
                </a:lnTo>
                <a:lnTo>
                  <a:pt x="26359" y="42255"/>
                </a:lnTo>
                <a:lnTo>
                  <a:pt x="26087" y="42255"/>
                </a:lnTo>
                <a:lnTo>
                  <a:pt x="25815" y="42255"/>
                </a:lnTo>
                <a:lnTo>
                  <a:pt x="24728" y="42799"/>
                </a:lnTo>
                <a:lnTo>
                  <a:pt x="23913" y="43614"/>
                </a:lnTo>
                <a:lnTo>
                  <a:pt x="23641" y="43614"/>
                </a:lnTo>
                <a:lnTo>
                  <a:pt x="22418" y="44837"/>
                </a:lnTo>
                <a:lnTo>
                  <a:pt x="22418" y="45109"/>
                </a:lnTo>
                <a:lnTo>
                  <a:pt x="21875" y="45652"/>
                </a:lnTo>
                <a:lnTo>
                  <a:pt x="21332" y="46739"/>
                </a:lnTo>
                <a:lnTo>
                  <a:pt x="21332" y="47011"/>
                </a:lnTo>
                <a:lnTo>
                  <a:pt x="21332" y="47283"/>
                </a:lnTo>
                <a:lnTo>
                  <a:pt x="21196" y="47418"/>
                </a:lnTo>
                <a:lnTo>
                  <a:pt x="21060" y="47554"/>
                </a:lnTo>
                <a:lnTo>
                  <a:pt x="21060" y="49457"/>
                </a:lnTo>
                <a:lnTo>
                  <a:pt x="20924" y="49592"/>
                </a:lnTo>
                <a:lnTo>
                  <a:pt x="20788" y="49728"/>
                </a:lnTo>
                <a:lnTo>
                  <a:pt x="20788" y="56793"/>
                </a:lnTo>
                <a:lnTo>
                  <a:pt x="20652" y="56929"/>
                </a:lnTo>
                <a:lnTo>
                  <a:pt x="20516" y="57065"/>
                </a:lnTo>
                <a:lnTo>
                  <a:pt x="20516" y="58967"/>
                </a:lnTo>
                <a:lnTo>
                  <a:pt x="20788" y="59511"/>
                </a:lnTo>
                <a:lnTo>
                  <a:pt x="21739" y="60190"/>
                </a:lnTo>
                <a:lnTo>
                  <a:pt x="23098" y="60190"/>
                </a:lnTo>
                <a:lnTo>
                  <a:pt x="23913" y="59103"/>
                </a:lnTo>
                <a:lnTo>
                  <a:pt x="24185" y="59103"/>
                </a:lnTo>
                <a:lnTo>
                  <a:pt x="24592" y="59783"/>
                </a:lnTo>
                <a:lnTo>
                  <a:pt x="24592" y="63315"/>
                </a:lnTo>
                <a:lnTo>
                  <a:pt x="24728" y="63451"/>
                </a:lnTo>
                <a:lnTo>
                  <a:pt x="24864" y="63587"/>
                </a:lnTo>
                <a:lnTo>
                  <a:pt x="24864" y="69837"/>
                </a:lnTo>
                <a:lnTo>
                  <a:pt x="25000" y="69973"/>
                </a:lnTo>
                <a:lnTo>
                  <a:pt x="25136" y="70109"/>
                </a:lnTo>
                <a:lnTo>
                  <a:pt x="25136" y="75543"/>
                </a:lnTo>
                <a:lnTo>
                  <a:pt x="25272" y="75679"/>
                </a:lnTo>
                <a:lnTo>
                  <a:pt x="25408" y="75815"/>
                </a:lnTo>
                <a:lnTo>
                  <a:pt x="25408" y="76630"/>
                </a:lnTo>
                <a:lnTo>
                  <a:pt x="25543" y="76766"/>
                </a:lnTo>
                <a:lnTo>
                  <a:pt x="29348" y="76766"/>
                </a:lnTo>
                <a:lnTo>
                  <a:pt x="29484" y="76630"/>
                </a:lnTo>
                <a:lnTo>
                  <a:pt x="29484" y="72826"/>
                </a:lnTo>
                <a:lnTo>
                  <a:pt x="29620" y="72690"/>
                </a:lnTo>
                <a:lnTo>
                  <a:pt x="29755" y="72554"/>
                </a:lnTo>
                <a:lnTo>
                  <a:pt x="29755" y="68478"/>
                </a:lnTo>
                <a:lnTo>
                  <a:pt x="30163" y="68071"/>
                </a:lnTo>
                <a:lnTo>
                  <a:pt x="30435" y="68071"/>
                </a:lnTo>
                <a:lnTo>
                  <a:pt x="30842" y="68478"/>
                </a:lnTo>
                <a:lnTo>
                  <a:pt x="30842" y="69293"/>
                </a:lnTo>
                <a:lnTo>
                  <a:pt x="30842" y="75815"/>
                </a:lnTo>
                <a:lnTo>
                  <a:pt x="31114" y="76359"/>
                </a:lnTo>
                <a:lnTo>
                  <a:pt x="31522" y="76766"/>
                </a:lnTo>
                <a:lnTo>
                  <a:pt x="35054" y="76766"/>
                </a:lnTo>
                <a:lnTo>
                  <a:pt x="35190" y="76630"/>
                </a:lnTo>
                <a:lnTo>
                  <a:pt x="35190" y="73913"/>
                </a:lnTo>
                <a:lnTo>
                  <a:pt x="35326" y="73777"/>
                </a:lnTo>
                <a:lnTo>
                  <a:pt x="35462" y="73641"/>
                </a:lnTo>
                <a:lnTo>
                  <a:pt x="35462" y="68478"/>
                </a:lnTo>
                <a:lnTo>
                  <a:pt x="35598" y="68342"/>
                </a:lnTo>
                <a:lnTo>
                  <a:pt x="35734" y="68207"/>
                </a:lnTo>
                <a:lnTo>
                  <a:pt x="35734" y="63587"/>
                </a:lnTo>
                <a:lnTo>
                  <a:pt x="35870" y="63451"/>
                </a:lnTo>
                <a:lnTo>
                  <a:pt x="36005" y="63315"/>
                </a:lnTo>
                <a:lnTo>
                  <a:pt x="36005" y="60326"/>
                </a:lnTo>
                <a:lnTo>
                  <a:pt x="36141" y="60190"/>
                </a:lnTo>
                <a:lnTo>
                  <a:pt x="37092" y="61141"/>
                </a:lnTo>
                <a:lnTo>
                  <a:pt x="37364" y="61685"/>
                </a:lnTo>
                <a:lnTo>
                  <a:pt x="37364" y="63587"/>
                </a:lnTo>
                <a:lnTo>
                  <a:pt x="37228" y="63723"/>
                </a:lnTo>
                <a:lnTo>
                  <a:pt x="37092" y="63859"/>
                </a:lnTo>
                <a:lnTo>
                  <a:pt x="37092" y="69565"/>
                </a:lnTo>
                <a:lnTo>
                  <a:pt x="36957" y="69701"/>
                </a:lnTo>
                <a:lnTo>
                  <a:pt x="36821" y="69837"/>
                </a:lnTo>
                <a:lnTo>
                  <a:pt x="36821" y="75272"/>
                </a:lnTo>
                <a:lnTo>
                  <a:pt x="36685" y="75408"/>
                </a:lnTo>
                <a:lnTo>
                  <a:pt x="36549" y="75543"/>
                </a:lnTo>
                <a:lnTo>
                  <a:pt x="36549" y="77717"/>
                </a:lnTo>
                <a:lnTo>
                  <a:pt x="35870" y="78125"/>
                </a:lnTo>
                <a:lnTo>
                  <a:pt x="30978" y="78125"/>
                </a:lnTo>
                <a:lnTo>
                  <a:pt x="30842" y="77989"/>
                </a:lnTo>
                <a:lnTo>
                  <a:pt x="30707" y="77853"/>
                </a:lnTo>
                <a:lnTo>
                  <a:pt x="29891" y="77853"/>
                </a:lnTo>
                <a:lnTo>
                  <a:pt x="29755" y="77989"/>
                </a:lnTo>
                <a:lnTo>
                  <a:pt x="29620" y="78125"/>
                </a:lnTo>
                <a:lnTo>
                  <a:pt x="24457" y="78125"/>
                </a:lnTo>
                <a:lnTo>
                  <a:pt x="24049" y="77717"/>
                </a:lnTo>
                <a:lnTo>
                  <a:pt x="24049" y="76359"/>
                </a:lnTo>
                <a:lnTo>
                  <a:pt x="23913" y="76223"/>
                </a:lnTo>
                <a:lnTo>
                  <a:pt x="23777" y="76087"/>
                </a:lnTo>
                <a:lnTo>
                  <a:pt x="23777" y="70109"/>
                </a:lnTo>
                <a:lnTo>
                  <a:pt x="23641" y="69973"/>
                </a:lnTo>
                <a:lnTo>
                  <a:pt x="23505" y="69837"/>
                </a:lnTo>
                <a:lnTo>
                  <a:pt x="23505" y="63587"/>
                </a:lnTo>
                <a:lnTo>
                  <a:pt x="23370" y="63451"/>
                </a:lnTo>
                <a:lnTo>
                  <a:pt x="23234" y="63315"/>
                </a:lnTo>
                <a:lnTo>
                  <a:pt x="23234" y="61685"/>
                </a:lnTo>
                <a:lnTo>
                  <a:pt x="23098" y="61549"/>
                </a:lnTo>
                <a:lnTo>
                  <a:pt x="21467" y="61549"/>
                </a:lnTo>
                <a:lnTo>
                  <a:pt x="20380" y="61005"/>
                </a:lnTo>
                <a:lnTo>
                  <a:pt x="19429" y="60054"/>
                </a:lnTo>
                <a:lnTo>
                  <a:pt x="19429" y="59783"/>
                </a:lnTo>
                <a:lnTo>
                  <a:pt x="19429" y="59511"/>
                </a:lnTo>
                <a:lnTo>
                  <a:pt x="19293" y="59375"/>
                </a:lnTo>
                <a:lnTo>
                  <a:pt x="19158" y="59239"/>
                </a:lnTo>
                <a:lnTo>
                  <a:pt x="19158" y="57065"/>
                </a:lnTo>
                <a:lnTo>
                  <a:pt x="19293" y="56929"/>
                </a:lnTo>
                <a:lnTo>
                  <a:pt x="19429" y="56793"/>
                </a:lnTo>
                <a:lnTo>
                  <a:pt x="19429" y="48913"/>
                </a:lnTo>
                <a:lnTo>
                  <a:pt x="19565" y="48777"/>
                </a:lnTo>
                <a:lnTo>
                  <a:pt x="19701" y="48641"/>
                </a:lnTo>
                <a:lnTo>
                  <a:pt x="19701" y="47283"/>
                </a:lnTo>
                <a:lnTo>
                  <a:pt x="19837" y="47147"/>
                </a:lnTo>
                <a:lnTo>
                  <a:pt x="19973" y="47011"/>
                </a:lnTo>
                <a:lnTo>
                  <a:pt x="20245" y="45652"/>
                </a:lnTo>
                <a:lnTo>
                  <a:pt x="21060" y="44565"/>
                </a:lnTo>
                <a:lnTo>
                  <a:pt x="21060" y="44293"/>
                </a:lnTo>
                <a:lnTo>
                  <a:pt x="23098" y="42255"/>
                </a:lnTo>
                <a:lnTo>
                  <a:pt x="25815" y="40897"/>
                </a:lnTo>
                <a:lnTo>
                  <a:pt x="27853" y="40489"/>
                </a:lnTo>
                <a:close/>
                <a:moveTo>
                  <a:pt x="67527" y="41576"/>
                </a:moveTo>
                <a:lnTo>
                  <a:pt x="67663" y="41440"/>
                </a:lnTo>
                <a:lnTo>
                  <a:pt x="70109" y="41440"/>
                </a:lnTo>
                <a:lnTo>
                  <a:pt x="70245" y="41576"/>
                </a:lnTo>
                <a:lnTo>
                  <a:pt x="70380" y="41712"/>
                </a:lnTo>
                <a:lnTo>
                  <a:pt x="71467" y="41712"/>
                </a:lnTo>
                <a:lnTo>
                  <a:pt x="71603" y="41848"/>
                </a:lnTo>
                <a:lnTo>
                  <a:pt x="71739" y="41984"/>
                </a:lnTo>
                <a:lnTo>
                  <a:pt x="73098" y="42255"/>
                </a:lnTo>
                <a:lnTo>
                  <a:pt x="74185" y="42799"/>
                </a:lnTo>
                <a:lnTo>
                  <a:pt x="74728" y="43342"/>
                </a:lnTo>
                <a:lnTo>
                  <a:pt x="75000" y="43342"/>
                </a:lnTo>
                <a:lnTo>
                  <a:pt x="77038" y="45380"/>
                </a:lnTo>
                <a:lnTo>
                  <a:pt x="78125" y="47554"/>
                </a:lnTo>
                <a:lnTo>
                  <a:pt x="78125" y="48370"/>
                </a:lnTo>
                <a:lnTo>
                  <a:pt x="78261" y="48505"/>
                </a:lnTo>
                <a:lnTo>
                  <a:pt x="78397" y="48641"/>
                </a:lnTo>
                <a:lnTo>
                  <a:pt x="78668" y="51087"/>
                </a:lnTo>
                <a:lnTo>
                  <a:pt x="78804" y="51223"/>
                </a:lnTo>
                <a:lnTo>
                  <a:pt x="78940" y="51359"/>
                </a:lnTo>
                <a:lnTo>
                  <a:pt x="78940" y="52174"/>
                </a:lnTo>
                <a:lnTo>
                  <a:pt x="79076" y="52310"/>
                </a:lnTo>
                <a:lnTo>
                  <a:pt x="79212" y="52446"/>
                </a:lnTo>
                <a:lnTo>
                  <a:pt x="79212" y="53261"/>
                </a:lnTo>
                <a:lnTo>
                  <a:pt x="79348" y="53397"/>
                </a:lnTo>
                <a:lnTo>
                  <a:pt x="79484" y="53533"/>
                </a:lnTo>
                <a:lnTo>
                  <a:pt x="79484" y="54348"/>
                </a:lnTo>
                <a:lnTo>
                  <a:pt x="79620" y="54484"/>
                </a:lnTo>
                <a:lnTo>
                  <a:pt x="79755" y="54620"/>
                </a:lnTo>
                <a:lnTo>
                  <a:pt x="79755" y="55435"/>
                </a:lnTo>
                <a:lnTo>
                  <a:pt x="79891" y="55571"/>
                </a:lnTo>
                <a:lnTo>
                  <a:pt x="80027" y="55707"/>
                </a:lnTo>
                <a:lnTo>
                  <a:pt x="80027" y="56793"/>
                </a:lnTo>
                <a:lnTo>
                  <a:pt x="80163" y="56929"/>
                </a:lnTo>
                <a:lnTo>
                  <a:pt x="80299" y="57065"/>
                </a:lnTo>
                <a:lnTo>
                  <a:pt x="80299" y="57880"/>
                </a:lnTo>
                <a:lnTo>
                  <a:pt x="80435" y="58016"/>
                </a:lnTo>
                <a:lnTo>
                  <a:pt x="80571" y="58152"/>
                </a:lnTo>
                <a:lnTo>
                  <a:pt x="80571" y="60326"/>
                </a:lnTo>
                <a:lnTo>
                  <a:pt x="79620" y="61277"/>
                </a:lnTo>
                <a:lnTo>
                  <a:pt x="79076" y="61549"/>
                </a:lnTo>
                <a:lnTo>
                  <a:pt x="78261" y="61549"/>
                </a:lnTo>
                <a:lnTo>
                  <a:pt x="77853" y="61957"/>
                </a:lnTo>
                <a:lnTo>
                  <a:pt x="77989" y="62092"/>
                </a:lnTo>
                <a:lnTo>
                  <a:pt x="78125" y="62228"/>
                </a:lnTo>
                <a:lnTo>
                  <a:pt x="78397" y="64130"/>
                </a:lnTo>
                <a:lnTo>
                  <a:pt x="78533" y="64266"/>
                </a:lnTo>
                <a:lnTo>
                  <a:pt x="78668" y="64402"/>
                </a:lnTo>
                <a:lnTo>
                  <a:pt x="78668" y="64674"/>
                </a:lnTo>
                <a:lnTo>
                  <a:pt x="78668" y="64946"/>
                </a:lnTo>
                <a:lnTo>
                  <a:pt x="79212" y="66033"/>
                </a:lnTo>
                <a:lnTo>
                  <a:pt x="79212" y="66848"/>
                </a:lnTo>
                <a:lnTo>
                  <a:pt x="79348" y="66984"/>
                </a:lnTo>
                <a:lnTo>
                  <a:pt x="79484" y="67120"/>
                </a:lnTo>
                <a:lnTo>
                  <a:pt x="79484" y="67935"/>
                </a:lnTo>
                <a:lnTo>
                  <a:pt x="79620" y="68071"/>
                </a:lnTo>
                <a:lnTo>
                  <a:pt x="79755" y="68207"/>
                </a:lnTo>
                <a:lnTo>
                  <a:pt x="79076" y="68886"/>
                </a:lnTo>
                <a:lnTo>
                  <a:pt x="75000" y="68886"/>
                </a:lnTo>
                <a:lnTo>
                  <a:pt x="74864" y="69022"/>
                </a:lnTo>
                <a:lnTo>
                  <a:pt x="74864" y="70652"/>
                </a:lnTo>
                <a:lnTo>
                  <a:pt x="74728" y="70788"/>
                </a:lnTo>
                <a:lnTo>
                  <a:pt x="74592" y="70924"/>
                </a:lnTo>
                <a:lnTo>
                  <a:pt x="74592" y="76087"/>
                </a:lnTo>
                <a:lnTo>
                  <a:pt x="74457" y="76223"/>
                </a:lnTo>
                <a:lnTo>
                  <a:pt x="74321" y="76359"/>
                </a:lnTo>
                <a:lnTo>
                  <a:pt x="74321" y="77717"/>
                </a:lnTo>
                <a:lnTo>
                  <a:pt x="73913" y="78125"/>
                </a:lnTo>
                <a:lnTo>
                  <a:pt x="69293" y="78125"/>
                </a:lnTo>
                <a:lnTo>
                  <a:pt x="69158" y="77989"/>
                </a:lnTo>
                <a:lnTo>
                  <a:pt x="69022" y="77853"/>
                </a:lnTo>
                <a:lnTo>
                  <a:pt x="68750" y="77853"/>
                </a:lnTo>
                <a:lnTo>
                  <a:pt x="68478" y="77853"/>
                </a:lnTo>
                <a:lnTo>
                  <a:pt x="68342" y="77989"/>
                </a:lnTo>
                <a:lnTo>
                  <a:pt x="68207" y="78125"/>
                </a:lnTo>
                <a:lnTo>
                  <a:pt x="63587" y="78125"/>
                </a:lnTo>
                <a:lnTo>
                  <a:pt x="63179" y="77717"/>
                </a:lnTo>
                <a:lnTo>
                  <a:pt x="63179" y="75543"/>
                </a:lnTo>
                <a:lnTo>
                  <a:pt x="63043" y="75408"/>
                </a:lnTo>
                <a:lnTo>
                  <a:pt x="62908" y="75272"/>
                </a:lnTo>
                <a:lnTo>
                  <a:pt x="62908" y="70109"/>
                </a:lnTo>
                <a:lnTo>
                  <a:pt x="62772" y="69973"/>
                </a:lnTo>
                <a:lnTo>
                  <a:pt x="62636" y="69837"/>
                </a:lnTo>
                <a:lnTo>
                  <a:pt x="62636" y="69022"/>
                </a:lnTo>
                <a:lnTo>
                  <a:pt x="62500" y="68886"/>
                </a:lnTo>
                <a:lnTo>
                  <a:pt x="58696" y="68886"/>
                </a:lnTo>
                <a:lnTo>
                  <a:pt x="58016" y="68207"/>
                </a:lnTo>
                <a:lnTo>
                  <a:pt x="58016" y="67935"/>
                </a:lnTo>
                <a:lnTo>
                  <a:pt x="58152" y="67799"/>
                </a:lnTo>
                <a:lnTo>
                  <a:pt x="58288" y="67663"/>
                </a:lnTo>
                <a:lnTo>
                  <a:pt x="58288" y="66848"/>
                </a:lnTo>
                <a:lnTo>
                  <a:pt x="58424" y="66712"/>
                </a:lnTo>
                <a:lnTo>
                  <a:pt x="58560" y="66576"/>
                </a:lnTo>
                <a:lnTo>
                  <a:pt x="58832" y="65217"/>
                </a:lnTo>
                <a:lnTo>
                  <a:pt x="60326" y="63723"/>
                </a:lnTo>
                <a:lnTo>
                  <a:pt x="60462" y="64674"/>
                </a:lnTo>
                <a:lnTo>
                  <a:pt x="60326" y="64810"/>
                </a:lnTo>
                <a:lnTo>
                  <a:pt x="60190" y="64946"/>
                </a:lnTo>
                <a:lnTo>
                  <a:pt x="60190" y="65761"/>
                </a:lnTo>
                <a:lnTo>
                  <a:pt x="59647" y="66848"/>
                </a:lnTo>
                <a:lnTo>
                  <a:pt x="59647" y="67120"/>
                </a:lnTo>
                <a:lnTo>
                  <a:pt x="59783" y="67255"/>
                </a:lnTo>
                <a:lnTo>
                  <a:pt x="63859" y="67255"/>
                </a:lnTo>
                <a:lnTo>
                  <a:pt x="63995" y="67391"/>
                </a:lnTo>
                <a:lnTo>
                  <a:pt x="64130" y="67527"/>
                </a:lnTo>
                <a:lnTo>
                  <a:pt x="65082" y="67663"/>
                </a:lnTo>
                <a:lnTo>
                  <a:pt x="65082" y="68478"/>
                </a:lnTo>
                <a:lnTo>
                  <a:pt x="64674" y="68886"/>
                </a:lnTo>
                <a:lnTo>
                  <a:pt x="63995" y="69022"/>
                </a:lnTo>
                <a:lnTo>
                  <a:pt x="63995" y="70924"/>
                </a:lnTo>
                <a:lnTo>
                  <a:pt x="64130" y="71060"/>
                </a:lnTo>
                <a:lnTo>
                  <a:pt x="64266" y="71196"/>
                </a:lnTo>
                <a:lnTo>
                  <a:pt x="64266" y="76359"/>
                </a:lnTo>
                <a:lnTo>
                  <a:pt x="64674" y="76766"/>
                </a:lnTo>
                <a:lnTo>
                  <a:pt x="64946" y="76766"/>
                </a:lnTo>
                <a:lnTo>
                  <a:pt x="65217" y="76766"/>
                </a:lnTo>
                <a:lnTo>
                  <a:pt x="67663" y="76766"/>
                </a:lnTo>
                <a:lnTo>
                  <a:pt x="68071" y="76359"/>
                </a:lnTo>
                <a:lnTo>
                  <a:pt x="68071" y="73913"/>
                </a:lnTo>
                <a:lnTo>
                  <a:pt x="68207" y="73777"/>
                </a:lnTo>
                <a:lnTo>
                  <a:pt x="68342" y="73641"/>
                </a:lnTo>
                <a:lnTo>
                  <a:pt x="68342" y="71467"/>
                </a:lnTo>
                <a:lnTo>
                  <a:pt x="68478" y="71332"/>
                </a:lnTo>
                <a:lnTo>
                  <a:pt x="69158" y="71467"/>
                </a:lnTo>
                <a:lnTo>
                  <a:pt x="69158" y="72554"/>
                </a:lnTo>
                <a:lnTo>
                  <a:pt x="69293" y="72690"/>
                </a:lnTo>
                <a:lnTo>
                  <a:pt x="69429" y="72826"/>
                </a:lnTo>
                <a:lnTo>
                  <a:pt x="69429" y="76359"/>
                </a:lnTo>
                <a:lnTo>
                  <a:pt x="69837" y="76766"/>
                </a:lnTo>
                <a:lnTo>
                  <a:pt x="72826" y="76766"/>
                </a:lnTo>
                <a:lnTo>
                  <a:pt x="73234" y="76359"/>
                </a:lnTo>
                <a:lnTo>
                  <a:pt x="73234" y="72554"/>
                </a:lnTo>
                <a:lnTo>
                  <a:pt x="73370" y="72418"/>
                </a:lnTo>
                <a:lnTo>
                  <a:pt x="73505" y="72283"/>
                </a:lnTo>
                <a:lnTo>
                  <a:pt x="73505" y="69022"/>
                </a:lnTo>
                <a:lnTo>
                  <a:pt x="72554" y="68614"/>
                </a:lnTo>
                <a:lnTo>
                  <a:pt x="72418" y="67935"/>
                </a:lnTo>
                <a:lnTo>
                  <a:pt x="72826" y="67527"/>
                </a:lnTo>
                <a:lnTo>
                  <a:pt x="77717" y="67527"/>
                </a:lnTo>
                <a:lnTo>
                  <a:pt x="78125" y="67120"/>
                </a:lnTo>
                <a:lnTo>
                  <a:pt x="77853" y="66576"/>
                </a:lnTo>
                <a:lnTo>
                  <a:pt x="77853" y="65761"/>
                </a:lnTo>
                <a:lnTo>
                  <a:pt x="77717" y="65625"/>
                </a:lnTo>
                <a:lnTo>
                  <a:pt x="77582" y="65489"/>
                </a:lnTo>
                <a:lnTo>
                  <a:pt x="77582" y="65217"/>
                </a:lnTo>
                <a:lnTo>
                  <a:pt x="77582" y="64946"/>
                </a:lnTo>
                <a:lnTo>
                  <a:pt x="77446" y="64810"/>
                </a:lnTo>
                <a:lnTo>
                  <a:pt x="77310" y="64674"/>
                </a:lnTo>
                <a:lnTo>
                  <a:pt x="77310" y="64402"/>
                </a:lnTo>
                <a:lnTo>
                  <a:pt x="77310" y="64130"/>
                </a:lnTo>
                <a:lnTo>
                  <a:pt x="77174" y="63995"/>
                </a:lnTo>
                <a:lnTo>
                  <a:pt x="77038" y="63859"/>
                </a:lnTo>
                <a:lnTo>
                  <a:pt x="77038" y="63587"/>
                </a:lnTo>
                <a:lnTo>
                  <a:pt x="77038" y="63315"/>
                </a:lnTo>
                <a:lnTo>
                  <a:pt x="76495" y="62228"/>
                </a:lnTo>
                <a:lnTo>
                  <a:pt x="76223" y="60326"/>
                </a:lnTo>
                <a:lnTo>
                  <a:pt x="77174" y="60190"/>
                </a:lnTo>
                <a:lnTo>
                  <a:pt x="77310" y="60326"/>
                </a:lnTo>
                <a:lnTo>
                  <a:pt x="77446" y="60462"/>
                </a:lnTo>
                <a:lnTo>
                  <a:pt x="78261" y="60462"/>
                </a:lnTo>
                <a:lnTo>
                  <a:pt x="79212" y="59783"/>
                </a:lnTo>
                <a:lnTo>
                  <a:pt x="79212" y="58152"/>
                </a:lnTo>
                <a:lnTo>
                  <a:pt x="79076" y="58016"/>
                </a:lnTo>
                <a:lnTo>
                  <a:pt x="78940" y="57880"/>
                </a:lnTo>
                <a:lnTo>
                  <a:pt x="78940" y="57065"/>
                </a:lnTo>
                <a:lnTo>
                  <a:pt x="78804" y="56929"/>
                </a:lnTo>
                <a:lnTo>
                  <a:pt x="78668" y="56793"/>
                </a:lnTo>
                <a:lnTo>
                  <a:pt x="78668" y="55978"/>
                </a:lnTo>
                <a:lnTo>
                  <a:pt x="78533" y="55842"/>
                </a:lnTo>
                <a:lnTo>
                  <a:pt x="78397" y="55707"/>
                </a:lnTo>
                <a:lnTo>
                  <a:pt x="78397" y="54620"/>
                </a:lnTo>
                <a:lnTo>
                  <a:pt x="78261" y="54484"/>
                </a:lnTo>
                <a:lnTo>
                  <a:pt x="78125" y="54348"/>
                </a:lnTo>
                <a:lnTo>
                  <a:pt x="78125" y="53533"/>
                </a:lnTo>
                <a:lnTo>
                  <a:pt x="77989" y="53397"/>
                </a:lnTo>
                <a:lnTo>
                  <a:pt x="77853" y="53261"/>
                </a:lnTo>
                <a:lnTo>
                  <a:pt x="77853" y="52446"/>
                </a:lnTo>
                <a:lnTo>
                  <a:pt x="77717" y="52310"/>
                </a:lnTo>
                <a:lnTo>
                  <a:pt x="77582" y="52174"/>
                </a:lnTo>
                <a:lnTo>
                  <a:pt x="77582" y="51087"/>
                </a:lnTo>
                <a:lnTo>
                  <a:pt x="77446" y="50951"/>
                </a:lnTo>
                <a:lnTo>
                  <a:pt x="77310" y="50815"/>
                </a:lnTo>
                <a:lnTo>
                  <a:pt x="77310" y="50000"/>
                </a:lnTo>
                <a:lnTo>
                  <a:pt x="77174" y="49864"/>
                </a:lnTo>
                <a:lnTo>
                  <a:pt x="77038" y="49728"/>
                </a:lnTo>
                <a:lnTo>
                  <a:pt x="77038" y="48641"/>
                </a:lnTo>
                <a:lnTo>
                  <a:pt x="76902" y="48505"/>
                </a:lnTo>
                <a:lnTo>
                  <a:pt x="76766" y="48370"/>
                </a:lnTo>
                <a:lnTo>
                  <a:pt x="76766" y="48098"/>
                </a:lnTo>
                <a:lnTo>
                  <a:pt x="76766" y="47826"/>
                </a:lnTo>
                <a:lnTo>
                  <a:pt x="75951" y="46196"/>
                </a:lnTo>
                <a:lnTo>
                  <a:pt x="73913" y="44158"/>
                </a:lnTo>
                <a:lnTo>
                  <a:pt x="72826" y="43614"/>
                </a:lnTo>
                <a:lnTo>
                  <a:pt x="72554" y="43614"/>
                </a:lnTo>
                <a:lnTo>
                  <a:pt x="72283" y="43614"/>
                </a:lnTo>
                <a:lnTo>
                  <a:pt x="71196" y="43071"/>
                </a:lnTo>
                <a:lnTo>
                  <a:pt x="69837" y="43071"/>
                </a:lnTo>
                <a:lnTo>
                  <a:pt x="69701" y="42935"/>
                </a:lnTo>
                <a:lnTo>
                  <a:pt x="69565" y="42799"/>
                </a:lnTo>
                <a:lnTo>
                  <a:pt x="67663" y="42799"/>
                </a:lnTo>
                <a:lnTo>
                  <a:pt x="67527" y="42935"/>
                </a:lnTo>
                <a:lnTo>
                  <a:pt x="67391" y="43071"/>
                </a:lnTo>
                <a:lnTo>
                  <a:pt x="66304" y="43071"/>
                </a:lnTo>
                <a:lnTo>
                  <a:pt x="66168" y="43207"/>
                </a:lnTo>
                <a:lnTo>
                  <a:pt x="66033" y="43342"/>
                </a:lnTo>
                <a:lnTo>
                  <a:pt x="65761" y="43342"/>
                </a:lnTo>
                <a:lnTo>
                  <a:pt x="65489" y="43342"/>
                </a:lnTo>
                <a:lnTo>
                  <a:pt x="63859" y="44158"/>
                </a:lnTo>
                <a:lnTo>
                  <a:pt x="62092" y="45652"/>
                </a:lnTo>
                <a:lnTo>
                  <a:pt x="62092" y="45924"/>
                </a:lnTo>
                <a:lnTo>
                  <a:pt x="61005" y="47283"/>
                </a:lnTo>
                <a:lnTo>
                  <a:pt x="61005" y="47554"/>
                </a:lnTo>
                <a:lnTo>
                  <a:pt x="61005" y="47826"/>
                </a:lnTo>
                <a:lnTo>
                  <a:pt x="60462" y="48913"/>
                </a:lnTo>
                <a:lnTo>
                  <a:pt x="60462" y="49728"/>
                </a:lnTo>
                <a:lnTo>
                  <a:pt x="60326" y="49864"/>
                </a:lnTo>
                <a:lnTo>
                  <a:pt x="60190" y="50000"/>
                </a:lnTo>
                <a:lnTo>
                  <a:pt x="60190" y="50815"/>
                </a:lnTo>
                <a:lnTo>
                  <a:pt x="60054" y="50951"/>
                </a:lnTo>
                <a:lnTo>
                  <a:pt x="59918" y="51087"/>
                </a:lnTo>
                <a:lnTo>
                  <a:pt x="59918" y="51902"/>
                </a:lnTo>
                <a:lnTo>
                  <a:pt x="59239" y="52310"/>
                </a:lnTo>
                <a:lnTo>
                  <a:pt x="58560" y="52174"/>
                </a:lnTo>
                <a:lnTo>
                  <a:pt x="58560" y="51902"/>
                </a:lnTo>
                <a:lnTo>
                  <a:pt x="58560" y="51630"/>
                </a:lnTo>
                <a:lnTo>
                  <a:pt x="58696" y="51495"/>
                </a:lnTo>
                <a:lnTo>
                  <a:pt x="58832" y="51359"/>
                </a:lnTo>
                <a:lnTo>
                  <a:pt x="58832" y="50272"/>
                </a:lnTo>
                <a:lnTo>
                  <a:pt x="58967" y="50136"/>
                </a:lnTo>
                <a:lnTo>
                  <a:pt x="59103" y="50000"/>
                </a:lnTo>
                <a:lnTo>
                  <a:pt x="59103" y="48913"/>
                </a:lnTo>
                <a:lnTo>
                  <a:pt x="59239" y="48777"/>
                </a:lnTo>
                <a:lnTo>
                  <a:pt x="59375" y="48641"/>
                </a:lnTo>
                <a:lnTo>
                  <a:pt x="59375" y="47826"/>
                </a:lnTo>
                <a:lnTo>
                  <a:pt x="60734" y="45109"/>
                </a:lnTo>
                <a:lnTo>
                  <a:pt x="62500" y="43342"/>
                </a:lnTo>
                <a:lnTo>
                  <a:pt x="62772" y="43342"/>
                </a:lnTo>
                <a:lnTo>
                  <a:pt x="63315" y="42799"/>
                </a:lnTo>
                <a:lnTo>
                  <a:pt x="64402" y="42255"/>
                </a:lnTo>
                <a:lnTo>
                  <a:pt x="64674" y="42255"/>
                </a:lnTo>
                <a:lnTo>
                  <a:pt x="64946" y="42255"/>
                </a:lnTo>
                <a:lnTo>
                  <a:pt x="65082" y="42120"/>
                </a:lnTo>
                <a:lnTo>
                  <a:pt x="65217" y="41984"/>
                </a:lnTo>
                <a:lnTo>
                  <a:pt x="66033" y="41984"/>
                </a:lnTo>
                <a:lnTo>
                  <a:pt x="66168" y="41848"/>
                </a:lnTo>
                <a:lnTo>
                  <a:pt x="66304" y="41712"/>
                </a:lnTo>
                <a:lnTo>
                  <a:pt x="67527" y="41576"/>
                </a:lnTo>
                <a:close/>
                <a:moveTo>
                  <a:pt x="48505" y="47826"/>
                </a:moveTo>
                <a:lnTo>
                  <a:pt x="48641" y="47690"/>
                </a:lnTo>
                <a:lnTo>
                  <a:pt x="50815" y="47690"/>
                </a:lnTo>
                <a:lnTo>
                  <a:pt x="50951" y="47826"/>
                </a:lnTo>
                <a:lnTo>
                  <a:pt x="51087" y="47962"/>
                </a:lnTo>
                <a:lnTo>
                  <a:pt x="51359" y="47962"/>
                </a:lnTo>
                <a:lnTo>
                  <a:pt x="51630" y="47962"/>
                </a:lnTo>
                <a:lnTo>
                  <a:pt x="52717" y="48505"/>
                </a:lnTo>
                <a:lnTo>
                  <a:pt x="54484" y="50272"/>
                </a:lnTo>
                <a:lnTo>
                  <a:pt x="54755" y="50815"/>
                </a:lnTo>
                <a:lnTo>
                  <a:pt x="54755" y="51087"/>
                </a:lnTo>
                <a:lnTo>
                  <a:pt x="54755" y="51359"/>
                </a:lnTo>
                <a:lnTo>
                  <a:pt x="54891" y="51495"/>
                </a:lnTo>
                <a:lnTo>
                  <a:pt x="55027" y="51630"/>
                </a:lnTo>
                <a:lnTo>
                  <a:pt x="55027" y="54076"/>
                </a:lnTo>
                <a:lnTo>
                  <a:pt x="54891" y="54212"/>
                </a:lnTo>
                <a:lnTo>
                  <a:pt x="54755" y="54348"/>
                </a:lnTo>
                <a:lnTo>
                  <a:pt x="54755" y="54620"/>
                </a:lnTo>
                <a:lnTo>
                  <a:pt x="54755" y="54891"/>
                </a:lnTo>
                <a:lnTo>
                  <a:pt x="54484" y="55435"/>
                </a:lnTo>
                <a:lnTo>
                  <a:pt x="52717" y="57201"/>
                </a:lnTo>
                <a:lnTo>
                  <a:pt x="50951" y="57880"/>
                </a:lnTo>
                <a:lnTo>
                  <a:pt x="50815" y="58016"/>
                </a:lnTo>
                <a:lnTo>
                  <a:pt x="48641" y="58016"/>
                </a:lnTo>
                <a:lnTo>
                  <a:pt x="48505" y="57880"/>
                </a:lnTo>
                <a:lnTo>
                  <a:pt x="48370" y="57745"/>
                </a:lnTo>
                <a:lnTo>
                  <a:pt x="48098" y="57745"/>
                </a:lnTo>
                <a:lnTo>
                  <a:pt x="47826" y="57745"/>
                </a:lnTo>
                <a:lnTo>
                  <a:pt x="47283" y="57473"/>
                </a:lnTo>
                <a:lnTo>
                  <a:pt x="45516" y="55978"/>
                </a:lnTo>
                <a:lnTo>
                  <a:pt x="44701" y="54348"/>
                </a:lnTo>
                <a:lnTo>
                  <a:pt x="44701" y="53261"/>
                </a:lnTo>
                <a:lnTo>
                  <a:pt x="44429" y="52717"/>
                </a:lnTo>
                <a:lnTo>
                  <a:pt x="44565" y="52582"/>
                </a:lnTo>
                <a:lnTo>
                  <a:pt x="44701" y="52446"/>
                </a:lnTo>
                <a:lnTo>
                  <a:pt x="44701" y="51359"/>
                </a:lnTo>
                <a:lnTo>
                  <a:pt x="44837" y="51223"/>
                </a:lnTo>
                <a:lnTo>
                  <a:pt x="44973" y="51087"/>
                </a:lnTo>
                <a:lnTo>
                  <a:pt x="44973" y="50815"/>
                </a:lnTo>
                <a:lnTo>
                  <a:pt x="44973" y="50543"/>
                </a:lnTo>
                <a:lnTo>
                  <a:pt x="46467" y="48777"/>
                </a:lnTo>
                <a:lnTo>
                  <a:pt x="46739" y="48777"/>
                </a:lnTo>
                <a:lnTo>
                  <a:pt x="47826" y="47962"/>
                </a:lnTo>
                <a:lnTo>
                  <a:pt x="48505" y="47826"/>
                </a:lnTo>
                <a:close/>
                <a:moveTo>
                  <a:pt x="48913" y="49049"/>
                </a:moveTo>
                <a:lnTo>
                  <a:pt x="47826" y="49592"/>
                </a:lnTo>
                <a:lnTo>
                  <a:pt x="46332" y="51087"/>
                </a:lnTo>
                <a:lnTo>
                  <a:pt x="46332" y="51359"/>
                </a:lnTo>
                <a:lnTo>
                  <a:pt x="46332" y="51630"/>
                </a:lnTo>
                <a:lnTo>
                  <a:pt x="46196" y="51766"/>
                </a:lnTo>
                <a:lnTo>
                  <a:pt x="46060" y="51902"/>
                </a:lnTo>
                <a:lnTo>
                  <a:pt x="46060" y="53804"/>
                </a:lnTo>
                <a:lnTo>
                  <a:pt x="46196" y="53940"/>
                </a:lnTo>
                <a:lnTo>
                  <a:pt x="46332" y="54076"/>
                </a:lnTo>
                <a:lnTo>
                  <a:pt x="46332" y="54348"/>
                </a:lnTo>
                <a:lnTo>
                  <a:pt x="46332" y="54620"/>
                </a:lnTo>
                <a:lnTo>
                  <a:pt x="47826" y="56114"/>
                </a:lnTo>
                <a:lnTo>
                  <a:pt x="48913" y="56658"/>
                </a:lnTo>
                <a:lnTo>
                  <a:pt x="50543" y="56658"/>
                </a:lnTo>
                <a:lnTo>
                  <a:pt x="50679" y="56522"/>
                </a:lnTo>
                <a:lnTo>
                  <a:pt x="51359" y="56386"/>
                </a:lnTo>
                <a:lnTo>
                  <a:pt x="53125" y="54891"/>
                </a:lnTo>
                <a:lnTo>
                  <a:pt x="53668" y="53804"/>
                </a:lnTo>
                <a:lnTo>
                  <a:pt x="53668" y="51902"/>
                </a:lnTo>
                <a:lnTo>
                  <a:pt x="52853" y="50815"/>
                </a:lnTo>
                <a:lnTo>
                  <a:pt x="52853" y="50543"/>
                </a:lnTo>
                <a:lnTo>
                  <a:pt x="51359" y="49321"/>
                </a:lnTo>
                <a:lnTo>
                  <a:pt x="51087" y="49321"/>
                </a:lnTo>
                <a:lnTo>
                  <a:pt x="50815" y="49321"/>
                </a:lnTo>
                <a:lnTo>
                  <a:pt x="50679" y="49185"/>
                </a:lnTo>
                <a:lnTo>
                  <a:pt x="50543" y="49049"/>
                </a:lnTo>
                <a:lnTo>
                  <a:pt x="48913" y="49049"/>
                </a:lnTo>
                <a:close/>
                <a:moveTo>
                  <a:pt x="38179" y="53533"/>
                </a:moveTo>
                <a:lnTo>
                  <a:pt x="38315" y="53397"/>
                </a:lnTo>
                <a:lnTo>
                  <a:pt x="40489" y="53397"/>
                </a:lnTo>
                <a:lnTo>
                  <a:pt x="42255" y="54891"/>
                </a:lnTo>
                <a:lnTo>
                  <a:pt x="42255" y="55163"/>
                </a:lnTo>
                <a:lnTo>
                  <a:pt x="43886" y="56793"/>
                </a:lnTo>
                <a:lnTo>
                  <a:pt x="43886" y="57065"/>
                </a:lnTo>
                <a:lnTo>
                  <a:pt x="44565" y="57745"/>
                </a:lnTo>
                <a:lnTo>
                  <a:pt x="46196" y="58560"/>
                </a:lnTo>
                <a:lnTo>
                  <a:pt x="46603" y="58967"/>
                </a:lnTo>
                <a:lnTo>
                  <a:pt x="46603" y="59239"/>
                </a:lnTo>
                <a:lnTo>
                  <a:pt x="47147" y="59511"/>
                </a:lnTo>
                <a:lnTo>
                  <a:pt x="47147" y="59783"/>
                </a:lnTo>
                <a:lnTo>
                  <a:pt x="47011" y="59918"/>
                </a:lnTo>
                <a:lnTo>
                  <a:pt x="46739" y="59918"/>
                </a:lnTo>
                <a:lnTo>
                  <a:pt x="46603" y="59783"/>
                </a:lnTo>
                <a:lnTo>
                  <a:pt x="46467" y="59647"/>
                </a:lnTo>
                <a:lnTo>
                  <a:pt x="45109" y="59647"/>
                </a:lnTo>
                <a:lnTo>
                  <a:pt x="44022" y="59103"/>
                </a:lnTo>
                <a:lnTo>
                  <a:pt x="39946" y="54755"/>
                </a:lnTo>
                <a:lnTo>
                  <a:pt x="38859" y="54755"/>
                </a:lnTo>
                <a:lnTo>
                  <a:pt x="37908" y="55707"/>
                </a:lnTo>
                <a:lnTo>
                  <a:pt x="37908" y="55978"/>
                </a:lnTo>
                <a:lnTo>
                  <a:pt x="37908" y="56250"/>
                </a:lnTo>
                <a:lnTo>
                  <a:pt x="38451" y="57337"/>
                </a:lnTo>
                <a:lnTo>
                  <a:pt x="38995" y="57880"/>
                </a:lnTo>
                <a:lnTo>
                  <a:pt x="39538" y="58967"/>
                </a:lnTo>
                <a:lnTo>
                  <a:pt x="41168" y="60598"/>
                </a:lnTo>
                <a:lnTo>
                  <a:pt x="41168" y="60870"/>
                </a:lnTo>
                <a:lnTo>
                  <a:pt x="41576" y="61277"/>
                </a:lnTo>
                <a:lnTo>
                  <a:pt x="41848" y="61277"/>
                </a:lnTo>
                <a:lnTo>
                  <a:pt x="42935" y="62364"/>
                </a:lnTo>
                <a:lnTo>
                  <a:pt x="44565" y="63179"/>
                </a:lnTo>
                <a:lnTo>
                  <a:pt x="45245" y="63859"/>
                </a:lnTo>
                <a:lnTo>
                  <a:pt x="45245" y="68478"/>
                </a:lnTo>
                <a:lnTo>
                  <a:pt x="45380" y="68614"/>
                </a:lnTo>
                <a:lnTo>
                  <a:pt x="45516" y="68750"/>
                </a:lnTo>
                <a:lnTo>
                  <a:pt x="45516" y="76359"/>
                </a:lnTo>
                <a:lnTo>
                  <a:pt x="45924" y="76766"/>
                </a:lnTo>
                <a:lnTo>
                  <a:pt x="48641" y="76766"/>
                </a:lnTo>
                <a:lnTo>
                  <a:pt x="49049" y="76087"/>
                </a:lnTo>
                <a:lnTo>
                  <a:pt x="49049" y="75815"/>
                </a:lnTo>
                <a:lnTo>
                  <a:pt x="49049" y="75543"/>
                </a:lnTo>
                <a:lnTo>
                  <a:pt x="49457" y="75136"/>
                </a:lnTo>
                <a:lnTo>
                  <a:pt x="49728" y="75136"/>
                </a:lnTo>
                <a:lnTo>
                  <a:pt x="50000" y="75136"/>
                </a:lnTo>
                <a:lnTo>
                  <a:pt x="50408" y="75543"/>
                </a:lnTo>
                <a:lnTo>
                  <a:pt x="50408" y="75815"/>
                </a:lnTo>
                <a:lnTo>
                  <a:pt x="50408" y="76087"/>
                </a:lnTo>
                <a:lnTo>
                  <a:pt x="50815" y="76766"/>
                </a:lnTo>
                <a:lnTo>
                  <a:pt x="53804" y="76766"/>
                </a:lnTo>
                <a:lnTo>
                  <a:pt x="53940" y="76630"/>
                </a:lnTo>
                <a:lnTo>
                  <a:pt x="53940" y="71467"/>
                </a:lnTo>
                <a:lnTo>
                  <a:pt x="54076" y="71332"/>
                </a:lnTo>
                <a:lnTo>
                  <a:pt x="54212" y="71196"/>
                </a:lnTo>
                <a:lnTo>
                  <a:pt x="54212" y="66848"/>
                </a:lnTo>
                <a:lnTo>
                  <a:pt x="54348" y="66712"/>
                </a:lnTo>
                <a:lnTo>
                  <a:pt x="54484" y="66576"/>
                </a:lnTo>
                <a:lnTo>
                  <a:pt x="54484" y="66304"/>
                </a:lnTo>
                <a:lnTo>
                  <a:pt x="54484" y="66033"/>
                </a:lnTo>
                <a:lnTo>
                  <a:pt x="54348" y="65897"/>
                </a:lnTo>
                <a:lnTo>
                  <a:pt x="54212" y="65761"/>
                </a:lnTo>
                <a:lnTo>
                  <a:pt x="54348" y="65625"/>
                </a:lnTo>
                <a:lnTo>
                  <a:pt x="54484" y="65489"/>
                </a:lnTo>
                <a:lnTo>
                  <a:pt x="54484" y="63587"/>
                </a:lnTo>
                <a:lnTo>
                  <a:pt x="55978" y="62908"/>
                </a:lnTo>
                <a:lnTo>
                  <a:pt x="56793" y="62092"/>
                </a:lnTo>
                <a:lnTo>
                  <a:pt x="57065" y="62092"/>
                </a:lnTo>
                <a:lnTo>
                  <a:pt x="59103" y="60054"/>
                </a:lnTo>
                <a:lnTo>
                  <a:pt x="59103" y="59783"/>
                </a:lnTo>
                <a:lnTo>
                  <a:pt x="60462" y="58424"/>
                </a:lnTo>
                <a:lnTo>
                  <a:pt x="60462" y="58152"/>
                </a:lnTo>
                <a:lnTo>
                  <a:pt x="61005" y="57609"/>
                </a:lnTo>
                <a:lnTo>
                  <a:pt x="61821" y="55978"/>
                </a:lnTo>
                <a:lnTo>
                  <a:pt x="60870" y="54755"/>
                </a:lnTo>
                <a:lnTo>
                  <a:pt x="59783" y="54755"/>
                </a:lnTo>
                <a:lnTo>
                  <a:pt x="58967" y="55571"/>
                </a:lnTo>
                <a:lnTo>
                  <a:pt x="55435" y="59103"/>
                </a:lnTo>
                <a:lnTo>
                  <a:pt x="54348" y="59647"/>
                </a:lnTo>
                <a:lnTo>
                  <a:pt x="52717" y="59647"/>
                </a:lnTo>
                <a:lnTo>
                  <a:pt x="52582" y="59511"/>
                </a:lnTo>
                <a:lnTo>
                  <a:pt x="53261" y="58560"/>
                </a:lnTo>
                <a:lnTo>
                  <a:pt x="54620" y="58016"/>
                </a:lnTo>
                <a:lnTo>
                  <a:pt x="57201" y="55435"/>
                </a:lnTo>
                <a:lnTo>
                  <a:pt x="57201" y="55163"/>
                </a:lnTo>
                <a:lnTo>
                  <a:pt x="58424" y="53940"/>
                </a:lnTo>
                <a:lnTo>
                  <a:pt x="59511" y="53397"/>
                </a:lnTo>
                <a:lnTo>
                  <a:pt x="61413" y="53397"/>
                </a:lnTo>
                <a:lnTo>
                  <a:pt x="61957" y="53668"/>
                </a:lnTo>
                <a:lnTo>
                  <a:pt x="62636" y="54348"/>
                </a:lnTo>
                <a:lnTo>
                  <a:pt x="63179" y="55435"/>
                </a:lnTo>
                <a:lnTo>
                  <a:pt x="63179" y="56250"/>
                </a:lnTo>
                <a:lnTo>
                  <a:pt x="62364" y="57880"/>
                </a:lnTo>
                <a:lnTo>
                  <a:pt x="61821" y="58424"/>
                </a:lnTo>
                <a:lnTo>
                  <a:pt x="61549" y="59239"/>
                </a:lnTo>
                <a:lnTo>
                  <a:pt x="61005" y="59783"/>
                </a:lnTo>
                <a:lnTo>
                  <a:pt x="61005" y="60054"/>
                </a:lnTo>
                <a:lnTo>
                  <a:pt x="58967" y="62364"/>
                </a:lnTo>
                <a:lnTo>
                  <a:pt x="58696" y="62364"/>
                </a:lnTo>
                <a:lnTo>
                  <a:pt x="57880" y="63179"/>
                </a:lnTo>
                <a:lnTo>
                  <a:pt x="57609" y="63179"/>
                </a:lnTo>
                <a:lnTo>
                  <a:pt x="57065" y="63723"/>
                </a:lnTo>
                <a:lnTo>
                  <a:pt x="56793" y="63723"/>
                </a:lnTo>
                <a:lnTo>
                  <a:pt x="56250" y="64266"/>
                </a:lnTo>
                <a:lnTo>
                  <a:pt x="55978" y="64266"/>
                </a:lnTo>
                <a:lnTo>
                  <a:pt x="55842" y="64402"/>
                </a:lnTo>
                <a:lnTo>
                  <a:pt x="55842" y="65489"/>
                </a:lnTo>
                <a:lnTo>
                  <a:pt x="55707" y="65625"/>
                </a:lnTo>
                <a:lnTo>
                  <a:pt x="55571" y="65761"/>
                </a:lnTo>
                <a:lnTo>
                  <a:pt x="55571" y="71196"/>
                </a:lnTo>
                <a:lnTo>
                  <a:pt x="55435" y="71332"/>
                </a:lnTo>
                <a:lnTo>
                  <a:pt x="55299" y="71467"/>
                </a:lnTo>
                <a:lnTo>
                  <a:pt x="55299" y="77446"/>
                </a:lnTo>
                <a:lnTo>
                  <a:pt x="54620" y="78125"/>
                </a:lnTo>
                <a:lnTo>
                  <a:pt x="50272" y="78125"/>
                </a:lnTo>
                <a:lnTo>
                  <a:pt x="50136" y="77989"/>
                </a:lnTo>
                <a:lnTo>
                  <a:pt x="50000" y="77853"/>
                </a:lnTo>
                <a:lnTo>
                  <a:pt x="49728" y="77853"/>
                </a:lnTo>
                <a:lnTo>
                  <a:pt x="49457" y="77853"/>
                </a:lnTo>
                <a:lnTo>
                  <a:pt x="49321" y="77989"/>
                </a:lnTo>
                <a:lnTo>
                  <a:pt x="49185" y="78125"/>
                </a:lnTo>
                <a:lnTo>
                  <a:pt x="44837" y="78125"/>
                </a:lnTo>
                <a:lnTo>
                  <a:pt x="44429" y="77717"/>
                </a:lnTo>
                <a:lnTo>
                  <a:pt x="44429" y="76630"/>
                </a:lnTo>
                <a:lnTo>
                  <a:pt x="44293" y="76495"/>
                </a:lnTo>
                <a:lnTo>
                  <a:pt x="44158" y="76359"/>
                </a:lnTo>
                <a:lnTo>
                  <a:pt x="44158" y="70924"/>
                </a:lnTo>
                <a:lnTo>
                  <a:pt x="44022" y="70788"/>
                </a:lnTo>
                <a:lnTo>
                  <a:pt x="43886" y="70652"/>
                </a:lnTo>
                <a:lnTo>
                  <a:pt x="43886" y="64674"/>
                </a:lnTo>
                <a:lnTo>
                  <a:pt x="43207" y="63995"/>
                </a:lnTo>
                <a:lnTo>
                  <a:pt x="42935" y="63995"/>
                </a:lnTo>
                <a:lnTo>
                  <a:pt x="41304" y="62636"/>
                </a:lnTo>
                <a:lnTo>
                  <a:pt x="41033" y="62636"/>
                </a:lnTo>
                <a:lnTo>
                  <a:pt x="38995" y="60598"/>
                </a:lnTo>
                <a:lnTo>
                  <a:pt x="38451" y="59511"/>
                </a:lnTo>
                <a:lnTo>
                  <a:pt x="37092" y="57880"/>
                </a:lnTo>
                <a:lnTo>
                  <a:pt x="36549" y="56793"/>
                </a:lnTo>
                <a:lnTo>
                  <a:pt x="36549" y="55163"/>
                </a:lnTo>
                <a:lnTo>
                  <a:pt x="36821" y="54620"/>
                </a:lnTo>
                <a:lnTo>
                  <a:pt x="37772" y="53668"/>
                </a:lnTo>
                <a:lnTo>
                  <a:pt x="38043" y="53668"/>
                </a:lnTo>
                <a:lnTo>
                  <a:pt x="38179" y="535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4727448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600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1271016" y="5650992"/>
            <a:ext cx="1563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547872" y="1709928"/>
            <a:ext cx="0" cy="4572000"/>
          </a:xfrm>
          <a:prstGeom prst="line">
            <a:avLst/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76472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977640" y="1865376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person_41"/>
          <p:cNvSpPr/>
          <p:nvPr/>
        </p:nvSpPr>
        <p:spPr>
          <a:xfrm>
            <a:off x="3977640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538" y="18462"/>
                </a:moveTo>
                <a:lnTo>
                  <a:pt x="46923" y="18077"/>
                </a:lnTo>
                <a:lnTo>
                  <a:pt x="51538" y="18077"/>
                </a:lnTo>
                <a:lnTo>
                  <a:pt x="51923" y="18462"/>
                </a:lnTo>
                <a:lnTo>
                  <a:pt x="52308" y="18846"/>
                </a:lnTo>
                <a:lnTo>
                  <a:pt x="53077" y="18846"/>
                </a:lnTo>
                <a:lnTo>
                  <a:pt x="53846" y="18846"/>
                </a:lnTo>
                <a:lnTo>
                  <a:pt x="56923" y="20385"/>
                </a:lnTo>
                <a:lnTo>
                  <a:pt x="59615" y="23077"/>
                </a:lnTo>
                <a:lnTo>
                  <a:pt x="61154" y="26154"/>
                </a:lnTo>
                <a:lnTo>
                  <a:pt x="61154" y="28462"/>
                </a:lnTo>
                <a:lnTo>
                  <a:pt x="61538" y="28846"/>
                </a:lnTo>
                <a:lnTo>
                  <a:pt x="61923" y="29231"/>
                </a:lnTo>
                <a:lnTo>
                  <a:pt x="61923" y="33846"/>
                </a:lnTo>
                <a:lnTo>
                  <a:pt x="61538" y="34231"/>
                </a:lnTo>
                <a:lnTo>
                  <a:pt x="61154" y="34615"/>
                </a:lnTo>
                <a:lnTo>
                  <a:pt x="61154" y="35385"/>
                </a:lnTo>
                <a:lnTo>
                  <a:pt x="61154" y="36154"/>
                </a:lnTo>
                <a:lnTo>
                  <a:pt x="59615" y="39231"/>
                </a:lnTo>
                <a:lnTo>
                  <a:pt x="55385" y="42692"/>
                </a:lnTo>
                <a:lnTo>
                  <a:pt x="53846" y="43462"/>
                </a:lnTo>
                <a:lnTo>
                  <a:pt x="51538" y="43462"/>
                </a:lnTo>
                <a:lnTo>
                  <a:pt x="51154" y="43846"/>
                </a:lnTo>
                <a:lnTo>
                  <a:pt x="50769" y="44231"/>
                </a:lnTo>
                <a:lnTo>
                  <a:pt x="46923" y="44231"/>
                </a:lnTo>
                <a:lnTo>
                  <a:pt x="46538" y="43846"/>
                </a:lnTo>
                <a:lnTo>
                  <a:pt x="46154" y="43462"/>
                </a:lnTo>
                <a:lnTo>
                  <a:pt x="45385" y="43462"/>
                </a:lnTo>
                <a:lnTo>
                  <a:pt x="44615" y="43462"/>
                </a:lnTo>
                <a:lnTo>
                  <a:pt x="41538" y="41923"/>
                </a:lnTo>
                <a:lnTo>
                  <a:pt x="38077" y="38462"/>
                </a:lnTo>
                <a:lnTo>
                  <a:pt x="37308" y="36923"/>
                </a:lnTo>
                <a:lnTo>
                  <a:pt x="37308" y="36154"/>
                </a:lnTo>
                <a:lnTo>
                  <a:pt x="37308" y="35385"/>
                </a:lnTo>
                <a:lnTo>
                  <a:pt x="36923" y="35000"/>
                </a:lnTo>
                <a:lnTo>
                  <a:pt x="36538" y="34615"/>
                </a:lnTo>
                <a:lnTo>
                  <a:pt x="36538" y="27692"/>
                </a:lnTo>
                <a:lnTo>
                  <a:pt x="36923" y="27308"/>
                </a:lnTo>
                <a:lnTo>
                  <a:pt x="37308" y="26923"/>
                </a:lnTo>
                <a:lnTo>
                  <a:pt x="37308" y="26154"/>
                </a:lnTo>
                <a:lnTo>
                  <a:pt x="37308" y="25385"/>
                </a:lnTo>
                <a:lnTo>
                  <a:pt x="38077" y="23846"/>
                </a:lnTo>
                <a:lnTo>
                  <a:pt x="42308" y="19615"/>
                </a:lnTo>
                <a:lnTo>
                  <a:pt x="43077" y="19615"/>
                </a:lnTo>
                <a:lnTo>
                  <a:pt x="43846" y="19615"/>
                </a:lnTo>
                <a:lnTo>
                  <a:pt x="44231" y="19231"/>
                </a:lnTo>
                <a:lnTo>
                  <a:pt x="44615" y="18846"/>
                </a:lnTo>
                <a:lnTo>
                  <a:pt x="46538" y="18462"/>
                </a:lnTo>
                <a:close/>
                <a:moveTo>
                  <a:pt x="46154" y="21154"/>
                </a:moveTo>
                <a:lnTo>
                  <a:pt x="43077" y="23462"/>
                </a:lnTo>
                <a:lnTo>
                  <a:pt x="42308" y="23462"/>
                </a:lnTo>
                <a:lnTo>
                  <a:pt x="41923" y="23846"/>
                </a:lnTo>
                <a:lnTo>
                  <a:pt x="41923" y="24615"/>
                </a:lnTo>
                <a:lnTo>
                  <a:pt x="40385" y="26154"/>
                </a:lnTo>
                <a:lnTo>
                  <a:pt x="39615" y="27692"/>
                </a:lnTo>
                <a:lnTo>
                  <a:pt x="39615" y="28462"/>
                </a:lnTo>
                <a:lnTo>
                  <a:pt x="39615" y="29231"/>
                </a:lnTo>
                <a:lnTo>
                  <a:pt x="39231" y="29615"/>
                </a:lnTo>
                <a:lnTo>
                  <a:pt x="38846" y="30000"/>
                </a:lnTo>
                <a:lnTo>
                  <a:pt x="38846" y="32308"/>
                </a:lnTo>
                <a:lnTo>
                  <a:pt x="39231" y="32692"/>
                </a:lnTo>
                <a:lnTo>
                  <a:pt x="39615" y="33077"/>
                </a:lnTo>
                <a:lnTo>
                  <a:pt x="39615" y="33846"/>
                </a:lnTo>
                <a:lnTo>
                  <a:pt x="39615" y="34615"/>
                </a:lnTo>
                <a:lnTo>
                  <a:pt x="40385" y="36154"/>
                </a:lnTo>
                <a:lnTo>
                  <a:pt x="44615" y="40385"/>
                </a:lnTo>
                <a:lnTo>
                  <a:pt x="45385" y="40385"/>
                </a:lnTo>
                <a:lnTo>
                  <a:pt x="46154" y="40385"/>
                </a:lnTo>
                <a:lnTo>
                  <a:pt x="46538" y="40769"/>
                </a:lnTo>
                <a:lnTo>
                  <a:pt x="46923" y="41154"/>
                </a:lnTo>
                <a:lnTo>
                  <a:pt x="51538" y="41154"/>
                </a:lnTo>
                <a:lnTo>
                  <a:pt x="51923" y="40769"/>
                </a:lnTo>
                <a:lnTo>
                  <a:pt x="54615" y="39615"/>
                </a:lnTo>
                <a:lnTo>
                  <a:pt x="58077" y="36154"/>
                </a:lnTo>
                <a:lnTo>
                  <a:pt x="58846" y="34615"/>
                </a:lnTo>
                <a:lnTo>
                  <a:pt x="58846" y="32308"/>
                </a:lnTo>
                <a:lnTo>
                  <a:pt x="59231" y="31923"/>
                </a:lnTo>
                <a:lnTo>
                  <a:pt x="59615" y="31538"/>
                </a:lnTo>
                <a:lnTo>
                  <a:pt x="59615" y="30769"/>
                </a:lnTo>
                <a:lnTo>
                  <a:pt x="59615" y="30000"/>
                </a:lnTo>
                <a:lnTo>
                  <a:pt x="59231" y="29615"/>
                </a:lnTo>
                <a:lnTo>
                  <a:pt x="58846" y="29231"/>
                </a:lnTo>
                <a:lnTo>
                  <a:pt x="58846" y="28462"/>
                </a:lnTo>
                <a:lnTo>
                  <a:pt x="58846" y="27692"/>
                </a:lnTo>
                <a:lnTo>
                  <a:pt x="58077" y="26154"/>
                </a:lnTo>
                <a:lnTo>
                  <a:pt x="54615" y="22692"/>
                </a:lnTo>
                <a:lnTo>
                  <a:pt x="51538" y="21154"/>
                </a:lnTo>
                <a:lnTo>
                  <a:pt x="46154" y="21154"/>
                </a:lnTo>
                <a:close/>
                <a:moveTo>
                  <a:pt x="45000" y="48462"/>
                </a:moveTo>
                <a:lnTo>
                  <a:pt x="45385" y="48077"/>
                </a:lnTo>
                <a:lnTo>
                  <a:pt x="53077" y="48077"/>
                </a:lnTo>
                <a:lnTo>
                  <a:pt x="53462" y="48462"/>
                </a:lnTo>
                <a:lnTo>
                  <a:pt x="53846" y="48846"/>
                </a:lnTo>
                <a:lnTo>
                  <a:pt x="57692" y="49615"/>
                </a:lnTo>
                <a:lnTo>
                  <a:pt x="60769" y="51923"/>
                </a:lnTo>
                <a:lnTo>
                  <a:pt x="61538" y="51923"/>
                </a:lnTo>
                <a:lnTo>
                  <a:pt x="63077" y="53462"/>
                </a:lnTo>
                <a:lnTo>
                  <a:pt x="63846" y="53462"/>
                </a:lnTo>
                <a:lnTo>
                  <a:pt x="65769" y="55385"/>
                </a:lnTo>
                <a:lnTo>
                  <a:pt x="65769" y="56154"/>
                </a:lnTo>
                <a:lnTo>
                  <a:pt x="68846" y="60000"/>
                </a:lnTo>
                <a:lnTo>
                  <a:pt x="68846" y="60769"/>
                </a:lnTo>
                <a:lnTo>
                  <a:pt x="68846" y="61538"/>
                </a:lnTo>
                <a:lnTo>
                  <a:pt x="70385" y="64615"/>
                </a:lnTo>
                <a:lnTo>
                  <a:pt x="70385" y="70000"/>
                </a:lnTo>
                <a:lnTo>
                  <a:pt x="68462" y="70385"/>
                </a:lnTo>
                <a:lnTo>
                  <a:pt x="68077" y="70000"/>
                </a:lnTo>
                <a:lnTo>
                  <a:pt x="68077" y="66154"/>
                </a:lnTo>
                <a:lnTo>
                  <a:pt x="67692" y="65769"/>
                </a:lnTo>
                <a:lnTo>
                  <a:pt x="67308" y="65385"/>
                </a:lnTo>
                <a:lnTo>
                  <a:pt x="67308" y="64615"/>
                </a:lnTo>
                <a:lnTo>
                  <a:pt x="67308" y="63846"/>
                </a:lnTo>
                <a:lnTo>
                  <a:pt x="65000" y="59231"/>
                </a:lnTo>
                <a:lnTo>
                  <a:pt x="60000" y="54231"/>
                </a:lnTo>
                <a:lnTo>
                  <a:pt x="55385" y="51923"/>
                </a:lnTo>
                <a:lnTo>
                  <a:pt x="53462" y="51538"/>
                </a:lnTo>
                <a:lnTo>
                  <a:pt x="53077" y="51154"/>
                </a:lnTo>
                <a:lnTo>
                  <a:pt x="44615" y="51154"/>
                </a:lnTo>
                <a:lnTo>
                  <a:pt x="44231" y="51538"/>
                </a:lnTo>
                <a:lnTo>
                  <a:pt x="43846" y="51923"/>
                </a:lnTo>
                <a:lnTo>
                  <a:pt x="43077" y="51923"/>
                </a:lnTo>
                <a:lnTo>
                  <a:pt x="42308" y="51923"/>
                </a:lnTo>
                <a:lnTo>
                  <a:pt x="39231" y="53462"/>
                </a:lnTo>
                <a:lnTo>
                  <a:pt x="36923" y="55769"/>
                </a:lnTo>
                <a:lnTo>
                  <a:pt x="36154" y="55769"/>
                </a:lnTo>
                <a:lnTo>
                  <a:pt x="31923" y="61538"/>
                </a:lnTo>
                <a:lnTo>
                  <a:pt x="31923" y="62308"/>
                </a:lnTo>
                <a:lnTo>
                  <a:pt x="31923" y="63077"/>
                </a:lnTo>
                <a:lnTo>
                  <a:pt x="31538" y="63462"/>
                </a:lnTo>
                <a:lnTo>
                  <a:pt x="31154" y="63846"/>
                </a:lnTo>
                <a:lnTo>
                  <a:pt x="31154" y="66154"/>
                </a:lnTo>
                <a:lnTo>
                  <a:pt x="30769" y="66538"/>
                </a:lnTo>
                <a:lnTo>
                  <a:pt x="30385" y="66923"/>
                </a:lnTo>
                <a:lnTo>
                  <a:pt x="30385" y="70000"/>
                </a:lnTo>
                <a:lnTo>
                  <a:pt x="28462" y="70385"/>
                </a:lnTo>
                <a:lnTo>
                  <a:pt x="28077" y="70000"/>
                </a:lnTo>
                <a:lnTo>
                  <a:pt x="28077" y="64615"/>
                </a:lnTo>
                <a:lnTo>
                  <a:pt x="28462" y="64231"/>
                </a:lnTo>
                <a:lnTo>
                  <a:pt x="28846" y="63846"/>
                </a:lnTo>
                <a:lnTo>
                  <a:pt x="29615" y="60000"/>
                </a:lnTo>
                <a:lnTo>
                  <a:pt x="31923" y="56923"/>
                </a:lnTo>
                <a:lnTo>
                  <a:pt x="31923" y="56154"/>
                </a:lnTo>
                <a:lnTo>
                  <a:pt x="35385" y="52692"/>
                </a:lnTo>
                <a:lnTo>
                  <a:pt x="36154" y="52692"/>
                </a:lnTo>
                <a:lnTo>
                  <a:pt x="37692" y="51154"/>
                </a:lnTo>
                <a:lnTo>
                  <a:pt x="42308" y="48846"/>
                </a:lnTo>
                <a:lnTo>
                  <a:pt x="45000" y="484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193792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37 ans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202936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Âge moyen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21224" y="27889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plus jeunes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73568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174736" y="1865376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ECTOR_database_42"/>
          <p:cNvSpPr/>
          <p:nvPr/>
        </p:nvSpPr>
        <p:spPr>
          <a:xfrm>
            <a:off x="8174736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390888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31 k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400032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moyen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418320" y="27889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le plus faible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76472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3977640" y="3310128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VECTOR_bag2_43"/>
          <p:cNvSpPr/>
          <p:nvPr/>
        </p:nvSpPr>
        <p:spPr>
          <a:xfrm>
            <a:off x="3977640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193792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130</a:t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5202936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moyenne (Spent)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973568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8174736" y="3310128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VECTOR_pram_44"/>
          <p:cNvSpPr/>
          <p:nvPr/>
        </p:nvSpPr>
        <p:spPr>
          <a:xfrm>
            <a:off x="8174736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615" y="24615"/>
                </a:moveTo>
                <a:lnTo>
                  <a:pt x="50000" y="24231"/>
                </a:lnTo>
                <a:lnTo>
                  <a:pt x="53846" y="24231"/>
                </a:lnTo>
                <a:lnTo>
                  <a:pt x="54231" y="24615"/>
                </a:lnTo>
                <a:lnTo>
                  <a:pt x="54615" y="25000"/>
                </a:lnTo>
                <a:lnTo>
                  <a:pt x="56923" y="25000"/>
                </a:lnTo>
                <a:lnTo>
                  <a:pt x="64615" y="28846"/>
                </a:lnTo>
                <a:lnTo>
                  <a:pt x="68846" y="33077"/>
                </a:lnTo>
                <a:lnTo>
                  <a:pt x="68846" y="33846"/>
                </a:lnTo>
                <a:lnTo>
                  <a:pt x="71154" y="36923"/>
                </a:lnTo>
                <a:lnTo>
                  <a:pt x="71154" y="37692"/>
                </a:lnTo>
                <a:lnTo>
                  <a:pt x="71154" y="38462"/>
                </a:lnTo>
                <a:lnTo>
                  <a:pt x="72692" y="41538"/>
                </a:lnTo>
                <a:lnTo>
                  <a:pt x="72692" y="45385"/>
                </a:lnTo>
                <a:lnTo>
                  <a:pt x="73077" y="45769"/>
                </a:lnTo>
                <a:lnTo>
                  <a:pt x="73462" y="46154"/>
                </a:lnTo>
                <a:lnTo>
                  <a:pt x="73462" y="46923"/>
                </a:lnTo>
                <a:lnTo>
                  <a:pt x="73462" y="47692"/>
                </a:lnTo>
                <a:lnTo>
                  <a:pt x="73077" y="48077"/>
                </a:lnTo>
                <a:lnTo>
                  <a:pt x="72692" y="48462"/>
                </a:lnTo>
                <a:lnTo>
                  <a:pt x="72692" y="50769"/>
                </a:lnTo>
                <a:lnTo>
                  <a:pt x="72308" y="51154"/>
                </a:lnTo>
                <a:lnTo>
                  <a:pt x="71923" y="51538"/>
                </a:lnTo>
                <a:lnTo>
                  <a:pt x="71923" y="52308"/>
                </a:lnTo>
                <a:lnTo>
                  <a:pt x="71923" y="53077"/>
                </a:lnTo>
                <a:lnTo>
                  <a:pt x="71538" y="53462"/>
                </a:lnTo>
                <a:lnTo>
                  <a:pt x="71154" y="53846"/>
                </a:lnTo>
                <a:lnTo>
                  <a:pt x="71154" y="54615"/>
                </a:lnTo>
                <a:lnTo>
                  <a:pt x="71154" y="55385"/>
                </a:lnTo>
                <a:lnTo>
                  <a:pt x="69615" y="58462"/>
                </a:lnTo>
                <a:lnTo>
                  <a:pt x="65385" y="62692"/>
                </a:lnTo>
                <a:lnTo>
                  <a:pt x="63077" y="63462"/>
                </a:lnTo>
                <a:lnTo>
                  <a:pt x="61538" y="65000"/>
                </a:lnTo>
                <a:lnTo>
                  <a:pt x="60769" y="65000"/>
                </a:lnTo>
                <a:lnTo>
                  <a:pt x="60385" y="65385"/>
                </a:lnTo>
                <a:lnTo>
                  <a:pt x="62308" y="66538"/>
                </a:lnTo>
                <a:lnTo>
                  <a:pt x="63077" y="66538"/>
                </a:lnTo>
                <a:lnTo>
                  <a:pt x="63846" y="66538"/>
                </a:lnTo>
                <a:lnTo>
                  <a:pt x="65385" y="67308"/>
                </a:lnTo>
                <a:lnTo>
                  <a:pt x="68077" y="70000"/>
                </a:lnTo>
                <a:lnTo>
                  <a:pt x="68077" y="75385"/>
                </a:lnTo>
                <a:lnTo>
                  <a:pt x="65385" y="78846"/>
                </a:lnTo>
                <a:lnTo>
                  <a:pt x="63846" y="79615"/>
                </a:lnTo>
                <a:lnTo>
                  <a:pt x="59231" y="79615"/>
                </a:lnTo>
                <a:lnTo>
                  <a:pt x="57692" y="78846"/>
                </a:lnTo>
                <a:lnTo>
                  <a:pt x="55000" y="76154"/>
                </a:lnTo>
                <a:lnTo>
                  <a:pt x="54231" y="72308"/>
                </a:lnTo>
                <a:lnTo>
                  <a:pt x="54615" y="71923"/>
                </a:lnTo>
                <a:lnTo>
                  <a:pt x="55000" y="71538"/>
                </a:lnTo>
                <a:lnTo>
                  <a:pt x="55000" y="70769"/>
                </a:lnTo>
                <a:lnTo>
                  <a:pt x="55000" y="70000"/>
                </a:lnTo>
                <a:lnTo>
                  <a:pt x="55769" y="68462"/>
                </a:lnTo>
                <a:lnTo>
                  <a:pt x="57308" y="66923"/>
                </a:lnTo>
                <a:lnTo>
                  <a:pt x="56923" y="66538"/>
                </a:lnTo>
                <a:lnTo>
                  <a:pt x="40769" y="66538"/>
                </a:lnTo>
                <a:lnTo>
                  <a:pt x="40385" y="66923"/>
                </a:lnTo>
                <a:lnTo>
                  <a:pt x="40385" y="67692"/>
                </a:lnTo>
                <a:lnTo>
                  <a:pt x="41923" y="69231"/>
                </a:lnTo>
                <a:lnTo>
                  <a:pt x="41923" y="70000"/>
                </a:lnTo>
                <a:lnTo>
                  <a:pt x="42308" y="70385"/>
                </a:lnTo>
                <a:lnTo>
                  <a:pt x="42692" y="70769"/>
                </a:lnTo>
                <a:lnTo>
                  <a:pt x="42692" y="76154"/>
                </a:lnTo>
                <a:lnTo>
                  <a:pt x="40000" y="78846"/>
                </a:lnTo>
                <a:lnTo>
                  <a:pt x="38462" y="79615"/>
                </a:lnTo>
                <a:lnTo>
                  <a:pt x="33846" y="79615"/>
                </a:lnTo>
                <a:lnTo>
                  <a:pt x="30385" y="76923"/>
                </a:lnTo>
                <a:lnTo>
                  <a:pt x="29615" y="75385"/>
                </a:lnTo>
                <a:lnTo>
                  <a:pt x="29615" y="70769"/>
                </a:lnTo>
                <a:lnTo>
                  <a:pt x="30385" y="69231"/>
                </a:lnTo>
                <a:lnTo>
                  <a:pt x="32308" y="67308"/>
                </a:lnTo>
                <a:lnTo>
                  <a:pt x="33846" y="66538"/>
                </a:lnTo>
                <a:lnTo>
                  <a:pt x="37692" y="66538"/>
                </a:lnTo>
                <a:lnTo>
                  <a:pt x="38077" y="66154"/>
                </a:lnTo>
                <a:lnTo>
                  <a:pt x="38077" y="65385"/>
                </a:lnTo>
                <a:lnTo>
                  <a:pt x="35385" y="64231"/>
                </a:lnTo>
                <a:lnTo>
                  <a:pt x="33846" y="62692"/>
                </a:lnTo>
                <a:lnTo>
                  <a:pt x="33077" y="62692"/>
                </a:lnTo>
                <a:lnTo>
                  <a:pt x="29615" y="59231"/>
                </a:lnTo>
                <a:lnTo>
                  <a:pt x="27308" y="54615"/>
                </a:lnTo>
                <a:lnTo>
                  <a:pt x="27308" y="53846"/>
                </a:lnTo>
                <a:lnTo>
                  <a:pt x="27308" y="53077"/>
                </a:lnTo>
                <a:lnTo>
                  <a:pt x="26923" y="52692"/>
                </a:lnTo>
                <a:lnTo>
                  <a:pt x="26538" y="52308"/>
                </a:lnTo>
                <a:lnTo>
                  <a:pt x="26538" y="50000"/>
                </a:lnTo>
                <a:lnTo>
                  <a:pt x="26154" y="49615"/>
                </a:lnTo>
                <a:lnTo>
                  <a:pt x="25769" y="49231"/>
                </a:lnTo>
                <a:lnTo>
                  <a:pt x="25769" y="43846"/>
                </a:lnTo>
                <a:lnTo>
                  <a:pt x="25385" y="43462"/>
                </a:lnTo>
                <a:lnTo>
                  <a:pt x="25000" y="43077"/>
                </a:lnTo>
                <a:lnTo>
                  <a:pt x="25000" y="42308"/>
                </a:lnTo>
                <a:lnTo>
                  <a:pt x="25000" y="41538"/>
                </a:lnTo>
                <a:lnTo>
                  <a:pt x="20769" y="39615"/>
                </a:lnTo>
                <a:lnTo>
                  <a:pt x="19615" y="38462"/>
                </a:lnTo>
                <a:lnTo>
                  <a:pt x="20769" y="37308"/>
                </a:lnTo>
                <a:lnTo>
                  <a:pt x="24615" y="38077"/>
                </a:lnTo>
                <a:lnTo>
                  <a:pt x="27308" y="40769"/>
                </a:lnTo>
                <a:lnTo>
                  <a:pt x="27308" y="44615"/>
                </a:lnTo>
                <a:lnTo>
                  <a:pt x="28462" y="45769"/>
                </a:lnTo>
                <a:lnTo>
                  <a:pt x="47692" y="45769"/>
                </a:lnTo>
                <a:lnTo>
                  <a:pt x="48846" y="44615"/>
                </a:lnTo>
                <a:lnTo>
                  <a:pt x="48846" y="25385"/>
                </a:lnTo>
                <a:lnTo>
                  <a:pt x="49231" y="25000"/>
                </a:lnTo>
                <a:lnTo>
                  <a:pt x="49615" y="24615"/>
                </a:lnTo>
                <a:close/>
                <a:moveTo>
                  <a:pt x="52308" y="26538"/>
                </a:moveTo>
                <a:lnTo>
                  <a:pt x="51154" y="27692"/>
                </a:lnTo>
                <a:lnTo>
                  <a:pt x="51154" y="45385"/>
                </a:lnTo>
                <a:lnTo>
                  <a:pt x="51538" y="45769"/>
                </a:lnTo>
                <a:lnTo>
                  <a:pt x="69231" y="45769"/>
                </a:lnTo>
                <a:lnTo>
                  <a:pt x="70000" y="45769"/>
                </a:lnTo>
                <a:lnTo>
                  <a:pt x="70385" y="45385"/>
                </a:lnTo>
                <a:lnTo>
                  <a:pt x="70385" y="41538"/>
                </a:lnTo>
                <a:lnTo>
                  <a:pt x="70000" y="41154"/>
                </a:lnTo>
                <a:lnTo>
                  <a:pt x="69615" y="40769"/>
                </a:lnTo>
                <a:lnTo>
                  <a:pt x="69615" y="40000"/>
                </a:lnTo>
                <a:lnTo>
                  <a:pt x="69615" y="39231"/>
                </a:lnTo>
                <a:lnTo>
                  <a:pt x="68077" y="36154"/>
                </a:lnTo>
                <a:lnTo>
                  <a:pt x="61538" y="29615"/>
                </a:lnTo>
                <a:lnTo>
                  <a:pt x="56923" y="27308"/>
                </a:lnTo>
                <a:lnTo>
                  <a:pt x="53846" y="27308"/>
                </a:lnTo>
                <a:lnTo>
                  <a:pt x="52308" y="26538"/>
                </a:lnTo>
                <a:close/>
                <a:moveTo>
                  <a:pt x="29231" y="48077"/>
                </a:moveTo>
                <a:lnTo>
                  <a:pt x="28846" y="51538"/>
                </a:lnTo>
                <a:lnTo>
                  <a:pt x="29231" y="51923"/>
                </a:lnTo>
                <a:lnTo>
                  <a:pt x="29615" y="52308"/>
                </a:lnTo>
                <a:lnTo>
                  <a:pt x="30385" y="56154"/>
                </a:lnTo>
                <a:lnTo>
                  <a:pt x="31923" y="57692"/>
                </a:lnTo>
                <a:lnTo>
                  <a:pt x="31923" y="58462"/>
                </a:lnTo>
                <a:lnTo>
                  <a:pt x="35385" y="61154"/>
                </a:lnTo>
                <a:lnTo>
                  <a:pt x="41538" y="64231"/>
                </a:lnTo>
                <a:lnTo>
                  <a:pt x="44615" y="64231"/>
                </a:lnTo>
                <a:lnTo>
                  <a:pt x="45000" y="64615"/>
                </a:lnTo>
                <a:lnTo>
                  <a:pt x="45385" y="65000"/>
                </a:lnTo>
                <a:lnTo>
                  <a:pt x="53846" y="65000"/>
                </a:lnTo>
                <a:lnTo>
                  <a:pt x="54231" y="64615"/>
                </a:lnTo>
                <a:lnTo>
                  <a:pt x="54615" y="64231"/>
                </a:lnTo>
                <a:lnTo>
                  <a:pt x="57692" y="64231"/>
                </a:lnTo>
                <a:lnTo>
                  <a:pt x="59231" y="62692"/>
                </a:lnTo>
                <a:lnTo>
                  <a:pt x="64615" y="60385"/>
                </a:lnTo>
                <a:lnTo>
                  <a:pt x="66154" y="58846"/>
                </a:lnTo>
                <a:lnTo>
                  <a:pt x="67308" y="57692"/>
                </a:lnTo>
                <a:lnTo>
                  <a:pt x="68846" y="54615"/>
                </a:lnTo>
                <a:lnTo>
                  <a:pt x="68846" y="53846"/>
                </a:lnTo>
                <a:lnTo>
                  <a:pt x="68846" y="53077"/>
                </a:lnTo>
                <a:lnTo>
                  <a:pt x="70385" y="50000"/>
                </a:lnTo>
                <a:lnTo>
                  <a:pt x="70000" y="48077"/>
                </a:lnTo>
                <a:lnTo>
                  <a:pt x="50769" y="48077"/>
                </a:lnTo>
                <a:lnTo>
                  <a:pt x="49231" y="50385"/>
                </a:lnTo>
                <a:lnTo>
                  <a:pt x="47692" y="48077"/>
                </a:lnTo>
                <a:lnTo>
                  <a:pt x="29231" y="48077"/>
                </a:lnTo>
                <a:close/>
                <a:moveTo>
                  <a:pt x="36154" y="68077"/>
                </a:moveTo>
                <a:lnTo>
                  <a:pt x="34615" y="68846"/>
                </a:lnTo>
                <a:lnTo>
                  <a:pt x="31923" y="71538"/>
                </a:lnTo>
                <a:lnTo>
                  <a:pt x="31923" y="74615"/>
                </a:lnTo>
                <a:lnTo>
                  <a:pt x="33077" y="76538"/>
                </a:lnTo>
                <a:lnTo>
                  <a:pt x="34615" y="77308"/>
                </a:lnTo>
                <a:lnTo>
                  <a:pt x="36923" y="77308"/>
                </a:lnTo>
                <a:lnTo>
                  <a:pt x="37692" y="77308"/>
                </a:lnTo>
                <a:lnTo>
                  <a:pt x="38462" y="77308"/>
                </a:lnTo>
                <a:lnTo>
                  <a:pt x="40385" y="75385"/>
                </a:lnTo>
                <a:lnTo>
                  <a:pt x="41154" y="73077"/>
                </a:lnTo>
                <a:lnTo>
                  <a:pt x="40769" y="72692"/>
                </a:lnTo>
                <a:lnTo>
                  <a:pt x="40385" y="72308"/>
                </a:lnTo>
                <a:lnTo>
                  <a:pt x="40385" y="71538"/>
                </a:lnTo>
                <a:lnTo>
                  <a:pt x="40385" y="70769"/>
                </a:lnTo>
                <a:lnTo>
                  <a:pt x="38462" y="68846"/>
                </a:lnTo>
                <a:lnTo>
                  <a:pt x="37692" y="68846"/>
                </a:lnTo>
                <a:lnTo>
                  <a:pt x="36923" y="68846"/>
                </a:lnTo>
                <a:lnTo>
                  <a:pt x="36538" y="68462"/>
                </a:lnTo>
                <a:lnTo>
                  <a:pt x="36154" y="68077"/>
                </a:lnTo>
                <a:close/>
                <a:moveTo>
                  <a:pt x="61538" y="68077"/>
                </a:moveTo>
                <a:lnTo>
                  <a:pt x="61154" y="68462"/>
                </a:lnTo>
                <a:lnTo>
                  <a:pt x="60769" y="68846"/>
                </a:lnTo>
                <a:lnTo>
                  <a:pt x="60000" y="68846"/>
                </a:lnTo>
                <a:lnTo>
                  <a:pt x="59231" y="68846"/>
                </a:lnTo>
                <a:lnTo>
                  <a:pt x="57308" y="70769"/>
                </a:lnTo>
                <a:lnTo>
                  <a:pt x="57308" y="74615"/>
                </a:lnTo>
                <a:lnTo>
                  <a:pt x="58077" y="76154"/>
                </a:lnTo>
                <a:lnTo>
                  <a:pt x="60000" y="77308"/>
                </a:lnTo>
                <a:lnTo>
                  <a:pt x="60769" y="77308"/>
                </a:lnTo>
                <a:lnTo>
                  <a:pt x="61538" y="77308"/>
                </a:lnTo>
                <a:lnTo>
                  <a:pt x="62308" y="77308"/>
                </a:lnTo>
                <a:lnTo>
                  <a:pt x="63077" y="77308"/>
                </a:lnTo>
                <a:lnTo>
                  <a:pt x="65769" y="74615"/>
                </a:lnTo>
                <a:lnTo>
                  <a:pt x="65769" y="71538"/>
                </a:lnTo>
                <a:lnTo>
                  <a:pt x="65000" y="70000"/>
                </a:lnTo>
                <a:lnTo>
                  <a:pt x="61538" y="68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9390888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73 %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9400032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Parents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776472" y="4617720"/>
            <a:ext cx="3904488" cy="169164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3922776" y="4818888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 flipV="1">
            <a:off x="410565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437997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4178808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4581144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178808" y="5532120"/>
            <a:ext cx="402336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4315968" y="5321808"/>
            <a:ext cx="128016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4946904" y="48280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 du foyer</a:t>
            </a:r>
            <a:endParaRPr lang="en-US" sz="2100" dirty="0"/>
          </a:p>
        </p:txBody>
      </p:sp>
      <p:sp>
        <p:nvSpPr>
          <p:cNvPr id="43" name="Text 40"/>
          <p:cNvSpPr/>
          <p:nvPr/>
        </p:nvSpPr>
        <p:spPr>
          <a:xfrm>
            <a:off x="4946904" y="5340096"/>
            <a:ext cx="2496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4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7 sur 10 avec de jeunes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enfants, presque sans adolescent.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Foyers de 1 à 3 personnes.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790688" y="4617720"/>
            <a:ext cx="4123944" cy="1691640"/>
          </a:xfrm>
          <a:prstGeom prst="roundRect">
            <a:avLst>
              <a:gd name="adj" fmla="val 756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7882128" y="4800600"/>
            <a:ext cx="1005840" cy="10058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3"/>
          <p:cNvSpPr/>
          <p:nvPr/>
        </p:nvSpPr>
        <p:spPr>
          <a:xfrm>
            <a:off x="7982712" y="5102352"/>
            <a:ext cx="352044" cy="341986"/>
          </a:xfrm>
          <a:prstGeom prst="roundRect">
            <a:avLst>
              <a:gd name="adj" fmla="val 10695"/>
            </a:avLst>
          </a:prstGeom>
          <a:solidFill>
            <a:srgbClr val="FFFFFF">
              <a:alpha val="0"/>
            </a:srgbClr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4"/>
          <p:cNvSpPr/>
          <p:nvPr/>
        </p:nvSpPr>
        <p:spPr>
          <a:xfrm>
            <a:off x="7982712" y="5172761"/>
            <a:ext cx="35204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5"/>
          <p:cNvSpPr/>
          <p:nvPr/>
        </p:nvSpPr>
        <p:spPr>
          <a:xfrm>
            <a:off x="8033004" y="5133533"/>
            <a:ext cx="14082" cy="14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6"/>
          <p:cNvSpPr/>
          <p:nvPr/>
        </p:nvSpPr>
        <p:spPr>
          <a:xfrm>
            <a:off x="8083296" y="5133533"/>
            <a:ext cx="14082" cy="14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7"/>
          <p:cNvSpPr/>
          <p:nvPr/>
        </p:nvSpPr>
        <p:spPr>
          <a:xfrm>
            <a:off x="8133588" y="5133533"/>
            <a:ext cx="14082" cy="1408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8"/>
          <p:cNvSpPr/>
          <p:nvPr/>
        </p:nvSpPr>
        <p:spPr>
          <a:xfrm>
            <a:off x="8385048" y="5273345"/>
            <a:ext cx="905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49"/>
          <p:cNvSpPr/>
          <p:nvPr/>
        </p:nvSpPr>
        <p:spPr>
          <a:xfrm>
            <a:off x="8455457" y="5253228"/>
            <a:ext cx="20117" cy="20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0"/>
          <p:cNvSpPr/>
          <p:nvPr/>
        </p:nvSpPr>
        <p:spPr>
          <a:xfrm flipV="1">
            <a:off x="8455457" y="5273345"/>
            <a:ext cx="20117" cy="20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8545982" y="5243170"/>
            <a:ext cx="281635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2"/>
          <p:cNvSpPr/>
          <p:nvPr/>
        </p:nvSpPr>
        <p:spPr>
          <a:xfrm flipH="1">
            <a:off x="8777326" y="5243170"/>
            <a:ext cx="50292" cy="23134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3"/>
          <p:cNvSpPr/>
          <p:nvPr/>
        </p:nvSpPr>
        <p:spPr>
          <a:xfrm flipH="1">
            <a:off x="8596274" y="5474513"/>
            <a:ext cx="181051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4"/>
          <p:cNvSpPr/>
          <p:nvPr/>
        </p:nvSpPr>
        <p:spPr>
          <a:xfrm flipH="1" flipV="1">
            <a:off x="8545982" y="5243170"/>
            <a:ext cx="50292" cy="23134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5"/>
          <p:cNvSpPr/>
          <p:nvPr/>
        </p:nvSpPr>
        <p:spPr>
          <a:xfrm flipV="1">
            <a:off x="8596274" y="5132527"/>
            <a:ext cx="60350" cy="1005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6"/>
          <p:cNvSpPr/>
          <p:nvPr/>
        </p:nvSpPr>
        <p:spPr>
          <a:xfrm flipH="1" flipV="1">
            <a:off x="8716975" y="5132527"/>
            <a:ext cx="60350" cy="1005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7"/>
          <p:cNvSpPr/>
          <p:nvPr/>
        </p:nvSpPr>
        <p:spPr>
          <a:xfrm>
            <a:off x="8636508" y="5283403"/>
            <a:ext cx="0" cy="14081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8"/>
          <p:cNvSpPr/>
          <p:nvPr/>
        </p:nvSpPr>
        <p:spPr>
          <a:xfrm>
            <a:off x="8696858" y="5283403"/>
            <a:ext cx="0" cy="14081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59"/>
          <p:cNvSpPr/>
          <p:nvPr/>
        </p:nvSpPr>
        <p:spPr>
          <a:xfrm>
            <a:off x="8757209" y="5283403"/>
            <a:ext cx="0" cy="14081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0"/>
          <p:cNvSpPr/>
          <p:nvPr/>
        </p:nvSpPr>
        <p:spPr>
          <a:xfrm>
            <a:off x="9208008" y="4846320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Comportement digital</a:t>
            </a:r>
            <a:endParaRPr lang="en-US" sz="1640" dirty="0"/>
          </a:p>
        </p:txBody>
      </p:sp>
      <p:sp>
        <p:nvSpPr>
          <p:cNvPr id="64" name="Text 61"/>
          <p:cNvSpPr/>
          <p:nvPr/>
        </p:nvSpPr>
        <p:spPr>
          <a:xfrm>
            <a:off x="9208008" y="5340096"/>
            <a:ext cx="2514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Visites fréquentes du site web,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mais peu d’achats.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01168"/>
            <a:ext cx="11301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11. CLUSTER 1 </a:t>
            </a:r>
            <a:r>
              <a:rPr lang="en-US" sz="34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3400" dirty="0">
                <a:latin typeface="Aptos" pitchFamily="34" charset="0"/>
                <a:ea typeface="Segoe UI" pitchFamily="34" charset="-122"/>
                <a:cs typeface="Segoe UI" pitchFamily="34" charset="-120"/>
              </a:rPr>
              <a:t>Foyers avec enfants et faibles dépenses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307592"/>
            <a:ext cx="11228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plus grands foyers affichent les dépenses et la réponse à la dernière campagne les plus faibles.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Montants : unités du jeu de données · Âges en 2014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Projet de groupe ENSEA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865376"/>
            <a:ext cx="2715768" cy="27157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VECTOR_hero_family_45"/>
          <p:cNvSpPr/>
          <p:nvPr/>
        </p:nvSpPr>
        <p:spPr>
          <a:xfrm>
            <a:off x="457200" y="1865376"/>
            <a:ext cx="2715768" cy="27157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28668" y="25815"/>
                </a:moveTo>
                <a:lnTo>
                  <a:pt x="28804" y="25679"/>
                </a:lnTo>
                <a:lnTo>
                  <a:pt x="32065" y="25679"/>
                </a:lnTo>
                <a:lnTo>
                  <a:pt x="32880" y="26223"/>
                </a:lnTo>
                <a:lnTo>
                  <a:pt x="33152" y="26223"/>
                </a:lnTo>
                <a:lnTo>
                  <a:pt x="33424" y="26223"/>
                </a:lnTo>
                <a:lnTo>
                  <a:pt x="33967" y="26495"/>
                </a:lnTo>
                <a:lnTo>
                  <a:pt x="36005" y="28533"/>
                </a:lnTo>
                <a:lnTo>
                  <a:pt x="36821" y="30163"/>
                </a:lnTo>
                <a:lnTo>
                  <a:pt x="37092" y="32609"/>
                </a:lnTo>
                <a:lnTo>
                  <a:pt x="36957" y="32745"/>
                </a:lnTo>
                <a:lnTo>
                  <a:pt x="36821" y="32880"/>
                </a:lnTo>
                <a:lnTo>
                  <a:pt x="36821" y="33696"/>
                </a:lnTo>
                <a:lnTo>
                  <a:pt x="36685" y="33832"/>
                </a:lnTo>
                <a:lnTo>
                  <a:pt x="36549" y="33967"/>
                </a:lnTo>
                <a:lnTo>
                  <a:pt x="36549" y="34239"/>
                </a:lnTo>
                <a:lnTo>
                  <a:pt x="36549" y="34511"/>
                </a:lnTo>
                <a:lnTo>
                  <a:pt x="36277" y="35054"/>
                </a:lnTo>
                <a:lnTo>
                  <a:pt x="35734" y="35598"/>
                </a:lnTo>
                <a:lnTo>
                  <a:pt x="35734" y="35870"/>
                </a:lnTo>
                <a:lnTo>
                  <a:pt x="34511" y="37092"/>
                </a:lnTo>
                <a:lnTo>
                  <a:pt x="34239" y="37092"/>
                </a:lnTo>
                <a:lnTo>
                  <a:pt x="33152" y="37908"/>
                </a:lnTo>
                <a:lnTo>
                  <a:pt x="32880" y="37908"/>
                </a:lnTo>
                <a:lnTo>
                  <a:pt x="32609" y="37908"/>
                </a:lnTo>
                <a:lnTo>
                  <a:pt x="32065" y="38179"/>
                </a:lnTo>
                <a:lnTo>
                  <a:pt x="31522" y="38451"/>
                </a:lnTo>
                <a:lnTo>
                  <a:pt x="29348" y="38451"/>
                </a:lnTo>
                <a:lnTo>
                  <a:pt x="29212" y="38315"/>
                </a:lnTo>
                <a:lnTo>
                  <a:pt x="29076" y="38179"/>
                </a:lnTo>
                <a:lnTo>
                  <a:pt x="28261" y="38179"/>
                </a:lnTo>
                <a:lnTo>
                  <a:pt x="26630" y="37364"/>
                </a:lnTo>
                <a:lnTo>
                  <a:pt x="24592" y="35326"/>
                </a:lnTo>
                <a:lnTo>
                  <a:pt x="24049" y="34239"/>
                </a:lnTo>
                <a:lnTo>
                  <a:pt x="24049" y="33967"/>
                </a:lnTo>
                <a:lnTo>
                  <a:pt x="24049" y="33696"/>
                </a:lnTo>
                <a:lnTo>
                  <a:pt x="23913" y="33560"/>
                </a:lnTo>
                <a:lnTo>
                  <a:pt x="23777" y="33424"/>
                </a:lnTo>
                <a:lnTo>
                  <a:pt x="23777" y="30707"/>
                </a:lnTo>
                <a:lnTo>
                  <a:pt x="23913" y="30571"/>
                </a:lnTo>
                <a:lnTo>
                  <a:pt x="24049" y="30435"/>
                </a:lnTo>
                <a:lnTo>
                  <a:pt x="24321" y="29076"/>
                </a:lnTo>
                <a:lnTo>
                  <a:pt x="24864" y="28533"/>
                </a:lnTo>
                <a:lnTo>
                  <a:pt x="24864" y="28261"/>
                </a:lnTo>
                <a:lnTo>
                  <a:pt x="26359" y="26766"/>
                </a:lnTo>
                <a:lnTo>
                  <a:pt x="27989" y="25951"/>
                </a:lnTo>
                <a:lnTo>
                  <a:pt x="28668" y="25815"/>
                </a:lnTo>
                <a:close/>
                <a:moveTo>
                  <a:pt x="67255" y="25815"/>
                </a:moveTo>
                <a:lnTo>
                  <a:pt x="67391" y="25679"/>
                </a:lnTo>
                <a:lnTo>
                  <a:pt x="70109" y="25679"/>
                </a:lnTo>
                <a:lnTo>
                  <a:pt x="70245" y="25815"/>
                </a:lnTo>
                <a:lnTo>
                  <a:pt x="70380" y="25951"/>
                </a:lnTo>
                <a:lnTo>
                  <a:pt x="71196" y="25951"/>
                </a:lnTo>
                <a:lnTo>
                  <a:pt x="72826" y="26766"/>
                </a:lnTo>
                <a:lnTo>
                  <a:pt x="74592" y="28533"/>
                </a:lnTo>
                <a:lnTo>
                  <a:pt x="75679" y="30707"/>
                </a:lnTo>
                <a:lnTo>
                  <a:pt x="75679" y="31522"/>
                </a:lnTo>
                <a:lnTo>
                  <a:pt x="75815" y="31658"/>
                </a:lnTo>
                <a:lnTo>
                  <a:pt x="75951" y="31793"/>
                </a:lnTo>
                <a:lnTo>
                  <a:pt x="75951" y="34239"/>
                </a:lnTo>
                <a:lnTo>
                  <a:pt x="76087" y="34375"/>
                </a:lnTo>
                <a:lnTo>
                  <a:pt x="76223" y="34511"/>
                </a:lnTo>
                <a:lnTo>
                  <a:pt x="76223" y="35326"/>
                </a:lnTo>
                <a:lnTo>
                  <a:pt x="76359" y="35462"/>
                </a:lnTo>
                <a:lnTo>
                  <a:pt x="76495" y="35598"/>
                </a:lnTo>
                <a:lnTo>
                  <a:pt x="76495" y="35870"/>
                </a:lnTo>
                <a:lnTo>
                  <a:pt x="76495" y="36141"/>
                </a:lnTo>
                <a:lnTo>
                  <a:pt x="77310" y="37772"/>
                </a:lnTo>
                <a:lnTo>
                  <a:pt x="78397" y="38859"/>
                </a:lnTo>
                <a:lnTo>
                  <a:pt x="77989" y="39810"/>
                </a:lnTo>
                <a:lnTo>
                  <a:pt x="77446" y="40082"/>
                </a:lnTo>
                <a:lnTo>
                  <a:pt x="76630" y="40082"/>
                </a:lnTo>
                <a:lnTo>
                  <a:pt x="76495" y="39402"/>
                </a:lnTo>
                <a:lnTo>
                  <a:pt x="76766" y="38859"/>
                </a:lnTo>
                <a:lnTo>
                  <a:pt x="75679" y="37500"/>
                </a:lnTo>
                <a:lnTo>
                  <a:pt x="75136" y="36141"/>
                </a:lnTo>
                <a:lnTo>
                  <a:pt x="75000" y="36005"/>
                </a:lnTo>
                <a:lnTo>
                  <a:pt x="74728" y="36005"/>
                </a:lnTo>
                <a:lnTo>
                  <a:pt x="73777" y="37228"/>
                </a:lnTo>
                <a:lnTo>
                  <a:pt x="73777" y="37500"/>
                </a:lnTo>
                <a:lnTo>
                  <a:pt x="72826" y="38451"/>
                </a:lnTo>
                <a:lnTo>
                  <a:pt x="71196" y="39266"/>
                </a:lnTo>
                <a:lnTo>
                  <a:pt x="70924" y="39266"/>
                </a:lnTo>
                <a:lnTo>
                  <a:pt x="70652" y="39266"/>
                </a:lnTo>
                <a:lnTo>
                  <a:pt x="70109" y="39538"/>
                </a:lnTo>
                <a:lnTo>
                  <a:pt x="67120" y="39538"/>
                </a:lnTo>
                <a:lnTo>
                  <a:pt x="66984" y="39402"/>
                </a:lnTo>
                <a:lnTo>
                  <a:pt x="66848" y="39266"/>
                </a:lnTo>
                <a:lnTo>
                  <a:pt x="66576" y="39266"/>
                </a:lnTo>
                <a:lnTo>
                  <a:pt x="66304" y="39266"/>
                </a:lnTo>
                <a:lnTo>
                  <a:pt x="65761" y="38995"/>
                </a:lnTo>
                <a:lnTo>
                  <a:pt x="63995" y="37500"/>
                </a:lnTo>
                <a:lnTo>
                  <a:pt x="63995" y="37228"/>
                </a:lnTo>
                <a:lnTo>
                  <a:pt x="63451" y="36685"/>
                </a:lnTo>
                <a:lnTo>
                  <a:pt x="63043" y="35734"/>
                </a:lnTo>
                <a:lnTo>
                  <a:pt x="62772" y="35734"/>
                </a:lnTo>
                <a:lnTo>
                  <a:pt x="62636" y="35870"/>
                </a:lnTo>
                <a:lnTo>
                  <a:pt x="62364" y="36413"/>
                </a:lnTo>
                <a:lnTo>
                  <a:pt x="62364" y="36685"/>
                </a:lnTo>
                <a:lnTo>
                  <a:pt x="62364" y="36957"/>
                </a:lnTo>
                <a:lnTo>
                  <a:pt x="61277" y="38587"/>
                </a:lnTo>
                <a:lnTo>
                  <a:pt x="61277" y="39674"/>
                </a:lnTo>
                <a:lnTo>
                  <a:pt x="61413" y="39810"/>
                </a:lnTo>
                <a:lnTo>
                  <a:pt x="61549" y="39946"/>
                </a:lnTo>
                <a:lnTo>
                  <a:pt x="61141" y="40353"/>
                </a:lnTo>
                <a:lnTo>
                  <a:pt x="60326" y="40082"/>
                </a:lnTo>
                <a:lnTo>
                  <a:pt x="59375" y="38859"/>
                </a:lnTo>
                <a:lnTo>
                  <a:pt x="60734" y="37228"/>
                </a:lnTo>
                <a:lnTo>
                  <a:pt x="61277" y="36141"/>
                </a:lnTo>
                <a:lnTo>
                  <a:pt x="61277" y="35870"/>
                </a:lnTo>
                <a:lnTo>
                  <a:pt x="61277" y="35598"/>
                </a:lnTo>
                <a:lnTo>
                  <a:pt x="61413" y="35462"/>
                </a:lnTo>
                <a:lnTo>
                  <a:pt x="61549" y="35326"/>
                </a:lnTo>
                <a:lnTo>
                  <a:pt x="61549" y="33967"/>
                </a:lnTo>
                <a:lnTo>
                  <a:pt x="61685" y="33832"/>
                </a:lnTo>
                <a:lnTo>
                  <a:pt x="61821" y="33696"/>
                </a:lnTo>
                <a:lnTo>
                  <a:pt x="61821" y="31250"/>
                </a:lnTo>
                <a:lnTo>
                  <a:pt x="61957" y="31114"/>
                </a:lnTo>
                <a:lnTo>
                  <a:pt x="62092" y="30978"/>
                </a:lnTo>
                <a:lnTo>
                  <a:pt x="62092" y="30707"/>
                </a:lnTo>
                <a:lnTo>
                  <a:pt x="62092" y="30435"/>
                </a:lnTo>
                <a:lnTo>
                  <a:pt x="63179" y="28261"/>
                </a:lnTo>
                <a:lnTo>
                  <a:pt x="64402" y="27038"/>
                </a:lnTo>
                <a:lnTo>
                  <a:pt x="64674" y="27038"/>
                </a:lnTo>
                <a:lnTo>
                  <a:pt x="65217" y="26495"/>
                </a:lnTo>
                <a:lnTo>
                  <a:pt x="67255" y="25815"/>
                </a:lnTo>
                <a:close/>
                <a:moveTo>
                  <a:pt x="29076" y="27038"/>
                </a:moveTo>
                <a:lnTo>
                  <a:pt x="26902" y="28125"/>
                </a:lnTo>
                <a:lnTo>
                  <a:pt x="25679" y="29620"/>
                </a:lnTo>
                <a:lnTo>
                  <a:pt x="25408" y="30163"/>
                </a:lnTo>
                <a:lnTo>
                  <a:pt x="25408" y="30435"/>
                </a:lnTo>
                <a:lnTo>
                  <a:pt x="25408" y="30707"/>
                </a:lnTo>
                <a:lnTo>
                  <a:pt x="25272" y="30842"/>
                </a:lnTo>
                <a:lnTo>
                  <a:pt x="25136" y="30978"/>
                </a:lnTo>
                <a:lnTo>
                  <a:pt x="25136" y="33152"/>
                </a:lnTo>
                <a:lnTo>
                  <a:pt x="25951" y="34783"/>
                </a:lnTo>
                <a:lnTo>
                  <a:pt x="27446" y="36277"/>
                </a:lnTo>
                <a:lnTo>
                  <a:pt x="28533" y="36821"/>
                </a:lnTo>
                <a:lnTo>
                  <a:pt x="28804" y="36821"/>
                </a:lnTo>
                <a:lnTo>
                  <a:pt x="29076" y="36821"/>
                </a:lnTo>
                <a:lnTo>
                  <a:pt x="29212" y="36957"/>
                </a:lnTo>
                <a:lnTo>
                  <a:pt x="29348" y="37092"/>
                </a:lnTo>
                <a:lnTo>
                  <a:pt x="31250" y="37092"/>
                </a:lnTo>
                <a:lnTo>
                  <a:pt x="31386" y="36957"/>
                </a:lnTo>
                <a:lnTo>
                  <a:pt x="33152" y="36277"/>
                </a:lnTo>
                <a:lnTo>
                  <a:pt x="34375" y="35326"/>
                </a:lnTo>
                <a:lnTo>
                  <a:pt x="35462" y="33152"/>
                </a:lnTo>
                <a:lnTo>
                  <a:pt x="35462" y="30978"/>
                </a:lnTo>
                <a:lnTo>
                  <a:pt x="34375" y="28804"/>
                </a:lnTo>
                <a:lnTo>
                  <a:pt x="32880" y="27582"/>
                </a:lnTo>
                <a:lnTo>
                  <a:pt x="32337" y="27310"/>
                </a:lnTo>
                <a:lnTo>
                  <a:pt x="32065" y="27310"/>
                </a:lnTo>
                <a:lnTo>
                  <a:pt x="31793" y="27310"/>
                </a:lnTo>
                <a:lnTo>
                  <a:pt x="31658" y="27174"/>
                </a:lnTo>
                <a:lnTo>
                  <a:pt x="31522" y="27038"/>
                </a:lnTo>
                <a:lnTo>
                  <a:pt x="29076" y="27038"/>
                </a:lnTo>
                <a:close/>
                <a:moveTo>
                  <a:pt x="67663" y="27038"/>
                </a:moveTo>
                <a:lnTo>
                  <a:pt x="67527" y="27174"/>
                </a:lnTo>
                <a:lnTo>
                  <a:pt x="67391" y="27310"/>
                </a:lnTo>
                <a:lnTo>
                  <a:pt x="67120" y="27310"/>
                </a:lnTo>
                <a:lnTo>
                  <a:pt x="66848" y="27310"/>
                </a:lnTo>
                <a:lnTo>
                  <a:pt x="65761" y="27853"/>
                </a:lnTo>
                <a:lnTo>
                  <a:pt x="63723" y="29891"/>
                </a:lnTo>
                <a:lnTo>
                  <a:pt x="63451" y="30435"/>
                </a:lnTo>
                <a:lnTo>
                  <a:pt x="63451" y="30707"/>
                </a:lnTo>
                <a:lnTo>
                  <a:pt x="63451" y="30978"/>
                </a:lnTo>
                <a:lnTo>
                  <a:pt x="63315" y="31114"/>
                </a:lnTo>
                <a:lnTo>
                  <a:pt x="63179" y="31250"/>
                </a:lnTo>
                <a:lnTo>
                  <a:pt x="63179" y="32609"/>
                </a:lnTo>
                <a:lnTo>
                  <a:pt x="63995" y="32880"/>
                </a:lnTo>
                <a:lnTo>
                  <a:pt x="63995" y="34511"/>
                </a:lnTo>
                <a:lnTo>
                  <a:pt x="64130" y="34647"/>
                </a:lnTo>
                <a:lnTo>
                  <a:pt x="64266" y="34783"/>
                </a:lnTo>
                <a:lnTo>
                  <a:pt x="64266" y="35054"/>
                </a:lnTo>
                <a:lnTo>
                  <a:pt x="64266" y="35326"/>
                </a:lnTo>
                <a:lnTo>
                  <a:pt x="64538" y="35870"/>
                </a:lnTo>
                <a:lnTo>
                  <a:pt x="66304" y="37636"/>
                </a:lnTo>
                <a:lnTo>
                  <a:pt x="67391" y="38179"/>
                </a:lnTo>
                <a:lnTo>
                  <a:pt x="68207" y="38179"/>
                </a:lnTo>
                <a:lnTo>
                  <a:pt x="68342" y="38315"/>
                </a:lnTo>
                <a:lnTo>
                  <a:pt x="68478" y="38451"/>
                </a:lnTo>
                <a:lnTo>
                  <a:pt x="69293" y="38451"/>
                </a:lnTo>
                <a:lnTo>
                  <a:pt x="69837" y="38179"/>
                </a:lnTo>
                <a:lnTo>
                  <a:pt x="70109" y="38179"/>
                </a:lnTo>
                <a:lnTo>
                  <a:pt x="70380" y="38179"/>
                </a:lnTo>
                <a:lnTo>
                  <a:pt x="71467" y="37364"/>
                </a:lnTo>
                <a:lnTo>
                  <a:pt x="71739" y="37364"/>
                </a:lnTo>
                <a:lnTo>
                  <a:pt x="73505" y="35598"/>
                </a:lnTo>
                <a:lnTo>
                  <a:pt x="73505" y="35326"/>
                </a:lnTo>
                <a:lnTo>
                  <a:pt x="73505" y="35054"/>
                </a:lnTo>
                <a:lnTo>
                  <a:pt x="73641" y="34918"/>
                </a:lnTo>
                <a:lnTo>
                  <a:pt x="73777" y="34783"/>
                </a:lnTo>
                <a:lnTo>
                  <a:pt x="73777" y="33152"/>
                </a:lnTo>
                <a:lnTo>
                  <a:pt x="74049" y="32609"/>
                </a:lnTo>
                <a:lnTo>
                  <a:pt x="74592" y="32337"/>
                </a:lnTo>
                <a:lnTo>
                  <a:pt x="74592" y="32065"/>
                </a:lnTo>
                <a:lnTo>
                  <a:pt x="74457" y="31929"/>
                </a:lnTo>
                <a:lnTo>
                  <a:pt x="74321" y="31793"/>
                </a:lnTo>
                <a:lnTo>
                  <a:pt x="74321" y="30978"/>
                </a:lnTo>
                <a:lnTo>
                  <a:pt x="73777" y="29891"/>
                </a:lnTo>
                <a:lnTo>
                  <a:pt x="72554" y="28397"/>
                </a:lnTo>
                <a:lnTo>
                  <a:pt x="69837" y="27038"/>
                </a:lnTo>
                <a:lnTo>
                  <a:pt x="67663" y="27038"/>
                </a:lnTo>
                <a:close/>
                <a:moveTo>
                  <a:pt x="27853" y="40489"/>
                </a:moveTo>
                <a:lnTo>
                  <a:pt x="27989" y="40353"/>
                </a:lnTo>
                <a:lnTo>
                  <a:pt x="32609" y="40353"/>
                </a:lnTo>
                <a:lnTo>
                  <a:pt x="32745" y="40489"/>
                </a:lnTo>
                <a:lnTo>
                  <a:pt x="32880" y="40625"/>
                </a:lnTo>
                <a:lnTo>
                  <a:pt x="33967" y="40625"/>
                </a:lnTo>
                <a:lnTo>
                  <a:pt x="34103" y="40761"/>
                </a:lnTo>
                <a:lnTo>
                  <a:pt x="34239" y="40897"/>
                </a:lnTo>
                <a:lnTo>
                  <a:pt x="34511" y="40897"/>
                </a:lnTo>
                <a:lnTo>
                  <a:pt x="34783" y="40897"/>
                </a:lnTo>
                <a:lnTo>
                  <a:pt x="36957" y="41984"/>
                </a:lnTo>
                <a:lnTo>
                  <a:pt x="37772" y="42799"/>
                </a:lnTo>
                <a:lnTo>
                  <a:pt x="38043" y="42799"/>
                </a:lnTo>
                <a:lnTo>
                  <a:pt x="39810" y="44837"/>
                </a:lnTo>
                <a:lnTo>
                  <a:pt x="40353" y="45924"/>
                </a:lnTo>
                <a:lnTo>
                  <a:pt x="40353" y="46196"/>
                </a:lnTo>
                <a:lnTo>
                  <a:pt x="40353" y="46467"/>
                </a:lnTo>
                <a:lnTo>
                  <a:pt x="40489" y="46603"/>
                </a:lnTo>
                <a:lnTo>
                  <a:pt x="40625" y="46739"/>
                </a:lnTo>
                <a:lnTo>
                  <a:pt x="40625" y="47826"/>
                </a:lnTo>
                <a:lnTo>
                  <a:pt x="40761" y="47962"/>
                </a:lnTo>
                <a:lnTo>
                  <a:pt x="40897" y="48098"/>
                </a:lnTo>
                <a:lnTo>
                  <a:pt x="40897" y="52174"/>
                </a:lnTo>
                <a:lnTo>
                  <a:pt x="39946" y="52310"/>
                </a:lnTo>
                <a:lnTo>
                  <a:pt x="39538" y="51902"/>
                </a:lnTo>
                <a:lnTo>
                  <a:pt x="39538" y="48913"/>
                </a:lnTo>
                <a:lnTo>
                  <a:pt x="39402" y="48777"/>
                </a:lnTo>
                <a:lnTo>
                  <a:pt x="39266" y="48641"/>
                </a:lnTo>
                <a:lnTo>
                  <a:pt x="39266" y="47554"/>
                </a:lnTo>
                <a:lnTo>
                  <a:pt x="39130" y="47418"/>
                </a:lnTo>
                <a:lnTo>
                  <a:pt x="38995" y="47283"/>
                </a:lnTo>
                <a:lnTo>
                  <a:pt x="38995" y="47011"/>
                </a:lnTo>
                <a:lnTo>
                  <a:pt x="38995" y="46739"/>
                </a:lnTo>
                <a:lnTo>
                  <a:pt x="38179" y="45109"/>
                </a:lnTo>
                <a:lnTo>
                  <a:pt x="36413" y="43342"/>
                </a:lnTo>
                <a:lnTo>
                  <a:pt x="36141" y="43342"/>
                </a:lnTo>
                <a:lnTo>
                  <a:pt x="35598" y="42799"/>
                </a:lnTo>
                <a:lnTo>
                  <a:pt x="34511" y="42255"/>
                </a:lnTo>
                <a:lnTo>
                  <a:pt x="33152" y="41984"/>
                </a:lnTo>
                <a:lnTo>
                  <a:pt x="33016" y="41848"/>
                </a:lnTo>
                <a:lnTo>
                  <a:pt x="32880" y="41712"/>
                </a:lnTo>
                <a:lnTo>
                  <a:pt x="27717" y="41712"/>
                </a:lnTo>
                <a:lnTo>
                  <a:pt x="27582" y="41848"/>
                </a:lnTo>
                <a:lnTo>
                  <a:pt x="27446" y="41984"/>
                </a:lnTo>
                <a:lnTo>
                  <a:pt x="26630" y="41984"/>
                </a:lnTo>
                <a:lnTo>
                  <a:pt x="26495" y="42120"/>
                </a:lnTo>
                <a:lnTo>
                  <a:pt x="26359" y="42255"/>
                </a:lnTo>
                <a:lnTo>
                  <a:pt x="26087" y="42255"/>
                </a:lnTo>
                <a:lnTo>
                  <a:pt x="25815" y="42255"/>
                </a:lnTo>
                <a:lnTo>
                  <a:pt x="24728" y="42799"/>
                </a:lnTo>
                <a:lnTo>
                  <a:pt x="23913" y="43614"/>
                </a:lnTo>
                <a:lnTo>
                  <a:pt x="23641" y="43614"/>
                </a:lnTo>
                <a:lnTo>
                  <a:pt x="22418" y="44837"/>
                </a:lnTo>
                <a:lnTo>
                  <a:pt x="22418" y="45109"/>
                </a:lnTo>
                <a:lnTo>
                  <a:pt x="21875" y="45652"/>
                </a:lnTo>
                <a:lnTo>
                  <a:pt x="21332" y="46739"/>
                </a:lnTo>
                <a:lnTo>
                  <a:pt x="21332" y="47011"/>
                </a:lnTo>
                <a:lnTo>
                  <a:pt x="21332" y="47283"/>
                </a:lnTo>
                <a:lnTo>
                  <a:pt x="21196" y="47418"/>
                </a:lnTo>
                <a:lnTo>
                  <a:pt x="21060" y="47554"/>
                </a:lnTo>
                <a:lnTo>
                  <a:pt x="21060" y="49457"/>
                </a:lnTo>
                <a:lnTo>
                  <a:pt x="20924" y="49592"/>
                </a:lnTo>
                <a:lnTo>
                  <a:pt x="20788" y="49728"/>
                </a:lnTo>
                <a:lnTo>
                  <a:pt x="20788" y="56793"/>
                </a:lnTo>
                <a:lnTo>
                  <a:pt x="20652" y="56929"/>
                </a:lnTo>
                <a:lnTo>
                  <a:pt x="20516" y="57065"/>
                </a:lnTo>
                <a:lnTo>
                  <a:pt x="20516" y="58967"/>
                </a:lnTo>
                <a:lnTo>
                  <a:pt x="20788" y="59511"/>
                </a:lnTo>
                <a:lnTo>
                  <a:pt x="21739" y="60190"/>
                </a:lnTo>
                <a:lnTo>
                  <a:pt x="23098" y="60190"/>
                </a:lnTo>
                <a:lnTo>
                  <a:pt x="23913" y="59103"/>
                </a:lnTo>
                <a:lnTo>
                  <a:pt x="24185" y="59103"/>
                </a:lnTo>
                <a:lnTo>
                  <a:pt x="24592" y="59783"/>
                </a:lnTo>
                <a:lnTo>
                  <a:pt x="24592" y="63315"/>
                </a:lnTo>
                <a:lnTo>
                  <a:pt x="24728" y="63451"/>
                </a:lnTo>
                <a:lnTo>
                  <a:pt x="24864" y="63587"/>
                </a:lnTo>
                <a:lnTo>
                  <a:pt x="24864" y="69837"/>
                </a:lnTo>
                <a:lnTo>
                  <a:pt x="25000" y="69973"/>
                </a:lnTo>
                <a:lnTo>
                  <a:pt x="25136" y="70109"/>
                </a:lnTo>
                <a:lnTo>
                  <a:pt x="25136" y="75543"/>
                </a:lnTo>
                <a:lnTo>
                  <a:pt x="25272" y="75679"/>
                </a:lnTo>
                <a:lnTo>
                  <a:pt x="25408" y="75815"/>
                </a:lnTo>
                <a:lnTo>
                  <a:pt x="25408" y="76630"/>
                </a:lnTo>
                <a:lnTo>
                  <a:pt x="25543" y="76766"/>
                </a:lnTo>
                <a:lnTo>
                  <a:pt x="29348" y="76766"/>
                </a:lnTo>
                <a:lnTo>
                  <a:pt x="29484" y="76630"/>
                </a:lnTo>
                <a:lnTo>
                  <a:pt x="29484" y="72826"/>
                </a:lnTo>
                <a:lnTo>
                  <a:pt x="29620" y="72690"/>
                </a:lnTo>
                <a:lnTo>
                  <a:pt x="29755" y="72554"/>
                </a:lnTo>
                <a:lnTo>
                  <a:pt x="29755" y="68478"/>
                </a:lnTo>
                <a:lnTo>
                  <a:pt x="30163" y="68071"/>
                </a:lnTo>
                <a:lnTo>
                  <a:pt x="30435" y="68071"/>
                </a:lnTo>
                <a:lnTo>
                  <a:pt x="30842" y="68478"/>
                </a:lnTo>
                <a:lnTo>
                  <a:pt x="30842" y="69293"/>
                </a:lnTo>
                <a:lnTo>
                  <a:pt x="30842" y="75815"/>
                </a:lnTo>
                <a:lnTo>
                  <a:pt x="31114" y="76359"/>
                </a:lnTo>
                <a:lnTo>
                  <a:pt x="31522" y="76766"/>
                </a:lnTo>
                <a:lnTo>
                  <a:pt x="35054" y="76766"/>
                </a:lnTo>
                <a:lnTo>
                  <a:pt x="35190" y="76630"/>
                </a:lnTo>
                <a:lnTo>
                  <a:pt x="35190" y="73913"/>
                </a:lnTo>
                <a:lnTo>
                  <a:pt x="35326" y="73777"/>
                </a:lnTo>
                <a:lnTo>
                  <a:pt x="35462" y="73641"/>
                </a:lnTo>
                <a:lnTo>
                  <a:pt x="35462" y="68478"/>
                </a:lnTo>
                <a:lnTo>
                  <a:pt x="35598" y="68342"/>
                </a:lnTo>
                <a:lnTo>
                  <a:pt x="35734" y="68207"/>
                </a:lnTo>
                <a:lnTo>
                  <a:pt x="35734" y="63587"/>
                </a:lnTo>
                <a:lnTo>
                  <a:pt x="35870" y="63451"/>
                </a:lnTo>
                <a:lnTo>
                  <a:pt x="36005" y="63315"/>
                </a:lnTo>
                <a:lnTo>
                  <a:pt x="36005" y="60326"/>
                </a:lnTo>
                <a:lnTo>
                  <a:pt x="36141" y="60190"/>
                </a:lnTo>
                <a:lnTo>
                  <a:pt x="37092" y="61141"/>
                </a:lnTo>
                <a:lnTo>
                  <a:pt x="37364" y="61685"/>
                </a:lnTo>
                <a:lnTo>
                  <a:pt x="37364" y="63587"/>
                </a:lnTo>
                <a:lnTo>
                  <a:pt x="37228" y="63723"/>
                </a:lnTo>
                <a:lnTo>
                  <a:pt x="37092" y="63859"/>
                </a:lnTo>
                <a:lnTo>
                  <a:pt x="37092" y="69565"/>
                </a:lnTo>
                <a:lnTo>
                  <a:pt x="36957" y="69701"/>
                </a:lnTo>
                <a:lnTo>
                  <a:pt x="36821" y="69837"/>
                </a:lnTo>
                <a:lnTo>
                  <a:pt x="36821" y="75272"/>
                </a:lnTo>
                <a:lnTo>
                  <a:pt x="36685" y="75408"/>
                </a:lnTo>
                <a:lnTo>
                  <a:pt x="36549" y="75543"/>
                </a:lnTo>
                <a:lnTo>
                  <a:pt x="36549" y="77717"/>
                </a:lnTo>
                <a:lnTo>
                  <a:pt x="35870" y="78125"/>
                </a:lnTo>
                <a:lnTo>
                  <a:pt x="30978" y="78125"/>
                </a:lnTo>
                <a:lnTo>
                  <a:pt x="30842" y="77989"/>
                </a:lnTo>
                <a:lnTo>
                  <a:pt x="30707" y="77853"/>
                </a:lnTo>
                <a:lnTo>
                  <a:pt x="29891" y="77853"/>
                </a:lnTo>
                <a:lnTo>
                  <a:pt x="29755" y="77989"/>
                </a:lnTo>
                <a:lnTo>
                  <a:pt x="29620" y="78125"/>
                </a:lnTo>
                <a:lnTo>
                  <a:pt x="24457" y="78125"/>
                </a:lnTo>
                <a:lnTo>
                  <a:pt x="24049" y="77717"/>
                </a:lnTo>
                <a:lnTo>
                  <a:pt x="24049" y="76359"/>
                </a:lnTo>
                <a:lnTo>
                  <a:pt x="23913" y="76223"/>
                </a:lnTo>
                <a:lnTo>
                  <a:pt x="23777" y="76087"/>
                </a:lnTo>
                <a:lnTo>
                  <a:pt x="23777" y="70109"/>
                </a:lnTo>
                <a:lnTo>
                  <a:pt x="23641" y="69973"/>
                </a:lnTo>
                <a:lnTo>
                  <a:pt x="23505" y="69837"/>
                </a:lnTo>
                <a:lnTo>
                  <a:pt x="23505" y="63587"/>
                </a:lnTo>
                <a:lnTo>
                  <a:pt x="23370" y="63451"/>
                </a:lnTo>
                <a:lnTo>
                  <a:pt x="23234" y="63315"/>
                </a:lnTo>
                <a:lnTo>
                  <a:pt x="23234" y="61685"/>
                </a:lnTo>
                <a:lnTo>
                  <a:pt x="23098" y="61549"/>
                </a:lnTo>
                <a:lnTo>
                  <a:pt x="21467" y="61549"/>
                </a:lnTo>
                <a:lnTo>
                  <a:pt x="20380" y="61005"/>
                </a:lnTo>
                <a:lnTo>
                  <a:pt x="19429" y="60054"/>
                </a:lnTo>
                <a:lnTo>
                  <a:pt x="19429" y="59783"/>
                </a:lnTo>
                <a:lnTo>
                  <a:pt x="19429" y="59511"/>
                </a:lnTo>
                <a:lnTo>
                  <a:pt x="19293" y="59375"/>
                </a:lnTo>
                <a:lnTo>
                  <a:pt x="19158" y="59239"/>
                </a:lnTo>
                <a:lnTo>
                  <a:pt x="19158" y="57065"/>
                </a:lnTo>
                <a:lnTo>
                  <a:pt x="19293" y="56929"/>
                </a:lnTo>
                <a:lnTo>
                  <a:pt x="19429" y="56793"/>
                </a:lnTo>
                <a:lnTo>
                  <a:pt x="19429" y="48913"/>
                </a:lnTo>
                <a:lnTo>
                  <a:pt x="19565" y="48777"/>
                </a:lnTo>
                <a:lnTo>
                  <a:pt x="19701" y="48641"/>
                </a:lnTo>
                <a:lnTo>
                  <a:pt x="19701" y="47283"/>
                </a:lnTo>
                <a:lnTo>
                  <a:pt x="19837" y="47147"/>
                </a:lnTo>
                <a:lnTo>
                  <a:pt x="19973" y="47011"/>
                </a:lnTo>
                <a:lnTo>
                  <a:pt x="20245" y="45652"/>
                </a:lnTo>
                <a:lnTo>
                  <a:pt x="21060" y="44565"/>
                </a:lnTo>
                <a:lnTo>
                  <a:pt x="21060" y="44293"/>
                </a:lnTo>
                <a:lnTo>
                  <a:pt x="23098" y="42255"/>
                </a:lnTo>
                <a:lnTo>
                  <a:pt x="25815" y="40897"/>
                </a:lnTo>
                <a:lnTo>
                  <a:pt x="27853" y="40489"/>
                </a:lnTo>
                <a:close/>
                <a:moveTo>
                  <a:pt x="67527" y="41576"/>
                </a:moveTo>
                <a:lnTo>
                  <a:pt x="67663" y="41440"/>
                </a:lnTo>
                <a:lnTo>
                  <a:pt x="70109" y="41440"/>
                </a:lnTo>
                <a:lnTo>
                  <a:pt x="70245" y="41576"/>
                </a:lnTo>
                <a:lnTo>
                  <a:pt x="70380" y="41712"/>
                </a:lnTo>
                <a:lnTo>
                  <a:pt x="71467" y="41712"/>
                </a:lnTo>
                <a:lnTo>
                  <a:pt x="71603" y="41848"/>
                </a:lnTo>
                <a:lnTo>
                  <a:pt x="71739" y="41984"/>
                </a:lnTo>
                <a:lnTo>
                  <a:pt x="73098" y="42255"/>
                </a:lnTo>
                <a:lnTo>
                  <a:pt x="74185" y="42799"/>
                </a:lnTo>
                <a:lnTo>
                  <a:pt x="74728" y="43342"/>
                </a:lnTo>
                <a:lnTo>
                  <a:pt x="75000" y="43342"/>
                </a:lnTo>
                <a:lnTo>
                  <a:pt x="77038" y="45380"/>
                </a:lnTo>
                <a:lnTo>
                  <a:pt x="78125" y="47554"/>
                </a:lnTo>
                <a:lnTo>
                  <a:pt x="78125" y="48370"/>
                </a:lnTo>
                <a:lnTo>
                  <a:pt x="78261" y="48505"/>
                </a:lnTo>
                <a:lnTo>
                  <a:pt x="78397" y="48641"/>
                </a:lnTo>
                <a:lnTo>
                  <a:pt x="78668" y="51087"/>
                </a:lnTo>
                <a:lnTo>
                  <a:pt x="78804" y="51223"/>
                </a:lnTo>
                <a:lnTo>
                  <a:pt x="78940" y="51359"/>
                </a:lnTo>
                <a:lnTo>
                  <a:pt x="78940" y="52174"/>
                </a:lnTo>
                <a:lnTo>
                  <a:pt x="79076" y="52310"/>
                </a:lnTo>
                <a:lnTo>
                  <a:pt x="79212" y="52446"/>
                </a:lnTo>
                <a:lnTo>
                  <a:pt x="79212" y="53261"/>
                </a:lnTo>
                <a:lnTo>
                  <a:pt x="79348" y="53397"/>
                </a:lnTo>
                <a:lnTo>
                  <a:pt x="79484" y="53533"/>
                </a:lnTo>
                <a:lnTo>
                  <a:pt x="79484" y="54348"/>
                </a:lnTo>
                <a:lnTo>
                  <a:pt x="79620" y="54484"/>
                </a:lnTo>
                <a:lnTo>
                  <a:pt x="79755" y="54620"/>
                </a:lnTo>
                <a:lnTo>
                  <a:pt x="79755" y="55435"/>
                </a:lnTo>
                <a:lnTo>
                  <a:pt x="79891" y="55571"/>
                </a:lnTo>
                <a:lnTo>
                  <a:pt x="80027" y="55707"/>
                </a:lnTo>
                <a:lnTo>
                  <a:pt x="80027" y="56793"/>
                </a:lnTo>
                <a:lnTo>
                  <a:pt x="80163" y="56929"/>
                </a:lnTo>
                <a:lnTo>
                  <a:pt x="80299" y="57065"/>
                </a:lnTo>
                <a:lnTo>
                  <a:pt x="80299" y="57880"/>
                </a:lnTo>
                <a:lnTo>
                  <a:pt x="80435" y="58016"/>
                </a:lnTo>
                <a:lnTo>
                  <a:pt x="80571" y="58152"/>
                </a:lnTo>
                <a:lnTo>
                  <a:pt x="80571" y="60326"/>
                </a:lnTo>
                <a:lnTo>
                  <a:pt x="79620" y="61277"/>
                </a:lnTo>
                <a:lnTo>
                  <a:pt x="79076" y="61549"/>
                </a:lnTo>
                <a:lnTo>
                  <a:pt x="78261" y="61549"/>
                </a:lnTo>
                <a:lnTo>
                  <a:pt x="77853" y="61957"/>
                </a:lnTo>
                <a:lnTo>
                  <a:pt x="77989" y="62092"/>
                </a:lnTo>
                <a:lnTo>
                  <a:pt x="78125" y="62228"/>
                </a:lnTo>
                <a:lnTo>
                  <a:pt x="78397" y="64130"/>
                </a:lnTo>
                <a:lnTo>
                  <a:pt x="78533" y="64266"/>
                </a:lnTo>
                <a:lnTo>
                  <a:pt x="78668" y="64402"/>
                </a:lnTo>
                <a:lnTo>
                  <a:pt x="78668" y="64674"/>
                </a:lnTo>
                <a:lnTo>
                  <a:pt x="78668" y="64946"/>
                </a:lnTo>
                <a:lnTo>
                  <a:pt x="79212" y="66033"/>
                </a:lnTo>
                <a:lnTo>
                  <a:pt x="79212" y="66848"/>
                </a:lnTo>
                <a:lnTo>
                  <a:pt x="79348" y="66984"/>
                </a:lnTo>
                <a:lnTo>
                  <a:pt x="79484" y="67120"/>
                </a:lnTo>
                <a:lnTo>
                  <a:pt x="79484" y="67935"/>
                </a:lnTo>
                <a:lnTo>
                  <a:pt x="79620" y="68071"/>
                </a:lnTo>
                <a:lnTo>
                  <a:pt x="79755" y="68207"/>
                </a:lnTo>
                <a:lnTo>
                  <a:pt x="79076" y="68886"/>
                </a:lnTo>
                <a:lnTo>
                  <a:pt x="75000" y="68886"/>
                </a:lnTo>
                <a:lnTo>
                  <a:pt x="74864" y="69022"/>
                </a:lnTo>
                <a:lnTo>
                  <a:pt x="74864" y="70652"/>
                </a:lnTo>
                <a:lnTo>
                  <a:pt x="74728" y="70788"/>
                </a:lnTo>
                <a:lnTo>
                  <a:pt x="74592" y="70924"/>
                </a:lnTo>
                <a:lnTo>
                  <a:pt x="74592" y="76087"/>
                </a:lnTo>
                <a:lnTo>
                  <a:pt x="74457" y="76223"/>
                </a:lnTo>
                <a:lnTo>
                  <a:pt x="74321" y="76359"/>
                </a:lnTo>
                <a:lnTo>
                  <a:pt x="74321" y="77717"/>
                </a:lnTo>
                <a:lnTo>
                  <a:pt x="73913" y="78125"/>
                </a:lnTo>
                <a:lnTo>
                  <a:pt x="69293" y="78125"/>
                </a:lnTo>
                <a:lnTo>
                  <a:pt x="69158" y="77989"/>
                </a:lnTo>
                <a:lnTo>
                  <a:pt x="69022" y="77853"/>
                </a:lnTo>
                <a:lnTo>
                  <a:pt x="68750" y="77853"/>
                </a:lnTo>
                <a:lnTo>
                  <a:pt x="68478" y="77853"/>
                </a:lnTo>
                <a:lnTo>
                  <a:pt x="68342" y="77989"/>
                </a:lnTo>
                <a:lnTo>
                  <a:pt x="68207" y="78125"/>
                </a:lnTo>
                <a:lnTo>
                  <a:pt x="63587" y="78125"/>
                </a:lnTo>
                <a:lnTo>
                  <a:pt x="63179" y="77717"/>
                </a:lnTo>
                <a:lnTo>
                  <a:pt x="63179" y="75543"/>
                </a:lnTo>
                <a:lnTo>
                  <a:pt x="63043" y="75408"/>
                </a:lnTo>
                <a:lnTo>
                  <a:pt x="62908" y="75272"/>
                </a:lnTo>
                <a:lnTo>
                  <a:pt x="62908" y="70109"/>
                </a:lnTo>
                <a:lnTo>
                  <a:pt x="62772" y="69973"/>
                </a:lnTo>
                <a:lnTo>
                  <a:pt x="62636" y="69837"/>
                </a:lnTo>
                <a:lnTo>
                  <a:pt x="62636" y="69022"/>
                </a:lnTo>
                <a:lnTo>
                  <a:pt x="62500" y="68886"/>
                </a:lnTo>
                <a:lnTo>
                  <a:pt x="58696" y="68886"/>
                </a:lnTo>
                <a:lnTo>
                  <a:pt x="58016" y="68207"/>
                </a:lnTo>
                <a:lnTo>
                  <a:pt x="58016" y="67935"/>
                </a:lnTo>
                <a:lnTo>
                  <a:pt x="58152" y="67799"/>
                </a:lnTo>
                <a:lnTo>
                  <a:pt x="58288" y="67663"/>
                </a:lnTo>
                <a:lnTo>
                  <a:pt x="58288" y="66848"/>
                </a:lnTo>
                <a:lnTo>
                  <a:pt x="58424" y="66712"/>
                </a:lnTo>
                <a:lnTo>
                  <a:pt x="58560" y="66576"/>
                </a:lnTo>
                <a:lnTo>
                  <a:pt x="58832" y="65217"/>
                </a:lnTo>
                <a:lnTo>
                  <a:pt x="60326" y="63723"/>
                </a:lnTo>
                <a:lnTo>
                  <a:pt x="60462" y="64674"/>
                </a:lnTo>
                <a:lnTo>
                  <a:pt x="60326" y="64810"/>
                </a:lnTo>
                <a:lnTo>
                  <a:pt x="60190" y="64946"/>
                </a:lnTo>
                <a:lnTo>
                  <a:pt x="60190" y="65761"/>
                </a:lnTo>
                <a:lnTo>
                  <a:pt x="59647" y="66848"/>
                </a:lnTo>
                <a:lnTo>
                  <a:pt x="59647" y="67120"/>
                </a:lnTo>
                <a:lnTo>
                  <a:pt x="59783" y="67255"/>
                </a:lnTo>
                <a:lnTo>
                  <a:pt x="63859" y="67255"/>
                </a:lnTo>
                <a:lnTo>
                  <a:pt x="63995" y="67391"/>
                </a:lnTo>
                <a:lnTo>
                  <a:pt x="64130" y="67527"/>
                </a:lnTo>
                <a:lnTo>
                  <a:pt x="65082" y="67663"/>
                </a:lnTo>
                <a:lnTo>
                  <a:pt x="65082" y="68478"/>
                </a:lnTo>
                <a:lnTo>
                  <a:pt x="64674" y="68886"/>
                </a:lnTo>
                <a:lnTo>
                  <a:pt x="63995" y="69022"/>
                </a:lnTo>
                <a:lnTo>
                  <a:pt x="63995" y="70924"/>
                </a:lnTo>
                <a:lnTo>
                  <a:pt x="64130" y="71060"/>
                </a:lnTo>
                <a:lnTo>
                  <a:pt x="64266" y="71196"/>
                </a:lnTo>
                <a:lnTo>
                  <a:pt x="64266" y="76359"/>
                </a:lnTo>
                <a:lnTo>
                  <a:pt x="64674" y="76766"/>
                </a:lnTo>
                <a:lnTo>
                  <a:pt x="64946" y="76766"/>
                </a:lnTo>
                <a:lnTo>
                  <a:pt x="65217" y="76766"/>
                </a:lnTo>
                <a:lnTo>
                  <a:pt x="67663" y="76766"/>
                </a:lnTo>
                <a:lnTo>
                  <a:pt x="68071" y="76359"/>
                </a:lnTo>
                <a:lnTo>
                  <a:pt x="68071" y="73913"/>
                </a:lnTo>
                <a:lnTo>
                  <a:pt x="68207" y="73777"/>
                </a:lnTo>
                <a:lnTo>
                  <a:pt x="68342" y="73641"/>
                </a:lnTo>
                <a:lnTo>
                  <a:pt x="68342" y="71467"/>
                </a:lnTo>
                <a:lnTo>
                  <a:pt x="68478" y="71332"/>
                </a:lnTo>
                <a:lnTo>
                  <a:pt x="69158" y="71467"/>
                </a:lnTo>
                <a:lnTo>
                  <a:pt x="69158" y="72554"/>
                </a:lnTo>
                <a:lnTo>
                  <a:pt x="69293" y="72690"/>
                </a:lnTo>
                <a:lnTo>
                  <a:pt x="69429" y="72826"/>
                </a:lnTo>
                <a:lnTo>
                  <a:pt x="69429" y="76359"/>
                </a:lnTo>
                <a:lnTo>
                  <a:pt x="69837" y="76766"/>
                </a:lnTo>
                <a:lnTo>
                  <a:pt x="72826" y="76766"/>
                </a:lnTo>
                <a:lnTo>
                  <a:pt x="73234" y="76359"/>
                </a:lnTo>
                <a:lnTo>
                  <a:pt x="73234" y="72554"/>
                </a:lnTo>
                <a:lnTo>
                  <a:pt x="73370" y="72418"/>
                </a:lnTo>
                <a:lnTo>
                  <a:pt x="73505" y="72283"/>
                </a:lnTo>
                <a:lnTo>
                  <a:pt x="73505" y="69022"/>
                </a:lnTo>
                <a:lnTo>
                  <a:pt x="72554" y="68614"/>
                </a:lnTo>
                <a:lnTo>
                  <a:pt x="72418" y="67935"/>
                </a:lnTo>
                <a:lnTo>
                  <a:pt x="72826" y="67527"/>
                </a:lnTo>
                <a:lnTo>
                  <a:pt x="77717" y="67527"/>
                </a:lnTo>
                <a:lnTo>
                  <a:pt x="78125" y="67120"/>
                </a:lnTo>
                <a:lnTo>
                  <a:pt x="77853" y="66576"/>
                </a:lnTo>
                <a:lnTo>
                  <a:pt x="77853" y="65761"/>
                </a:lnTo>
                <a:lnTo>
                  <a:pt x="77717" y="65625"/>
                </a:lnTo>
                <a:lnTo>
                  <a:pt x="77582" y="65489"/>
                </a:lnTo>
                <a:lnTo>
                  <a:pt x="77582" y="65217"/>
                </a:lnTo>
                <a:lnTo>
                  <a:pt x="77582" y="64946"/>
                </a:lnTo>
                <a:lnTo>
                  <a:pt x="77446" y="64810"/>
                </a:lnTo>
                <a:lnTo>
                  <a:pt x="77310" y="64674"/>
                </a:lnTo>
                <a:lnTo>
                  <a:pt x="77310" y="64402"/>
                </a:lnTo>
                <a:lnTo>
                  <a:pt x="77310" y="64130"/>
                </a:lnTo>
                <a:lnTo>
                  <a:pt x="77174" y="63995"/>
                </a:lnTo>
                <a:lnTo>
                  <a:pt x="77038" y="63859"/>
                </a:lnTo>
                <a:lnTo>
                  <a:pt x="77038" y="63587"/>
                </a:lnTo>
                <a:lnTo>
                  <a:pt x="77038" y="63315"/>
                </a:lnTo>
                <a:lnTo>
                  <a:pt x="76495" y="62228"/>
                </a:lnTo>
                <a:lnTo>
                  <a:pt x="76223" y="60326"/>
                </a:lnTo>
                <a:lnTo>
                  <a:pt x="77174" y="60190"/>
                </a:lnTo>
                <a:lnTo>
                  <a:pt x="77310" y="60326"/>
                </a:lnTo>
                <a:lnTo>
                  <a:pt x="77446" y="60462"/>
                </a:lnTo>
                <a:lnTo>
                  <a:pt x="78261" y="60462"/>
                </a:lnTo>
                <a:lnTo>
                  <a:pt x="79212" y="59783"/>
                </a:lnTo>
                <a:lnTo>
                  <a:pt x="79212" y="58152"/>
                </a:lnTo>
                <a:lnTo>
                  <a:pt x="79076" y="58016"/>
                </a:lnTo>
                <a:lnTo>
                  <a:pt x="78940" y="57880"/>
                </a:lnTo>
                <a:lnTo>
                  <a:pt x="78940" y="57065"/>
                </a:lnTo>
                <a:lnTo>
                  <a:pt x="78804" y="56929"/>
                </a:lnTo>
                <a:lnTo>
                  <a:pt x="78668" y="56793"/>
                </a:lnTo>
                <a:lnTo>
                  <a:pt x="78668" y="55978"/>
                </a:lnTo>
                <a:lnTo>
                  <a:pt x="78533" y="55842"/>
                </a:lnTo>
                <a:lnTo>
                  <a:pt x="78397" y="55707"/>
                </a:lnTo>
                <a:lnTo>
                  <a:pt x="78397" y="54620"/>
                </a:lnTo>
                <a:lnTo>
                  <a:pt x="78261" y="54484"/>
                </a:lnTo>
                <a:lnTo>
                  <a:pt x="78125" y="54348"/>
                </a:lnTo>
                <a:lnTo>
                  <a:pt x="78125" y="53533"/>
                </a:lnTo>
                <a:lnTo>
                  <a:pt x="77989" y="53397"/>
                </a:lnTo>
                <a:lnTo>
                  <a:pt x="77853" y="53261"/>
                </a:lnTo>
                <a:lnTo>
                  <a:pt x="77853" y="52446"/>
                </a:lnTo>
                <a:lnTo>
                  <a:pt x="77717" y="52310"/>
                </a:lnTo>
                <a:lnTo>
                  <a:pt x="77582" y="52174"/>
                </a:lnTo>
                <a:lnTo>
                  <a:pt x="77582" y="51087"/>
                </a:lnTo>
                <a:lnTo>
                  <a:pt x="77446" y="50951"/>
                </a:lnTo>
                <a:lnTo>
                  <a:pt x="77310" y="50815"/>
                </a:lnTo>
                <a:lnTo>
                  <a:pt x="77310" y="50000"/>
                </a:lnTo>
                <a:lnTo>
                  <a:pt x="77174" y="49864"/>
                </a:lnTo>
                <a:lnTo>
                  <a:pt x="77038" y="49728"/>
                </a:lnTo>
                <a:lnTo>
                  <a:pt x="77038" y="48641"/>
                </a:lnTo>
                <a:lnTo>
                  <a:pt x="76902" y="48505"/>
                </a:lnTo>
                <a:lnTo>
                  <a:pt x="76766" y="48370"/>
                </a:lnTo>
                <a:lnTo>
                  <a:pt x="76766" y="48098"/>
                </a:lnTo>
                <a:lnTo>
                  <a:pt x="76766" y="47826"/>
                </a:lnTo>
                <a:lnTo>
                  <a:pt x="75951" y="46196"/>
                </a:lnTo>
                <a:lnTo>
                  <a:pt x="73913" y="44158"/>
                </a:lnTo>
                <a:lnTo>
                  <a:pt x="72826" y="43614"/>
                </a:lnTo>
                <a:lnTo>
                  <a:pt x="72554" y="43614"/>
                </a:lnTo>
                <a:lnTo>
                  <a:pt x="72283" y="43614"/>
                </a:lnTo>
                <a:lnTo>
                  <a:pt x="71196" y="43071"/>
                </a:lnTo>
                <a:lnTo>
                  <a:pt x="69837" y="43071"/>
                </a:lnTo>
                <a:lnTo>
                  <a:pt x="69701" y="42935"/>
                </a:lnTo>
                <a:lnTo>
                  <a:pt x="69565" y="42799"/>
                </a:lnTo>
                <a:lnTo>
                  <a:pt x="67663" y="42799"/>
                </a:lnTo>
                <a:lnTo>
                  <a:pt x="67527" y="42935"/>
                </a:lnTo>
                <a:lnTo>
                  <a:pt x="67391" y="43071"/>
                </a:lnTo>
                <a:lnTo>
                  <a:pt x="66304" y="43071"/>
                </a:lnTo>
                <a:lnTo>
                  <a:pt x="66168" y="43207"/>
                </a:lnTo>
                <a:lnTo>
                  <a:pt x="66033" y="43342"/>
                </a:lnTo>
                <a:lnTo>
                  <a:pt x="65761" y="43342"/>
                </a:lnTo>
                <a:lnTo>
                  <a:pt x="65489" y="43342"/>
                </a:lnTo>
                <a:lnTo>
                  <a:pt x="63859" y="44158"/>
                </a:lnTo>
                <a:lnTo>
                  <a:pt x="62092" y="45652"/>
                </a:lnTo>
                <a:lnTo>
                  <a:pt x="62092" y="45924"/>
                </a:lnTo>
                <a:lnTo>
                  <a:pt x="61005" y="47283"/>
                </a:lnTo>
                <a:lnTo>
                  <a:pt x="61005" y="47554"/>
                </a:lnTo>
                <a:lnTo>
                  <a:pt x="61005" y="47826"/>
                </a:lnTo>
                <a:lnTo>
                  <a:pt x="60462" y="48913"/>
                </a:lnTo>
                <a:lnTo>
                  <a:pt x="60462" y="49728"/>
                </a:lnTo>
                <a:lnTo>
                  <a:pt x="60326" y="49864"/>
                </a:lnTo>
                <a:lnTo>
                  <a:pt x="60190" y="50000"/>
                </a:lnTo>
                <a:lnTo>
                  <a:pt x="60190" y="50815"/>
                </a:lnTo>
                <a:lnTo>
                  <a:pt x="60054" y="50951"/>
                </a:lnTo>
                <a:lnTo>
                  <a:pt x="59918" y="51087"/>
                </a:lnTo>
                <a:lnTo>
                  <a:pt x="59918" y="51902"/>
                </a:lnTo>
                <a:lnTo>
                  <a:pt x="59239" y="52310"/>
                </a:lnTo>
                <a:lnTo>
                  <a:pt x="58560" y="52174"/>
                </a:lnTo>
                <a:lnTo>
                  <a:pt x="58560" y="51902"/>
                </a:lnTo>
                <a:lnTo>
                  <a:pt x="58560" y="51630"/>
                </a:lnTo>
                <a:lnTo>
                  <a:pt x="58696" y="51495"/>
                </a:lnTo>
                <a:lnTo>
                  <a:pt x="58832" y="51359"/>
                </a:lnTo>
                <a:lnTo>
                  <a:pt x="58832" y="50272"/>
                </a:lnTo>
                <a:lnTo>
                  <a:pt x="58967" y="50136"/>
                </a:lnTo>
                <a:lnTo>
                  <a:pt x="59103" y="50000"/>
                </a:lnTo>
                <a:lnTo>
                  <a:pt x="59103" y="48913"/>
                </a:lnTo>
                <a:lnTo>
                  <a:pt x="59239" y="48777"/>
                </a:lnTo>
                <a:lnTo>
                  <a:pt x="59375" y="48641"/>
                </a:lnTo>
                <a:lnTo>
                  <a:pt x="59375" y="47826"/>
                </a:lnTo>
                <a:lnTo>
                  <a:pt x="60734" y="45109"/>
                </a:lnTo>
                <a:lnTo>
                  <a:pt x="62500" y="43342"/>
                </a:lnTo>
                <a:lnTo>
                  <a:pt x="62772" y="43342"/>
                </a:lnTo>
                <a:lnTo>
                  <a:pt x="63315" y="42799"/>
                </a:lnTo>
                <a:lnTo>
                  <a:pt x="64402" y="42255"/>
                </a:lnTo>
                <a:lnTo>
                  <a:pt x="64674" y="42255"/>
                </a:lnTo>
                <a:lnTo>
                  <a:pt x="64946" y="42255"/>
                </a:lnTo>
                <a:lnTo>
                  <a:pt x="65082" y="42120"/>
                </a:lnTo>
                <a:lnTo>
                  <a:pt x="65217" y="41984"/>
                </a:lnTo>
                <a:lnTo>
                  <a:pt x="66033" y="41984"/>
                </a:lnTo>
                <a:lnTo>
                  <a:pt x="66168" y="41848"/>
                </a:lnTo>
                <a:lnTo>
                  <a:pt x="66304" y="41712"/>
                </a:lnTo>
                <a:lnTo>
                  <a:pt x="67527" y="41576"/>
                </a:lnTo>
                <a:close/>
                <a:moveTo>
                  <a:pt x="48505" y="47826"/>
                </a:moveTo>
                <a:lnTo>
                  <a:pt x="48641" y="47690"/>
                </a:lnTo>
                <a:lnTo>
                  <a:pt x="50815" y="47690"/>
                </a:lnTo>
                <a:lnTo>
                  <a:pt x="50951" y="47826"/>
                </a:lnTo>
                <a:lnTo>
                  <a:pt x="51087" y="47962"/>
                </a:lnTo>
                <a:lnTo>
                  <a:pt x="51359" y="47962"/>
                </a:lnTo>
                <a:lnTo>
                  <a:pt x="51630" y="47962"/>
                </a:lnTo>
                <a:lnTo>
                  <a:pt x="52717" y="48505"/>
                </a:lnTo>
                <a:lnTo>
                  <a:pt x="54484" y="50272"/>
                </a:lnTo>
                <a:lnTo>
                  <a:pt x="54755" y="50815"/>
                </a:lnTo>
                <a:lnTo>
                  <a:pt x="54755" y="51087"/>
                </a:lnTo>
                <a:lnTo>
                  <a:pt x="54755" y="51359"/>
                </a:lnTo>
                <a:lnTo>
                  <a:pt x="54891" y="51495"/>
                </a:lnTo>
                <a:lnTo>
                  <a:pt x="55027" y="51630"/>
                </a:lnTo>
                <a:lnTo>
                  <a:pt x="55027" y="54076"/>
                </a:lnTo>
                <a:lnTo>
                  <a:pt x="54891" y="54212"/>
                </a:lnTo>
                <a:lnTo>
                  <a:pt x="54755" y="54348"/>
                </a:lnTo>
                <a:lnTo>
                  <a:pt x="54755" y="54620"/>
                </a:lnTo>
                <a:lnTo>
                  <a:pt x="54755" y="54891"/>
                </a:lnTo>
                <a:lnTo>
                  <a:pt x="54484" y="55435"/>
                </a:lnTo>
                <a:lnTo>
                  <a:pt x="52717" y="57201"/>
                </a:lnTo>
                <a:lnTo>
                  <a:pt x="50951" y="57880"/>
                </a:lnTo>
                <a:lnTo>
                  <a:pt x="50815" y="58016"/>
                </a:lnTo>
                <a:lnTo>
                  <a:pt x="48641" y="58016"/>
                </a:lnTo>
                <a:lnTo>
                  <a:pt x="48505" y="57880"/>
                </a:lnTo>
                <a:lnTo>
                  <a:pt x="48370" y="57745"/>
                </a:lnTo>
                <a:lnTo>
                  <a:pt x="48098" y="57745"/>
                </a:lnTo>
                <a:lnTo>
                  <a:pt x="47826" y="57745"/>
                </a:lnTo>
                <a:lnTo>
                  <a:pt x="47283" y="57473"/>
                </a:lnTo>
                <a:lnTo>
                  <a:pt x="45516" y="55978"/>
                </a:lnTo>
                <a:lnTo>
                  <a:pt x="44701" y="54348"/>
                </a:lnTo>
                <a:lnTo>
                  <a:pt x="44701" y="53261"/>
                </a:lnTo>
                <a:lnTo>
                  <a:pt x="44429" y="52717"/>
                </a:lnTo>
                <a:lnTo>
                  <a:pt x="44565" y="52582"/>
                </a:lnTo>
                <a:lnTo>
                  <a:pt x="44701" y="52446"/>
                </a:lnTo>
                <a:lnTo>
                  <a:pt x="44701" y="51359"/>
                </a:lnTo>
                <a:lnTo>
                  <a:pt x="44837" y="51223"/>
                </a:lnTo>
                <a:lnTo>
                  <a:pt x="44973" y="51087"/>
                </a:lnTo>
                <a:lnTo>
                  <a:pt x="44973" y="50815"/>
                </a:lnTo>
                <a:lnTo>
                  <a:pt x="44973" y="50543"/>
                </a:lnTo>
                <a:lnTo>
                  <a:pt x="46467" y="48777"/>
                </a:lnTo>
                <a:lnTo>
                  <a:pt x="46739" y="48777"/>
                </a:lnTo>
                <a:lnTo>
                  <a:pt x="47826" y="47962"/>
                </a:lnTo>
                <a:lnTo>
                  <a:pt x="48505" y="47826"/>
                </a:lnTo>
                <a:close/>
                <a:moveTo>
                  <a:pt x="48913" y="49049"/>
                </a:moveTo>
                <a:lnTo>
                  <a:pt x="47826" y="49592"/>
                </a:lnTo>
                <a:lnTo>
                  <a:pt x="46332" y="51087"/>
                </a:lnTo>
                <a:lnTo>
                  <a:pt x="46332" y="51359"/>
                </a:lnTo>
                <a:lnTo>
                  <a:pt x="46332" y="51630"/>
                </a:lnTo>
                <a:lnTo>
                  <a:pt x="46196" y="51766"/>
                </a:lnTo>
                <a:lnTo>
                  <a:pt x="46060" y="51902"/>
                </a:lnTo>
                <a:lnTo>
                  <a:pt x="46060" y="53804"/>
                </a:lnTo>
                <a:lnTo>
                  <a:pt x="46196" y="53940"/>
                </a:lnTo>
                <a:lnTo>
                  <a:pt x="46332" y="54076"/>
                </a:lnTo>
                <a:lnTo>
                  <a:pt x="46332" y="54348"/>
                </a:lnTo>
                <a:lnTo>
                  <a:pt x="46332" y="54620"/>
                </a:lnTo>
                <a:lnTo>
                  <a:pt x="47826" y="56114"/>
                </a:lnTo>
                <a:lnTo>
                  <a:pt x="48913" y="56658"/>
                </a:lnTo>
                <a:lnTo>
                  <a:pt x="50543" y="56658"/>
                </a:lnTo>
                <a:lnTo>
                  <a:pt x="50679" y="56522"/>
                </a:lnTo>
                <a:lnTo>
                  <a:pt x="51359" y="56386"/>
                </a:lnTo>
                <a:lnTo>
                  <a:pt x="53125" y="54891"/>
                </a:lnTo>
                <a:lnTo>
                  <a:pt x="53668" y="53804"/>
                </a:lnTo>
                <a:lnTo>
                  <a:pt x="53668" y="51902"/>
                </a:lnTo>
                <a:lnTo>
                  <a:pt x="52853" y="50815"/>
                </a:lnTo>
                <a:lnTo>
                  <a:pt x="52853" y="50543"/>
                </a:lnTo>
                <a:lnTo>
                  <a:pt x="51359" y="49321"/>
                </a:lnTo>
                <a:lnTo>
                  <a:pt x="51087" y="49321"/>
                </a:lnTo>
                <a:lnTo>
                  <a:pt x="50815" y="49321"/>
                </a:lnTo>
                <a:lnTo>
                  <a:pt x="50679" y="49185"/>
                </a:lnTo>
                <a:lnTo>
                  <a:pt x="50543" y="49049"/>
                </a:lnTo>
                <a:lnTo>
                  <a:pt x="48913" y="49049"/>
                </a:lnTo>
                <a:close/>
                <a:moveTo>
                  <a:pt x="38179" y="53533"/>
                </a:moveTo>
                <a:lnTo>
                  <a:pt x="38315" y="53397"/>
                </a:lnTo>
                <a:lnTo>
                  <a:pt x="40489" y="53397"/>
                </a:lnTo>
                <a:lnTo>
                  <a:pt x="42255" y="54891"/>
                </a:lnTo>
                <a:lnTo>
                  <a:pt x="42255" y="55163"/>
                </a:lnTo>
                <a:lnTo>
                  <a:pt x="43886" y="56793"/>
                </a:lnTo>
                <a:lnTo>
                  <a:pt x="43886" y="57065"/>
                </a:lnTo>
                <a:lnTo>
                  <a:pt x="44565" y="57745"/>
                </a:lnTo>
                <a:lnTo>
                  <a:pt x="46196" y="58560"/>
                </a:lnTo>
                <a:lnTo>
                  <a:pt x="46603" y="58967"/>
                </a:lnTo>
                <a:lnTo>
                  <a:pt x="46603" y="59239"/>
                </a:lnTo>
                <a:lnTo>
                  <a:pt x="47147" y="59511"/>
                </a:lnTo>
                <a:lnTo>
                  <a:pt x="47147" y="59783"/>
                </a:lnTo>
                <a:lnTo>
                  <a:pt x="47011" y="59918"/>
                </a:lnTo>
                <a:lnTo>
                  <a:pt x="46739" y="59918"/>
                </a:lnTo>
                <a:lnTo>
                  <a:pt x="46603" y="59783"/>
                </a:lnTo>
                <a:lnTo>
                  <a:pt x="46467" y="59647"/>
                </a:lnTo>
                <a:lnTo>
                  <a:pt x="45109" y="59647"/>
                </a:lnTo>
                <a:lnTo>
                  <a:pt x="44022" y="59103"/>
                </a:lnTo>
                <a:lnTo>
                  <a:pt x="39946" y="54755"/>
                </a:lnTo>
                <a:lnTo>
                  <a:pt x="38859" y="54755"/>
                </a:lnTo>
                <a:lnTo>
                  <a:pt x="37908" y="55707"/>
                </a:lnTo>
                <a:lnTo>
                  <a:pt x="37908" y="55978"/>
                </a:lnTo>
                <a:lnTo>
                  <a:pt x="37908" y="56250"/>
                </a:lnTo>
                <a:lnTo>
                  <a:pt x="38451" y="57337"/>
                </a:lnTo>
                <a:lnTo>
                  <a:pt x="38995" y="57880"/>
                </a:lnTo>
                <a:lnTo>
                  <a:pt x="39538" y="58967"/>
                </a:lnTo>
                <a:lnTo>
                  <a:pt x="41168" y="60598"/>
                </a:lnTo>
                <a:lnTo>
                  <a:pt x="41168" y="60870"/>
                </a:lnTo>
                <a:lnTo>
                  <a:pt x="41576" y="61277"/>
                </a:lnTo>
                <a:lnTo>
                  <a:pt x="41848" y="61277"/>
                </a:lnTo>
                <a:lnTo>
                  <a:pt x="42935" y="62364"/>
                </a:lnTo>
                <a:lnTo>
                  <a:pt x="44565" y="63179"/>
                </a:lnTo>
                <a:lnTo>
                  <a:pt x="45245" y="63859"/>
                </a:lnTo>
                <a:lnTo>
                  <a:pt x="45245" y="68478"/>
                </a:lnTo>
                <a:lnTo>
                  <a:pt x="45380" y="68614"/>
                </a:lnTo>
                <a:lnTo>
                  <a:pt x="45516" y="68750"/>
                </a:lnTo>
                <a:lnTo>
                  <a:pt x="45516" y="76359"/>
                </a:lnTo>
                <a:lnTo>
                  <a:pt x="45924" y="76766"/>
                </a:lnTo>
                <a:lnTo>
                  <a:pt x="48641" y="76766"/>
                </a:lnTo>
                <a:lnTo>
                  <a:pt x="49049" y="76087"/>
                </a:lnTo>
                <a:lnTo>
                  <a:pt x="49049" y="75815"/>
                </a:lnTo>
                <a:lnTo>
                  <a:pt x="49049" y="75543"/>
                </a:lnTo>
                <a:lnTo>
                  <a:pt x="49457" y="75136"/>
                </a:lnTo>
                <a:lnTo>
                  <a:pt x="49728" y="75136"/>
                </a:lnTo>
                <a:lnTo>
                  <a:pt x="50000" y="75136"/>
                </a:lnTo>
                <a:lnTo>
                  <a:pt x="50408" y="75543"/>
                </a:lnTo>
                <a:lnTo>
                  <a:pt x="50408" y="75815"/>
                </a:lnTo>
                <a:lnTo>
                  <a:pt x="50408" y="76087"/>
                </a:lnTo>
                <a:lnTo>
                  <a:pt x="50815" y="76766"/>
                </a:lnTo>
                <a:lnTo>
                  <a:pt x="53804" y="76766"/>
                </a:lnTo>
                <a:lnTo>
                  <a:pt x="53940" y="76630"/>
                </a:lnTo>
                <a:lnTo>
                  <a:pt x="53940" y="71467"/>
                </a:lnTo>
                <a:lnTo>
                  <a:pt x="54076" y="71332"/>
                </a:lnTo>
                <a:lnTo>
                  <a:pt x="54212" y="71196"/>
                </a:lnTo>
                <a:lnTo>
                  <a:pt x="54212" y="66848"/>
                </a:lnTo>
                <a:lnTo>
                  <a:pt x="54348" y="66712"/>
                </a:lnTo>
                <a:lnTo>
                  <a:pt x="54484" y="66576"/>
                </a:lnTo>
                <a:lnTo>
                  <a:pt x="54484" y="66304"/>
                </a:lnTo>
                <a:lnTo>
                  <a:pt x="54484" y="66033"/>
                </a:lnTo>
                <a:lnTo>
                  <a:pt x="54348" y="65897"/>
                </a:lnTo>
                <a:lnTo>
                  <a:pt x="54212" y="65761"/>
                </a:lnTo>
                <a:lnTo>
                  <a:pt x="54348" y="65625"/>
                </a:lnTo>
                <a:lnTo>
                  <a:pt x="54484" y="65489"/>
                </a:lnTo>
                <a:lnTo>
                  <a:pt x="54484" y="63587"/>
                </a:lnTo>
                <a:lnTo>
                  <a:pt x="55978" y="62908"/>
                </a:lnTo>
                <a:lnTo>
                  <a:pt x="56793" y="62092"/>
                </a:lnTo>
                <a:lnTo>
                  <a:pt x="57065" y="62092"/>
                </a:lnTo>
                <a:lnTo>
                  <a:pt x="59103" y="60054"/>
                </a:lnTo>
                <a:lnTo>
                  <a:pt x="59103" y="59783"/>
                </a:lnTo>
                <a:lnTo>
                  <a:pt x="60462" y="58424"/>
                </a:lnTo>
                <a:lnTo>
                  <a:pt x="60462" y="58152"/>
                </a:lnTo>
                <a:lnTo>
                  <a:pt x="61005" y="57609"/>
                </a:lnTo>
                <a:lnTo>
                  <a:pt x="61821" y="55978"/>
                </a:lnTo>
                <a:lnTo>
                  <a:pt x="60870" y="54755"/>
                </a:lnTo>
                <a:lnTo>
                  <a:pt x="59783" y="54755"/>
                </a:lnTo>
                <a:lnTo>
                  <a:pt x="58967" y="55571"/>
                </a:lnTo>
                <a:lnTo>
                  <a:pt x="55435" y="59103"/>
                </a:lnTo>
                <a:lnTo>
                  <a:pt x="54348" y="59647"/>
                </a:lnTo>
                <a:lnTo>
                  <a:pt x="52717" y="59647"/>
                </a:lnTo>
                <a:lnTo>
                  <a:pt x="52582" y="59511"/>
                </a:lnTo>
                <a:lnTo>
                  <a:pt x="53261" y="58560"/>
                </a:lnTo>
                <a:lnTo>
                  <a:pt x="54620" y="58016"/>
                </a:lnTo>
                <a:lnTo>
                  <a:pt x="57201" y="55435"/>
                </a:lnTo>
                <a:lnTo>
                  <a:pt x="57201" y="55163"/>
                </a:lnTo>
                <a:lnTo>
                  <a:pt x="58424" y="53940"/>
                </a:lnTo>
                <a:lnTo>
                  <a:pt x="59511" y="53397"/>
                </a:lnTo>
                <a:lnTo>
                  <a:pt x="61413" y="53397"/>
                </a:lnTo>
                <a:lnTo>
                  <a:pt x="61957" y="53668"/>
                </a:lnTo>
                <a:lnTo>
                  <a:pt x="62636" y="54348"/>
                </a:lnTo>
                <a:lnTo>
                  <a:pt x="63179" y="55435"/>
                </a:lnTo>
                <a:lnTo>
                  <a:pt x="63179" y="56250"/>
                </a:lnTo>
                <a:lnTo>
                  <a:pt x="62364" y="57880"/>
                </a:lnTo>
                <a:lnTo>
                  <a:pt x="61821" y="58424"/>
                </a:lnTo>
                <a:lnTo>
                  <a:pt x="61549" y="59239"/>
                </a:lnTo>
                <a:lnTo>
                  <a:pt x="61005" y="59783"/>
                </a:lnTo>
                <a:lnTo>
                  <a:pt x="61005" y="60054"/>
                </a:lnTo>
                <a:lnTo>
                  <a:pt x="58967" y="62364"/>
                </a:lnTo>
                <a:lnTo>
                  <a:pt x="58696" y="62364"/>
                </a:lnTo>
                <a:lnTo>
                  <a:pt x="57880" y="63179"/>
                </a:lnTo>
                <a:lnTo>
                  <a:pt x="57609" y="63179"/>
                </a:lnTo>
                <a:lnTo>
                  <a:pt x="57065" y="63723"/>
                </a:lnTo>
                <a:lnTo>
                  <a:pt x="56793" y="63723"/>
                </a:lnTo>
                <a:lnTo>
                  <a:pt x="56250" y="64266"/>
                </a:lnTo>
                <a:lnTo>
                  <a:pt x="55978" y="64266"/>
                </a:lnTo>
                <a:lnTo>
                  <a:pt x="55842" y="64402"/>
                </a:lnTo>
                <a:lnTo>
                  <a:pt x="55842" y="65489"/>
                </a:lnTo>
                <a:lnTo>
                  <a:pt x="55707" y="65625"/>
                </a:lnTo>
                <a:lnTo>
                  <a:pt x="55571" y="65761"/>
                </a:lnTo>
                <a:lnTo>
                  <a:pt x="55571" y="71196"/>
                </a:lnTo>
                <a:lnTo>
                  <a:pt x="55435" y="71332"/>
                </a:lnTo>
                <a:lnTo>
                  <a:pt x="55299" y="71467"/>
                </a:lnTo>
                <a:lnTo>
                  <a:pt x="55299" y="77446"/>
                </a:lnTo>
                <a:lnTo>
                  <a:pt x="54620" y="78125"/>
                </a:lnTo>
                <a:lnTo>
                  <a:pt x="50272" y="78125"/>
                </a:lnTo>
                <a:lnTo>
                  <a:pt x="50136" y="77989"/>
                </a:lnTo>
                <a:lnTo>
                  <a:pt x="50000" y="77853"/>
                </a:lnTo>
                <a:lnTo>
                  <a:pt x="49728" y="77853"/>
                </a:lnTo>
                <a:lnTo>
                  <a:pt x="49457" y="77853"/>
                </a:lnTo>
                <a:lnTo>
                  <a:pt x="49321" y="77989"/>
                </a:lnTo>
                <a:lnTo>
                  <a:pt x="49185" y="78125"/>
                </a:lnTo>
                <a:lnTo>
                  <a:pt x="44837" y="78125"/>
                </a:lnTo>
                <a:lnTo>
                  <a:pt x="44429" y="77717"/>
                </a:lnTo>
                <a:lnTo>
                  <a:pt x="44429" y="76630"/>
                </a:lnTo>
                <a:lnTo>
                  <a:pt x="44293" y="76495"/>
                </a:lnTo>
                <a:lnTo>
                  <a:pt x="44158" y="76359"/>
                </a:lnTo>
                <a:lnTo>
                  <a:pt x="44158" y="70924"/>
                </a:lnTo>
                <a:lnTo>
                  <a:pt x="44022" y="70788"/>
                </a:lnTo>
                <a:lnTo>
                  <a:pt x="43886" y="70652"/>
                </a:lnTo>
                <a:lnTo>
                  <a:pt x="43886" y="64674"/>
                </a:lnTo>
                <a:lnTo>
                  <a:pt x="43207" y="63995"/>
                </a:lnTo>
                <a:lnTo>
                  <a:pt x="42935" y="63995"/>
                </a:lnTo>
                <a:lnTo>
                  <a:pt x="41304" y="62636"/>
                </a:lnTo>
                <a:lnTo>
                  <a:pt x="41033" y="62636"/>
                </a:lnTo>
                <a:lnTo>
                  <a:pt x="38995" y="60598"/>
                </a:lnTo>
                <a:lnTo>
                  <a:pt x="38451" y="59511"/>
                </a:lnTo>
                <a:lnTo>
                  <a:pt x="37092" y="57880"/>
                </a:lnTo>
                <a:lnTo>
                  <a:pt x="36549" y="56793"/>
                </a:lnTo>
                <a:lnTo>
                  <a:pt x="36549" y="55163"/>
                </a:lnTo>
                <a:lnTo>
                  <a:pt x="36821" y="54620"/>
                </a:lnTo>
                <a:lnTo>
                  <a:pt x="37772" y="53668"/>
                </a:lnTo>
                <a:lnTo>
                  <a:pt x="38043" y="53668"/>
                </a:lnTo>
                <a:lnTo>
                  <a:pt x="38179" y="535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4727448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509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1271016" y="5650992"/>
            <a:ext cx="1563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547872" y="1709928"/>
            <a:ext cx="0" cy="4572000"/>
          </a:xfrm>
          <a:prstGeom prst="line">
            <a:avLst/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76472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977640" y="1865376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person_46"/>
          <p:cNvSpPr/>
          <p:nvPr/>
        </p:nvSpPr>
        <p:spPr>
          <a:xfrm>
            <a:off x="3977640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538" y="18462"/>
                </a:moveTo>
                <a:lnTo>
                  <a:pt x="46923" y="18077"/>
                </a:lnTo>
                <a:lnTo>
                  <a:pt x="51538" y="18077"/>
                </a:lnTo>
                <a:lnTo>
                  <a:pt x="51923" y="18462"/>
                </a:lnTo>
                <a:lnTo>
                  <a:pt x="52308" y="18846"/>
                </a:lnTo>
                <a:lnTo>
                  <a:pt x="53077" y="18846"/>
                </a:lnTo>
                <a:lnTo>
                  <a:pt x="53846" y="18846"/>
                </a:lnTo>
                <a:lnTo>
                  <a:pt x="56923" y="20385"/>
                </a:lnTo>
                <a:lnTo>
                  <a:pt x="59615" y="23077"/>
                </a:lnTo>
                <a:lnTo>
                  <a:pt x="61154" y="26154"/>
                </a:lnTo>
                <a:lnTo>
                  <a:pt x="61154" y="28462"/>
                </a:lnTo>
                <a:lnTo>
                  <a:pt x="61538" y="28846"/>
                </a:lnTo>
                <a:lnTo>
                  <a:pt x="61923" y="29231"/>
                </a:lnTo>
                <a:lnTo>
                  <a:pt x="61923" y="33846"/>
                </a:lnTo>
                <a:lnTo>
                  <a:pt x="61538" y="34231"/>
                </a:lnTo>
                <a:lnTo>
                  <a:pt x="61154" y="34615"/>
                </a:lnTo>
                <a:lnTo>
                  <a:pt x="61154" y="35385"/>
                </a:lnTo>
                <a:lnTo>
                  <a:pt x="61154" y="36154"/>
                </a:lnTo>
                <a:lnTo>
                  <a:pt x="59615" y="39231"/>
                </a:lnTo>
                <a:lnTo>
                  <a:pt x="55385" y="42692"/>
                </a:lnTo>
                <a:lnTo>
                  <a:pt x="53846" y="43462"/>
                </a:lnTo>
                <a:lnTo>
                  <a:pt x="51538" y="43462"/>
                </a:lnTo>
                <a:lnTo>
                  <a:pt x="51154" y="43846"/>
                </a:lnTo>
                <a:lnTo>
                  <a:pt x="50769" y="44231"/>
                </a:lnTo>
                <a:lnTo>
                  <a:pt x="46923" y="44231"/>
                </a:lnTo>
                <a:lnTo>
                  <a:pt x="46538" y="43846"/>
                </a:lnTo>
                <a:lnTo>
                  <a:pt x="46154" y="43462"/>
                </a:lnTo>
                <a:lnTo>
                  <a:pt x="45385" y="43462"/>
                </a:lnTo>
                <a:lnTo>
                  <a:pt x="44615" y="43462"/>
                </a:lnTo>
                <a:lnTo>
                  <a:pt x="41538" y="41923"/>
                </a:lnTo>
                <a:lnTo>
                  <a:pt x="38077" y="38462"/>
                </a:lnTo>
                <a:lnTo>
                  <a:pt x="37308" y="36923"/>
                </a:lnTo>
                <a:lnTo>
                  <a:pt x="37308" y="36154"/>
                </a:lnTo>
                <a:lnTo>
                  <a:pt x="37308" y="35385"/>
                </a:lnTo>
                <a:lnTo>
                  <a:pt x="36923" y="35000"/>
                </a:lnTo>
                <a:lnTo>
                  <a:pt x="36538" y="34615"/>
                </a:lnTo>
                <a:lnTo>
                  <a:pt x="36538" y="27692"/>
                </a:lnTo>
                <a:lnTo>
                  <a:pt x="36923" y="27308"/>
                </a:lnTo>
                <a:lnTo>
                  <a:pt x="37308" y="26923"/>
                </a:lnTo>
                <a:lnTo>
                  <a:pt x="37308" y="26154"/>
                </a:lnTo>
                <a:lnTo>
                  <a:pt x="37308" y="25385"/>
                </a:lnTo>
                <a:lnTo>
                  <a:pt x="38077" y="23846"/>
                </a:lnTo>
                <a:lnTo>
                  <a:pt x="42308" y="19615"/>
                </a:lnTo>
                <a:lnTo>
                  <a:pt x="43077" y="19615"/>
                </a:lnTo>
                <a:lnTo>
                  <a:pt x="43846" y="19615"/>
                </a:lnTo>
                <a:lnTo>
                  <a:pt x="44231" y="19231"/>
                </a:lnTo>
                <a:lnTo>
                  <a:pt x="44615" y="18846"/>
                </a:lnTo>
                <a:lnTo>
                  <a:pt x="46538" y="18462"/>
                </a:lnTo>
                <a:close/>
                <a:moveTo>
                  <a:pt x="46154" y="21154"/>
                </a:moveTo>
                <a:lnTo>
                  <a:pt x="43077" y="23462"/>
                </a:lnTo>
                <a:lnTo>
                  <a:pt x="42308" y="23462"/>
                </a:lnTo>
                <a:lnTo>
                  <a:pt x="41923" y="23846"/>
                </a:lnTo>
                <a:lnTo>
                  <a:pt x="41923" y="24615"/>
                </a:lnTo>
                <a:lnTo>
                  <a:pt x="40385" y="26154"/>
                </a:lnTo>
                <a:lnTo>
                  <a:pt x="39615" y="27692"/>
                </a:lnTo>
                <a:lnTo>
                  <a:pt x="39615" y="28462"/>
                </a:lnTo>
                <a:lnTo>
                  <a:pt x="39615" y="29231"/>
                </a:lnTo>
                <a:lnTo>
                  <a:pt x="39231" y="29615"/>
                </a:lnTo>
                <a:lnTo>
                  <a:pt x="38846" y="30000"/>
                </a:lnTo>
                <a:lnTo>
                  <a:pt x="38846" y="32308"/>
                </a:lnTo>
                <a:lnTo>
                  <a:pt x="39231" y="32692"/>
                </a:lnTo>
                <a:lnTo>
                  <a:pt x="39615" y="33077"/>
                </a:lnTo>
                <a:lnTo>
                  <a:pt x="39615" y="33846"/>
                </a:lnTo>
                <a:lnTo>
                  <a:pt x="39615" y="34615"/>
                </a:lnTo>
                <a:lnTo>
                  <a:pt x="40385" y="36154"/>
                </a:lnTo>
                <a:lnTo>
                  <a:pt x="44615" y="40385"/>
                </a:lnTo>
                <a:lnTo>
                  <a:pt x="45385" y="40385"/>
                </a:lnTo>
                <a:lnTo>
                  <a:pt x="46154" y="40385"/>
                </a:lnTo>
                <a:lnTo>
                  <a:pt x="46538" y="40769"/>
                </a:lnTo>
                <a:lnTo>
                  <a:pt x="46923" y="41154"/>
                </a:lnTo>
                <a:lnTo>
                  <a:pt x="51538" y="41154"/>
                </a:lnTo>
                <a:lnTo>
                  <a:pt x="51923" y="40769"/>
                </a:lnTo>
                <a:lnTo>
                  <a:pt x="54615" y="39615"/>
                </a:lnTo>
                <a:lnTo>
                  <a:pt x="58077" y="36154"/>
                </a:lnTo>
                <a:lnTo>
                  <a:pt x="58846" y="34615"/>
                </a:lnTo>
                <a:lnTo>
                  <a:pt x="58846" y="32308"/>
                </a:lnTo>
                <a:lnTo>
                  <a:pt x="59231" y="31923"/>
                </a:lnTo>
                <a:lnTo>
                  <a:pt x="59615" y="31538"/>
                </a:lnTo>
                <a:lnTo>
                  <a:pt x="59615" y="30769"/>
                </a:lnTo>
                <a:lnTo>
                  <a:pt x="59615" y="30000"/>
                </a:lnTo>
                <a:lnTo>
                  <a:pt x="59231" y="29615"/>
                </a:lnTo>
                <a:lnTo>
                  <a:pt x="58846" y="29231"/>
                </a:lnTo>
                <a:lnTo>
                  <a:pt x="58846" y="28462"/>
                </a:lnTo>
                <a:lnTo>
                  <a:pt x="58846" y="27692"/>
                </a:lnTo>
                <a:lnTo>
                  <a:pt x="58077" y="26154"/>
                </a:lnTo>
                <a:lnTo>
                  <a:pt x="54615" y="22692"/>
                </a:lnTo>
                <a:lnTo>
                  <a:pt x="51538" y="21154"/>
                </a:lnTo>
                <a:lnTo>
                  <a:pt x="46154" y="21154"/>
                </a:lnTo>
                <a:close/>
                <a:moveTo>
                  <a:pt x="45000" y="48462"/>
                </a:moveTo>
                <a:lnTo>
                  <a:pt x="45385" y="48077"/>
                </a:lnTo>
                <a:lnTo>
                  <a:pt x="53077" y="48077"/>
                </a:lnTo>
                <a:lnTo>
                  <a:pt x="53462" y="48462"/>
                </a:lnTo>
                <a:lnTo>
                  <a:pt x="53846" y="48846"/>
                </a:lnTo>
                <a:lnTo>
                  <a:pt x="57692" y="49615"/>
                </a:lnTo>
                <a:lnTo>
                  <a:pt x="60769" y="51923"/>
                </a:lnTo>
                <a:lnTo>
                  <a:pt x="61538" y="51923"/>
                </a:lnTo>
                <a:lnTo>
                  <a:pt x="63077" y="53462"/>
                </a:lnTo>
                <a:lnTo>
                  <a:pt x="63846" y="53462"/>
                </a:lnTo>
                <a:lnTo>
                  <a:pt x="65769" y="55385"/>
                </a:lnTo>
                <a:lnTo>
                  <a:pt x="65769" y="56154"/>
                </a:lnTo>
                <a:lnTo>
                  <a:pt x="68846" y="60000"/>
                </a:lnTo>
                <a:lnTo>
                  <a:pt x="68846" y="60769"/>
                </a:lnTo>
                <a:lnTo>
                  <a:pt x="68846" y="61538"/>
                </a:lnTo>
                <a:lnTo>
                  <a:pt x="70385" y="64615"/>
                </a:lnTo>
                <a:lnTo>
                  <a:pt x="70385" y="70000"/>
                </a:lnTo>
                <a:lnTo>
                  <a:pt x="68462" y="70385"/>
                </a:lnTo>
                <a:lnTo>
                  <a:pt x="68077" y="70000"/>
                </a:lnTo>
                <a:lnTo>
                  <a:pt x="68077" y="66154"/>
                </a:lnTo>
                <a:lnTo>
                  <a:pt x="67692" y="65769"/>
                </a:lnTo>
                <a:lnTo>
                  <a:pt x="67308" y="65385"/>
                </a:lnTo>
                <a:lnTo>
                  <a:pt x="67308" y="64615"/>
                </a:lnTo>
                <a:lnTo>
                  <a:pt x="67308" y="63846"/>
                </a:lnTo>
                <a:lnTo>
                  <a:pt x="65000" y="59231"/>
                </a:lnTo>
                <a:lnTo>
                  <a:pt x="60000" y="54231"/>
                </a:lnTo>
                <a:lnTo>
                  <a:pt x="55385" y="51923"/>
                </a:lnTo>
                <a:lnTo>
                  <a:pt x="53462" y="51538"/>
                </a:lnTo>
                <a:lnTo>
                  <a:pt x="53077" y="51154"/>
                </a:lnTo>
                <a:lnTo>
                  <a:pt x="44615" y="51154"/>
                </a:lnTo>
                <a:lnTo>
                  <a:pt x="44231" y="51538"/>
                </a:lnTo>
                <a:lnTo>
                  <a:pt x="43846" y="51923"/>
                </a:lnTo>
                <a:lnTo>
                  <a:pt x="43077" y="51923"/>
                </a:lnTo>
                <a:lnTo>
                  <a:pt x="42308" y="51923"/>
                </a:lnTo>
                <a:lnTo>
                  <a:pt x="39231" y="53462"/>
                </a:lnTo>
                <a:lnTo>
                  <a:pt x="36923" y="55769"/>
                </a:lnTo>
                <a:lnTo>
                  <a:pt x="36154" y="55769"/>
                </a:lnTo>
                <a:lnTo>
                  <a:pt x="31923" y="61538"/>
                </a:lnTo>
                <a:lnTo>
                  <a:pt x="31923" y="62308"/>
                </a:lnTo>
                <a:lnTo>
                  <a:pt x="31923" y="63077"/>
                </a:lnTo>
                <a:lnTo>
                  <a:pt x="31538" y="63462"/>
                </a:lnTo>
                <a:lnTo>
                  <a:pt x="31154" y="63846"/>
                </a:lnTo>
                <a:lnTo>
                  <a:pt x="31154" y="66154"/>
                </a:lnTo>
                <a:lnTo>
                  <a:pt x="30769" y="66538"/>
                </a:lnTo>
                <a:lnTo>
                  <a:pt x="30385" y="66923"/>
                </a:lnTo>
                <a:lnTo>
                  <a:pt x="30385" y="70000"/>
                </a:lnTo>
                <a:lnTo>
                  <a:pt x="28462" y="70385"/>
                </a:lnTo>
                <a:lnTo>
                  <a:pt x="28077" y="70000"/>
                </a:lnTo>
                <a:lnTo>
                  <a:pt x="28077" y="64615"/>
                </a:lnTo>
                <a:lnTo>
                  <a:pt x="28462" y="64231"/>
                </a:lnTo>
                <a:lnTo>
                  <a:pt x="28846" y="63846"/>
                </a:lnTo>
                <a:lnTo>
                  <a:pt x="29615" y="60000"/>
                </a:lnTo>
                <a:lnTo>
                  <a:pt x="31923" y="56923"/>
                </a:lnTo>
                <a:lnTo>
                  <a:pt x="31923" y="56154"/>
                </a:lnTo>
                <a:lnTo>
                  <a:pt x="35385" y="52692"/>
                </a:lnTo>
                <a:lnTo>
                  <a:pt x="36154" y="52692"/>
                </a:lnTo>
                <a:lnTo>
                  <a:pt x="37692" y="51154"/>
                </a:lnTo>
                <a:lnTo>
                  <a:pt x="42308" y="48846"/>
                </a:lnTo>
                <a:lnTo>
                  <a:pt x="45000" y="484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193792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49 ans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202936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Âge moyen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21224" y="27889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plus âgés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73568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174736" y="1865376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ECTOR_database_47"/>
          <p:cNvSpPr/>
          <p:nvPr/>
        </p:nvSpPr>
        <p:spPr>
          <a:xfrm>
            <a:off x="8174736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390888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43 k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9400032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moyen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776472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3977640" y="3310128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VECTOR_bag2_48"/>
          <p:cNvSpPr/>
          <p:nvPr/>
        </p:nvSpPr>
        <p:spPr>
          <a:xfrm>
            <a:off x="3977640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193792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127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5202936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moyenne (Spent)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21224" y="42336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la plus faible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973568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8174736" y="3310128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VECTOR_pram_49"/>
          <p:cNvSpPr/>
          <p:nvPr/>
        </p:nvSpPr>
        <p:spPr>
          <a:xfrm>
            <a:off x="8174736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615" y="24615"/>
                </a:moveTo>
                <a:lnTo>
                  <a:pt x="50000" y="24231"/>
                </a:lnTo>
                <a:lnTo>
                  <a:pt x="53846" y="24231"/>
                </a:lnTo>
                <a:lnTo>
                  <a:pt x="54231" y="24615"/>
                </a:lnTo>
                <a:lnTo>
                  <a:pt x="54615" y="25000"/>
                </a:lnTo>
                <a:lnTo>
                  <a:pt x="56923" y="25000"/>
                </a:lnTo>
                <a:lnTo>
                  <a:pt x="64615" y="28846"/>
                </a:lnTo>
                <a:lnTo>
                  <a:pt x="68846" y="33077"/>
                </a:lnTo>
                <a:lnTo>
                  <a:pt x="68846" y="33846"/>
                </a:lnTo>
                <a:lnTo>
                  <a:pt x="71154" y="36923"/>
                </a:lnTo>
                <a:lnTo>
                  <a:pt x="71154" y="37692"/>
                </a:lnTo>
                <a:lnTo>
                  <a:pt x="71154" y="38462"/>
                </a:lnTo>
                <a:lnTo>
                  <a:pt x="72692" y="41538"/>
                </a:lnTo>
                <a:lnTo>
                  <a:pt x="72692" y="45385"/>
                </a:lnTo>
                <a:lnTo>
                  <a:pt x="73077" y="45769"/>
                </a:lnTo>
                <a:lnTo>
                  <a:pt x="73462" y="46154"/>
                </a:lnTo>
                <a:lnTo>
                  <a:pt x="73462" y="46923"/>
                </a:lnTo>
                <a:lnTo>
                  <a:pt x="73462" y="47692"/>
                </a:lnTo>
                <a:lnTo>
                  <a:pt x="73077" y="48077"/>
                </a:lnTo>
                <a:lnTo>
                  <a:pt x="72692" y="48462"/>
                </a:lnTo>
                <a:lnTo>
                  <a:pt x="72692" y="50769"/>
                </a:lnTo>
                <a:lnTo>
                  <a:pt x="72308" y="51154"/>
                </a:lnTo>
                <a:lnTo>
                  <a:pt x="71923" y="51538"/>
                </a:lnTo>
                <a:lnTo>
                  <a:pt x="71923" y="52308"/>
                </a:lnTo>
                <a:lnTo>
                  <a:pt x="71923" y="53077"/>
                </a:lnTo>
                <a:lnTo>
                  <a:pt x="71538" y="53462"/>
                </a:lnTo>
                <a:lnTo>
                  <a:pt x="71154" y="53846"/>
                </a:lnTo>
                <a:lnTo>
                  <a:pt x="71154" y="54615"/>
                </a:lnTo>
                <a:lnTo>
                  <a:pt x="71154" y="55385"/>
                </a:lnTo>
                <a:lnTo>
                  <a:pt x="69615" y="58462"/>
                </a:lnTo>
                <a:lnTo>
                  <a:pt x="65385" y="62692"/>
                </a:lnTo>
                <a:lnTo>
                  <a:pt x="63077" y="63462"/>
                </a:lnTo>
                <a:lnTo>
                  <a:pt x="61538" y="65000"/>
                </a:lnTo>
                <a:lnTo>
                  <a:pt x="60769" y="65000"/>
                </a:lnTo>
                <a:lnTo>
                  <a:pt x="60385" y="65385"/>
                </a:lnTo>
                <a:lnTo>
                  <a:pt x="62308" y="66538"/>
                </a:lnTo>
                <a:lnTo>
                  <a:pt x="63077" y="66538"/>
                </a:lnTo>
                <a:lnTo>
                  <a:pt x="63846" y="66538"/>
                </a:lnTo>
                <a:lnTo>
                  <a:pt x="65385" y="67308"/>
                </a:lnTo>
                <a:lnTo>
                  <a:pt x="68077" y="70000"/>
                </a:lnTo>
                <a:lnTo>
                  <a:pt x="68077" y="75385"/>
                </a:lnTo>
                <a:lnTo>
                  <a:pt x="65385" y="78846"/>
                </a:lnTo>
                <a:lnTo>
                  <a:pt x="63846" y="79615"/>
                </a:lnTo>
                <a:lnTo>
                  <a:pt x="59231" y="79615"/>
                </a:lnTo>
                <a:lnTo>
                  <a:pt x="57692" y="78846"/>
                </a:lnTo>
                <a:lnTo>
                  <a:pt x="55000" y="76154"/>
                </a:lnTo>
                <a:lnTo>
                  <a:pt x="54231" y="72308"/>
                </a:lnTo>
                <a:lnTo>
                  <a:pt x="54615" y="71923"/>
                </a:lnTo>
                <a:lnTo>
                  <a:pt x="55000" y="71538"/>
                </a:lnTo>
                <a:lnTo>
                  <a:pt x="55000" y="70769"/>
                </a:lnTo>
                <a:lnTo>
                  <a:pt x="55000" y="70000"/>
                </a:lnTo>
                <a:lnTo>
                  <a:pt x="55769" y="68462"/>
                </a:lnTo>
                <a:lnTo>
                  <a:pt x="57308" y="66923"/>
                </a:lnTo>
                <a:lnTo>
                  <a:pt x="56923" y="66538"/>
                </a:lnTo>
                <a:lnTo>
                  <a:pt x="40769" y="66538"/>
                </a:lnTo>
                <a:lnTo>
                  <a:pt x="40385" y="66923"/>
                </a:lnTo>
                <a:lnTo>
                  <a:pt x="40385" y="67692"/>
                </a:lnTo>
                <a:lnTo>
                  <a:pt x="41923" y="69231"/>
                </a:lnTo>
                <a:lnTo>
                  <a:pt x="41923" y="70000"/>
                </a:lnTo>
                <a:lnTo>
                  <a:pt x="42308" y="70385"/>
                </a:lnTo>
                <a:lnTo>
                  <a:pt x="42692" y="70769"/>
                </a:lnTo>
                <a:lnTo>
                  <a:pt x="42692" y="76154"/>
                </a:lnTo>
                <a:lnTo>
                  <a:pt x="40000" y="78846"/>
                </a:lnTo>
                <a:lnTo>
                  <a:pt x="38462" y="79615"/>
                </a:lnTo>
                <a:lnTo>
                  <a:pt x="33846" y="79615"/>
                </a:lnTo>
                <a:lnTo>
                  <a:pt x="30385" y="76923"/>
                </a:lnTo>
                <a:lnTo>
                  <a:pt x="29615" y="75385"/>
                </a:lnTo>
                <a:lnTo>
                  <a:pt x="29615" y="70769"/>
                </a:lnTo>
                <a:lnTo>
                  <a:pt x="30385" y="69231"/>
                </a:lnTo>
                <a:lnTo>
                  <a:pt x="32308" y="67308"/>
                </a:lnTo>
                <a:lnTo>
                  <a:pt x="33846" y="66538"/>
                </a:lnTo>
                <a:lnTo>
                  <a:pt x="37692" y="66538"/>
                </a:lnTo>
                <a:lnTo>
                  <a:pt x="38077" y="66154"/>
                </a:lnTo>
                <a:lnTo>
                  <a:pt x="38077" y="65385"/>
                </a:lnTo>
                <a:lnTo>
                  <a:pt x="35385" y="64231"/>
                </a:lnTo>
                <a:lnTo>
                  <a:pt x="33846" y="62692"/>
                </a:lnTo>
                <a:lnTo>
                  <a:pt x="33077" y="62692"/>
                </a:lnTo>
                <a:lnTo>
                  <a:pt x="29615" y="59231"/>
                </a:lnTo>
                <a:lnTo>
                  <a:pt x="27308" y="54615"/>
                </a:lnTo>
                <a:lnTo>
                  <a:pt x="27308" y="53846"/>
                </a:lnTo>
                <a:lnTo>
                  <a:pt x="27308" y="53077"/>
                </a:lnTo>
                <a:lnTo>
                  <a:pt x="26923" y="52692"/>
                </a:lnTo>
                <a:lnTo>
                  <a:pt x="26538" y="52308"/>
                </a:lnTo>
                <a:lnTo>
                  <a:pt x="26538" y="50000"/>
                </a:lnTo>
                <a:lnTo>
                  <a:pt x="26154" y="49615"/>
                </a:lnTo>
                <a:lnTo>
                  <a:pt x="25769" y="49231"/>
                </a:lnTo>
                <a:lnTo>
                  <a:pt x="25769" y="43846"/>
                </a:lnTo>
                <a:lnTo>
                  <a:pt x="25385" y="43462"/>
                </a:lnTo>
                <a:lnTo>
                  <a:pt x="25000" y="43077"/>
                </a:lnTo>
                <a:lnTo>
                  <a:pt x="25000" y="42308"/>
                </a:lnTo>
                <a:lnTo>
                  <a:pt x="25000" y="41538"/>
                </a:lnTo>
                <a:lnTo>
                  <a:pt x="20769" y="39615"/>
                </a:lnTo>
                <a:lnTo>
                  <a:pt x="19615" y="38462"/>
                </a:lnTo>
                <a:lnTo>
                  <a:pt x="20769" y="37308"/>
                </a:lnTo>
                <a:lnTo>
                  <a:pt x="24615" y="38077"/>
                </a:lnTo>
                <a:lnTo>
                  <a:pt x="27308" y="40769"/>
                </a:lnTo>
                <a:lnTo>
                  <a:pt x="27308" y="44615"/>
                </a:lnTo>
                <a:lnTo>
                  <a:pt x="28462" y="45769"/>
                </a:lnTo>
                <a:lnTo>
                  <a:pt x="47692" y="45769"/>
                </a:lnTo>
                <a:lnTo>
                  <a:pt x="48846" y="44615"/>
                </a:lnTo>
                <a:lnTo>
                  <a:pt x="48846" y="25385"/>
                </a:lnTo>
                <a:lnTo>
                  <a:pt x="49231" y="25000"/>
                </a:lnTo>
                <a:lnTo>
                  <a:pt x="49615" y="24615"/>
                </a:lnTo>
                <a:close/>
                <a:moveTo>
                  <a:pt x="52308" y="26538"/>
                </a:moveTo>
                <a:lnTo>
                  <a:pt x="51154" y="27692"/>
                </a:lnTo>
                <a:lnTo>
                  <a:pt x="51154" y="45385"/>
                </a:lnTo>
                <a:lnTo>
                  <a:pt x="51538" y="45769"/>
                </a:lnTo>
                <a:lnTo>
                  <a:pt x="69231" y="45769"/>
                </a:lnTo>
                <a:lnTo>
                  <a:pt x="70000" y="45769"/>
                </a:lnTo>
                <a:lnTo>
                  <a:pt x="70385" y="45385"/>
                </a:lnTo>
                <a:lnTo>
                  <a:pt x="70385" y="41538"/>
                </a:lnTo>
                <a:lnTo>
                  <a:pt x="70000" y="41154"/>
                </a:lnTo>
                <a:lnTo>
                  <a:pt x="69615" y="40769"/>
                </a:lnTo>
                <a:lnTo>
                  <a:pt x="69615" y="40000"/>
                </a:lnTo>
                <a:lnTo>
                  <a:pt x="69615" y="39231"/>
                </a:lnTo>
                <a:lnTo>
                  <a:pt x="68077" y="36154"/>
                </a:lnTo>
                <a:lnTo>
                  <a:pt x="61538" y="29615"/>
                </a:lnTo>
                <a:lnTo>
                  <a:pt x="56923" y="27308"/>
                </a:lnTo>
                <a:lnTo>
                  <a:pt x="53846" y="27308"/>
                </a:lnTo>
                <a:lnTo>
                  <a:pt x="52308" y="26538"/>
                </a:lnTo>
                <a:close/>
                <a:moveTo>
                  <a:pt x="29231" y="48077"/>
                </a:moveTo>
                <a:lnTo>
                  <a:pt x="28846" y="51538"/>
                </a:lnTo>
                <a:lnTo>
                  <a:pt x="29231" y="51923"/>
                </a:lnTo>
                <a:lnTo>
                  <a:pt x="29615" y="52308"/>
                </a:lnTo>
                <a:lnTo>
                  <a:pt x="30385" y="56154"/>
                </a:lnTo>
                <a:lnTo>
                  <a:pt x="31923" y="57692"/>
                </a:lnTo>
                <a:lnTo>
                  <a:pt x="31923" y="58462"/>
                </a:lnTo>
                <a:lnTo>
                  <a:pt x="35385" y="61154"/>
                </a:lnTo>
                <a:lnTo>
                  <a:pt x="41538" y="64231"/>
                </a:lnTo>
                <a:lnTo>
                  <a:pt x="44615" y="64231"/>
                </a:lnTo>
                <a:lnTo>
                  <a:pt x="45000" y="64615"/>
                </a:lnTo>
                <a:lnTo>
                  <a:pt x="45385" y="65000"/>
                </a:lnTo>
                <a:lnTo>
                  <a:pt x="53846" y="65000"/>
                </a:lnTo>
                <a:lnTo>
                  <a:pt x="54231" y="64615"/>
                </a:lnTo>
                <a:lnTo>
                  <a:pt x="54615" y="64231"/>
                </a:lnTo>
                <a:lnTo>
                  <a:pt x="57692" y="64231"/>
                </a:lnTo>
                <a:lnTo>
                  <a:pt x="59231" y="62692"/>
                </a:lnTo>
                <a:lnTo>
                  <a:pt x="64615" y="60385"/>
                </a:lnTo>
                <a:lnTo>
                  <a:pt x="66154" y="58846"/>
                </a:lnTo>
                <a:lnTo>
                  <a:pt x="67308" y="57692"/>
                </a:lnTo>
                <a:lnTo>
                  <a:pt x="68846" y="54615"/>
                </a:lnTo>
                <a:lnTo>
                  <a:pt x="68846" y="53846"/>
                </a:lnTo>
                <a:lnTo>
                  <a:pt x="68846" y="53077"/>
                </a:lnTo>
                <a:lnTo>
                  <a:pt x="70385" y="50000"/>
                </a:lnTo>
                <a:lnTo>
                  <a:pt x="70000" y="48077"/>
                </a:lnTo>
                <a:lnTo>
                  <a:pt x="50769" y="48077"/>
                </a:lnTo>
                <a:lnTo>
                  <a:pt x="49231" y="50385"/>
                </a:lnTo>
                <a:lnTo>
                  <a:pt x="47692" y="48077"/>
                </a:lnTo>
                <a:lnTo>
                  <a:pt x="29231" y="48077"/>
                </a:lnTo>
                <a:close/>
                <a:moveTo>
                  <a:pt x="36154" y="68077"/>
                </a:moveTo>
                <a:lnTo>
                  <a:pt x="34615" y="68846"/>
                </a:lnTo>
                <a:lnTo>
                  <a:pt x="31923" y="71538"/>
                </a:lnTo>
                <a:lnTo>
                  <a:pt x="31923" y="74615"/>
                </a:lnTo>
                <a:lnTo>
                  <a:pt x="33077" y="76538"/>
                </a:lnTo>
                <a:lnTo>
                  <a:pt x="34615" y="77308"/>
                </a:lnTo>
                <a:lnTo>
                  <a:pt x="36923" y="77308"/>
                </a:lnTo>
                <a:lnTo>
                  <a:pt x="37692" y="77308"/>
                </a:lnTo>
                <a:lnTo>
                  <a:pt x="38462" y="77308"/>
                </a:lnTo>
                <a:lnTo>
                  <a:pt x="40385" y="75385"/>
                </a:lnTo>
                <a:lnTo>
                  <a:pt x="41154" y="73077"/>
                </a:lnTo>
                <a:lnTo>
                  <a:pt x="40769" y="72692"/>
                </a:lnTo>
                <a:lnTo>
                  <a:pt x="40385" y="72308"/>
                </a:lnTo>
                <a:lnTo>
                  <a:pt x="40385" y="71538"/>
                </a:lnTo>
                <a:lnTo>
                  <a:pt x="40385" y="70769"/>
                </a:lnTo>
                <a:lnTo>
                  <a:pt x="38462" y="68846"/>
                </a:lnTo>
                <a:lnTo>
                  <a:pt x="37692" y="68846"/>
                </a:lnTo>
                <a:lnTo>
                  <a:pt x="36923" y="68846"/>
                </a:lnTo>
                <a:lnTo>
                  <a:pt x="36538" y="68462"/>
                </a:lnTo>
                <a:lnTo>
                  <a:pt x="36154" y="68077"/>
                </a:lnTo>
                <a:close/>
                <a:moveTo>
                  <a:pt x="61538" y="68077"/>
                </a:moveTo>
                <a:lnTo>
                  <a:pt x="61154" y="68462"/>
                </a:lnTo>
                <a:lnTo>
                  <a:pt x="60769" y="68846"/>
                </a:lnTo>
                <a:lnTo>
                  <a:pt x="60000" y="68846"/>
                </a:lnTo>
                <a:lnTo>
                  <a:pt x="59231" y="68846"/>
                </a:lnTo>
                <a:lnTo>
                  <a:pt x="57308" y="70769"/>
                </a:lnTo>
                <a:lnTo>
                  <a:pt x="57308" y="74615"/>
                </a:lnTo>
                <a:lnTo>
                  <a:pt x="58077" y="76154"/>
                </a:lnTo>
                <a:lnTo>
                  <a:pt x="60000" y="77308"/>
                </a:lnTo>
                <a:lnTo>
                  <a:pt x="60769" y="77308"/>
                </a:lnTo>
                <a:lnTo>
                  <a:pt x="61538" y="77308"/>
                </a:lnTo>
                <a:lnTo>
                  <a:pt x="62308" y="77308"/>
                </a:lnTo>
                <a:lnTo>
                  <a:pt x="63077" y="77308"/>
                </a:lnTo>
                <a:lnTo>
                  <a:pt x="65769" y="74615"/>
                </a:lnTo>
                <a:lnTo>
                  <a:pt x="65769" y="71538"/>
                </a:lnTo>
                <a:lnTo>
                  <a:pt x="65000" y="70000"/>
                </a:lnTo>
                <a:lnTo>
                  <a:pt x="61538" y="68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9390888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9400032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Parents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776472" y="4617720"/>
            <a:ext cx="3904488" cy="169164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3922776" y="4818888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 flipV="1">
            <a:off x="410565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437997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4178808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4581144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178808" y="5532120"/>
            <a:ext cx="402336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4315968" y="5321808"/>
            <a:ext cx="128016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4946904" y="48280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 du foyer</a:t>
            </a:r>
            <a:endParaRPr lang="en-US" sz="2100" dirty="0"/>
          </a:p>
        </p:txBody>
      </p:sp>
      <p:sp>
        <p:nvSpPr>
          <p:cNvPr id="43" name="Text 40"/>
          <p:cNvSpPr/>
          <p:nvPr/>
        </p:nvSpPr>
        <p:spPr>
          <a:xfrm>
            <a:off x="4946904" y="5340096"/>
            <a:ext cx="2496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Souvent un adolescent 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un jeune enfant.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Foyers de 2 à 5 personnes.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790688" y="4617720"/>
            <a:ext cx="4123944" cy="1691640"/>
          </a:xfrm>
          <a:prstGeom prst="roundRect">
            <a:avLst>
              <a:gd name="adj" fmla="val 756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7882128" y="4800600"/>
            <a:ext cx="1005840" cy="10058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VECTOR_target2_50"/>
          <p:cNvSpPr/>
          <p:nvPr/>
        </p:nvSpPr>
        <p:spPr>
          <a:xfrm>
            <a:off x="7882128" y="4800600"/>
            <a:ext cx="1005840" cy="10058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71875" y="19643"/>
                </a:moveTo>
                <a:lnTo>
                  <a:pt x="72321" y="19196"/>
                </a:lnTo>
                <a:lnTo>
                  <a:pt x="72768" y="19643"/>
                </a:lnTo>
                <a:lnTo>
                  <a:pt x="72768" y="24107"/>
                </a:lnTo>
                <a:lnTo>
                  <a:pt x="73214" y="24554"/>
                </a:lnTo>
                <a:lnTo>
                  <a:pt x="73661" y="25000"/>
                </a:lnTo>
                <a:lnTo>
                  <a:pt x="73661" y="25893"/>
                </a:lnTo>
                <a:lnTo>
                  <a:pt x="73661" y="26786"/>
                </a:lnTo>
                <a:lnTo>
                  <a:pt x="75000" y="28125"/>
                </a:lnTo>
                <a:lnTo>
                  <a:pt x="80357" y="28125"/>
                </a:lnTo>
                <a:lnTo>
                  <a:pt x="80804" y="28571"/>
                </a:lnTo>
                <a:lnTo>
                  <a:pt x="72321" y="37054"/>
                </a:lnTo>
                <a:lnTo>
                  <a:pt x="71875" y="36607"/>
                </a:lnTo>
                <a:lnTo>
                  <a:pt x="71429" y="36161"/>
                </a:lnTo>
                <a:lnTo>
                  <a:pt x="68750" y="36161"/>
                </a:lnTo>
                <a:lnTo>
                  <a:pt x="66964" y="35268"/>
                </a:lnTo>
                <a:lnTo>
                  <a:pt x="57589" y="44643"/>
                </a:lnTo>
                <a:lnTo>
                  <a:pt x="54464" y="48661"/>
                </a:lnTo>
                <a:lnTo>
                  <a:pt x="52679" y="49554"/>
                </a:lnTo>
                <a:lnTo>
                  <a:pt x="51339" y="48214"/>
                </a:lnTo>
                <a:lnTo>
                  <a:pt x="64732" y="34821"/>
                </a:lnTo>
                <a:lnTo>
                  <a:pt x="64732" y="26786"/>
                </a:lnTo>
                <a:lnTo>
                  <a:pt x="71875" y="19643"/>
                </a:lnTo>
                <a:close/>
                <a:moveTo>
                  <a:pt x="70536" y="23661"/>
                </a:moveTo>
                <a:lnTo>
                  <a:pt x="66518" y="27679"/>
                </a:lnTo>
                <a:lnTo>
                  <a:pt x="66518" y="33036"/>
                </a:lnTo>
                <a:lnTo>
                  <a:pt x="67857" y="34375"/>
                </a:lnTo>
                <a:lnTo>
                  <a:pt x="72321" y="34375"/>
                </a:lnTo>
                <a:lnTo>
                  <a:pt x="75000" y="31696"/>
                </a:lnTo>
                <a:lnTo>
                  <a:pt x="75893" y="31696"/>
                </a:lnTo>
                <a:lnTo>
                  <a:pt x="76339" y="31250"/>
                </a:lnTo>
                <a:lnTo>
                  <a:pt x="76339" y="30357"/>
                </a:lnTo>
                <a:lnTo>
                  <a:pt x="76339" y="29464"/>
                </a:lnTo>
                <a:lnTo>
                  <a:pt x="72321" y="29018"/>
                </a:lnTo>
                <a:lnTo>
                  <a:pt x="71875" y="28571"/>
                </a:lnTo>
                <a:lnTo>
                  <a:pt x="71875" y="24107"/>
                </a:lnTo>
                <a:lnTo>
                  <a:pt x="71429" y="23661"/>
                </a:lnTo>
                <a:lnTo>
                  <a:pt x="70536" y="23661"/>
                </a:lnTo>
                <a:close/>
                <a:moveTo>
                  <a:pt x="45982" y="27679"/>
                </a:moveTo>
                <a:lnTo>
                  <a:pt x="46429" y="27232"/>
                </a:lnTo>
                <a:lnTo>
                  <a:pt x="51786" y="27232"/>
                </a:lnTo>
                <a:lnTo>
                  <a:pt x="52232" y="27679"/>
                </a:lnTo>
                <a:lnTo>
                  <a:pt x="52679" y="28125"/>
                </a:lnTo>
                <a:lnTo>
                  <a:pt x="55357" y="28125"/>
                </a:lnTo>
                <a:lnTo>
                  <a:pt x="55804" y="28571"/>
                </a:lnTo>
                <a:lnTo>
                  <a:pt x="56250" y="29018"/>
                </a:lnTo>
                <a:lnTo>
                  <a:pt x="57143" y="29018"/>
                </a:lnTo>
                <a:lnTo>
                  <a:pt x="58036" y="29018"/>
                </a:lnTo>
                <a:lnTo>
                  <a:pt x="59821" y="29911"/>
                </a:lnTo>
                <a:lnTo>
                  <a:pt x="60268" y="30357"/>
                </a:lnTo>
                <a:lnTo>
                  <a:pt x="60268" y="31250"/>
                </a:lnTo>
                <a:lnTo>
                  <a:pt x="59821" y="31696"/>
                </a:lnTo>
                <a:lnTo>
                  <a:pt x="58929" y="31696"/>
                </a:lnTo>
                <a:lnTo>
                  <a:pt x="56250" y="29911"/>
                </a:lnTo>
                <a:lnTo>
                  <a:pt x="52679" y="29911"/>
                </a:lnTo>
                <a:lnTo>
                  <a:pt x="52232" y="29464"/>
                </a:lnTo>
                <a:lnTo>
                  <a:pt x="51786" y="29018"/>
                </a:lnTo>
                <a:lnTo>
                  <a:pt x="47321" y="29018"/>
                </a:lnTo>
                <a:lnTo>
                  <a:pt x="46875" y="29464"/>
                </a:lnTo>
                <a:lnTo>
                  <a:pt x="46429" y="29911"/>
                </a:lnTo>
                <a:lnTo>
                  <a:pt x="43750" y="29911"/>
                </a:lnTo>
                <a:lnTo>
                  <a:pt x="43304" y="30357"/>
                </a:lnTo>
                <a:lnTo>
                  <a:pt x="42857" y="30804"/>
                </a:lnTo>
                <a:lnTo>
                  <a:pt x="41964" y="30804"/>
                </a:lnTo>
                <a:lnTo>
                  <a:pt x="41071" y="30804"/>
                </a:lnTo>
                <a:lnTo>
                  <a:pt x="37500" y="32589"/>
                </a:lnTo>
                <a:lnTo>
                  <a:pt x="30804" y="39286"/>
                </a:lnTo>
                <a:lnTo>
                  <a:pt x="29018" y="42857"/>
                </a:lnTo>
                <a:lnTo>
                  <a:pt x="29018" y="43750"/>
                </a:lnTo>
                <a:lnTo>
                  <a:pt x="29018" y="44643"/>
                </a:lnTo>
                <a:lnTo>
                  <a:pt x="28571" y="45089"/>
                </a:lnTo>
                <a:lnTo>
                  <a:pt x="28125" y="45536"/>
                </a:lnTo>
                <a:lnTo>
                  <a:pt x="28125" y="54464"/>
                </a:lnTo>
                <a:lnTo>
                  <a:pt x="28571" y="54911"/>
                </a:lnTo>
                <a:lnTo>
                  <a:pt x="29018" y="55357"/>
                </a:lnTo>
                <a:lnTo>
                  <a:pt x="29018" y="58036"/>
                </a:lnTo>
                <a:lnTo>
                  <a:pt x="31696" y="63393"/>
                </a:lnTo>
                <a:lnTo>
                  <a:pt x="37500" y="69196"/>
                </a:lnTo>
                <a:lnTo>
                  <a:pt x="44643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7143" y="71875"/>
                </a:lnTo>
                <a:lnTo>
                  <a:pt x="62500" y="69196"/>
                </a:lnTo>
                <a:lnTo>
                  <a:pt x="67411" y="64286"/>
                </a:lnTo>
                <a:lnTo>
                  <a:pt x="67411" y="63393"/>
                </a:lnTo>
                <a:lnTo>
                  <a:pt x="70089" y="59821"/>
                </a:lnTo>
                <a:lnTo>
                  <a:pt x="70089" y="58929"/>
                </a:lnTo>
                <a:lnTo>
                  <a:pt x="70089" y="58036"/>
                </a:lnTo>
                <a:lnTo>
                  <a:pt x="71875" y="54464"/>
                </a:lnTo>
                <a:lnTo>
                  <a:pt x="71875" y="50000"/>
                </a:lnTo>
                <a:lnTo>
                  <a:pt x="71429" y="49554"/>
                </a:lnTo>
                <a:lnTo>
                  <a:pt x="70982" y="49107"/>
                </a:lnTo>
                <a:lnTo>
                  <a:pt x="70982" y="45536"/>
                </a:lnTo>
                <a:lnTo>
                  <a:pt x="68304" y="41071"/>
                </a:lnTo>
                <a:lnTo>
                  <a:pt x="69643" y="39732"/>
                </a:lnTo>
                <a:lnTo>
                  <a:pt x="71875" y="41964"/>
                </a:lnTo>
                <a:lnTo>
                  <a:pt x="71875" y="42857"/>
                </a:lnTo>
                <a:lnTo>
                  <a:pt x="71875" y="43750"/>
                </a:lnTo>
                <a:lnTo>
                  <a:pt x="72321" y="44196"/>
                </a:lnTo>
                <a:lnTo>
                  <a:pt x="72768" y="44643"/>
                </a:lnTo>
                <a:lnTo>
                  <a:pt x="72768" y="47321"/>
                </a:lnTo>
                <a:lnTo>
                  <a:pt x="73214" y="47768"/>
                </a:lnTo>
                <a:lnTo>
                  <a:pt x="73661" y="48214"/>
                </a:lnTo>
                <a:lnTo>
                  <a:pt x="73661" y="54464"/>
                </a:lnTo>
                <a:lnTo>
                  <a:pt x="73214" y="54911"/>
                </a:lnTo>
                <a:lnTo>
                  <a:pt x="72768" y="55357"/>
                </a:lnTo>
                <a:lnTo>
                  <a:pt x="72768" y="58036"/>
                </a:lnTo>
                <a:lnTo>
                  <a:pt x="72321" y="58482"/>
                </a:lnTo>
                <a:lnTo>
                  <a:pt x="71875" y="58929"/>
                </a:lnTo>
                <a:lnTo>
                  <a:pt x="71875" y="59821"/>
                </a:lnTo>
                <a:lnTo>
                  <a:pt x="71875" y="60714"/>
                </a:lnTo>
                <a:lnTo>
                  <a:pt x="69196" y="64286"/>
                </a:lnTo>
                <a:lnTo>
                  <a:pt x="69196" y="65179"/>
                </a:lnTo>
                <a:lnTo>
                  <a:pt x="64286" y="70089"/>
                </a:lnTo>
                <a:lnTo>
                  <a:pt x="63393" y="70089"/>
                </a:lnTo>
                <a:lnTo>
                  <a:pt x="61607" y="71875"/>
                </a:lnTo>
                <a:lnTo>
                  <a:pt x="58036" y="73661"/>
                </a:lnTo>
                <a:lnTo>
                  <a:pt x="57143" y="73661"/>
                </a:lnTo>
                <a:lnTo>
                  <a:pt x="56250" y="73661"/>
                </a:lnTo>
                <a:lnTo>
                  <a:pt x="55804" y="74107"/>
                </a:lnTo>
                <a:lnTo>
                  <a:pt x="55357" y="74554"/>
                </a:lnTo>
                <a:lnTo>
                  <a:pt x="44643" y="74554"/>
                </a:lnTo>
                <a:lnTo>
                  <a:pt x="44196" y="74107"/>
                </a:lnTo>
                <a:lnTo>
                  <a:pt x="43750" y="73661"/>
                </a:lnTo>
                <a:lnTo>
                  <a:pt x="39286" y="72768"/>
                </a:lnTo>
                <a:lnTo>
                  <a:pt x="37500" y="70982"/>
                </a:lnTo>
                <a:lnTo>
                  <a:pt x="33929" y="69196"/>
                </a:lnTo>
                <a:lnTo>
                  <a:pt x="29018" y="63393"/>
                </a:lnTo>
                <a:lnTo>
                  <a:pt x="27232" y="59821"/>
                </a:lnTo>
                <a:lnTo>
                  <a:pt x="27232" y="57143"/>
                </a:lnTo>
                <a:lnTo>
                  <a:pt x="26786" y="56696"/>
                </a:lnTo>
                <a:lnTo>
                  <a:pt x="26339" y="56250"/>
                </a:lnTo>
                <a:lnTo>
                  <a:pt x="26339" y="44643"/>
                </a:lnTo>
                <a:lnTo>
                  <a:pt x="26786" y="44196"/>
                </a:lnTo>
                <a:lnTo>
                  <a:pt x="27232" y="43750"/>
                </a:lnTo>
                <a:lnTo>
                  <a:pt x="27232" y="42857"/>
                </a:lnTo>
                <a:lnTo>
                  <a:pt x="27232" y="41964"/>
                </a:lnTo>
                <a:lnTo>
                  <a:pt x="29018" y="38393"/>
                </a:lnTo>
                <a:lnTo>
                  <a:pt x="30804" y="36607"/>
                </a:lnTo>
                <a:lnTo>
                  <a:pt x="30804" y="35714"/>
                </a:lnTo>
                <a:lnTo>
                  <a:pt x="34821" y="31696"/>
                </a:lnTo>
                <a:lnTo>
                  <a:pt x="41964" y="28125"/>
                </a:lnTo>
                <a:lnTo>
                  <a:pt x="45982" y="27679"/>
                </a:lnTo>
                <a:close/>
                <a:moveTo>
                  <a:pt x="45089" y="37500"/>
                </a:moveTo>
                <a:lnTo>
                  <a:pt x="45536" y="37054"/>
                </a:lnTo>
                <a:lnTo>
                  <a:pt x="52679" y="37054"/>
                </a:lnTo>
                <a:lnTo>
                  <a:pt x="54464" y="37946"/>
                </a:lnTo>
                <a:lnTo>
                  <a:pt x="54911" y="38393"/>
                </a:lnTo>
                <a:lnTo>
                  <a:pt x="54911" y="39286"/>
                </a:lnTo>
                <a:lnTo>
                  <a:pt x="51786" y="39732"/>
                </a:lnTo>
                <a:lnTo>
                  <a:pt x="51339" y="39286"/>
                </a:lnTo>
                <a:lnTo>
                  <a:pt x="50893" y="38839"/>
                </a:lnTo>
                <a:lnTo>
                  <a:pt x="45536" y="38839"/>
                </a:lnTo>
                <a:lnTo>
                  <a:pt x="43750" y="39732"/>
                </a:lnTo>
                <a:lnTo>
                  <a:pt x="38839" y="44643"/>
                </a:lnTo>
                <a:lnTo>
                  <a:pt x="37946" y="46429"/>
                </a:lnTo>
                <a:lnTo>
                  <a:pt x="37946" y="49107"/>
                </a:lnTo>
                <a:lnTo>
                  <a:pt x="37054" y="50893"/>
                </a:lnTo>
                <a:lnTo>
                  <a:pt x="37500" y="51339"/>
                </a:lnTo>
                <a:lnTo>
                  <a:pt x="37946" y="51786"/>
                </a:lnTo>
                <a:lnTo>
                  <a:pt x="37946" y="54464"/>
                </a:lnTo>
                <a:lnTo>
                  <a:pt x="38393" y="54911"/>
                </a:lnTo>
                <a:lnTo>
                  <a:pt x="38839" y="55357"/>
                </a:lnTo>
                <a:lnTo>
                  <a:pt x="38839" y="56250"/>
                </a:lnTo>
                <a:lnTo>
                  <a:pt x="38839" y="57143"/>
                </a:lnTo>
                <a:lnTo>
                  <a:pt x="44643" y="62946"/>
                </a:lnTo>
                <a:lnTo>
                  <a:pt x="45536" y="62946"/>
                </a:lnTo>
                <a:lnTo>
                  <a:pt x="46429" y="62946"/>
                </a:lnTo>
                <a:lnTo>
                  <a:pt x="46875" y="63393"/>
                </a:lnTo>
                <a:lnTo>
                  <a:pt x="47321" y="63839"/>
                </a:lnTo>
                <a:lnTo>
                  <a:pt x="51786" y="63839"/>
                </a:lnTo>
                <a:lnTo>
                  <a:pt x="52232" y="63393"/>
                </a:lnTo>
                <a:lnTo>
                  <a:pt x="52679" y="62946"/>
                </a:lnTo>
                <a:lnTo>
                  <a:pt x="53571" y="62946"/>
                </a:lnTo>
                <a:lnTo>
                  <a:pt x="54464" y="62946"/>
                </a:lnTo>
                <a:lnTo>
                  <a:pt x="56250" y="62054"/>
                </a:lnTo>
                <a:lnTo>
                  <a:pt x="60268" y="58036"/>
                </a:lnTo>
                <a:lnTo>
                  <a:pt x="62054" y="54464"/>
                </a:lnTo>
                <a:lnTo>
                  <a:pt x="62054" y="50000"/>
                </a:lnTo>
                <a:lnTo>
                  <a:pt x="61161" y="48214"/>
                </a:lnTo>
                <a:lnTo>
                  <a:pt x="61161" y="47321"/>
                </a:lnTo>
                <a:lnTo>
                  <a:pt x="61161" y="46429"/>
                </a:lnTo>
                <a:lnTo>
                  <a:pt x="62500" y="45089"/>
                </a:lnTo>
                <a:lnTo>
                  <a:pt x="63839" y="47321"/>
                </a:lnTo>
                <a:lnTo>
                  <a:pt x="63839" y="55357"/>
                </a:lnTo>
                <a:lnTo>
                  <a:pt x="62054" y="58929"/>
                </a:lnTo>
                <a:lnTo>
                  <a:pt x="58036" y="62946"/>
                </a:lnTo>
                <a:lnTo>
                  <a:pt x="54464" y="64732"/>
                </a:lnTo>
                <a:lnTo>
                  <a:pt x="48214" y="65625"/>
                </a:lnTo>
                <a:lnTo>
                  <a:pt x="47768" y="65179"/>
                </a:lnTo>
                <a:lnTo>
                  <a:pt x="47321" y="64732"/>
                </a:lnTo>
                <a:lnTo>
                  <a:pt x="42857" y="63839"/>
                </a:lnTo>
                <a:lnTo>
                  <a:pt x="41071" y="62054"/>
                </a:lnTo>
                <a:lnTo>
                  <a:pt x="40179" y="62054"/>
                </a:lnTo>
                <a:lnTo>
                  <a:pt x="37946" y="59821"/>
                </a:lnTo>
                <a:lnTo>
                  <a:pt x="35268" y="54464"/>
                </a:lnTo>
                <a:lnTo>
                  <a:pt x="35268" y="48214"/>
                </a:lnTo>
                <a:lnTo>
                  <a:pt x="35714" y="47768"/>
                </a:lnTo>
                <a:lnTo>
                  <a:pt x="36161" y="47321"/>
                </a:lnTo>
                <a:lnTo>
                  <a:pt x="36161" y="46429"/>
                </a:lnTo>
                <a:lnTo>
                  <a:pt x="36161" y="45536"/>
                </a:lnTo>
                <a:lnTo>
                  <a:pt x="37946" y="41964"/>
                </a:lnTo>
                <a:lnTo>
                  <a:pt x="40179" y="39732"/>
                </a:lnTo>
                <a:lnTo>
                  <a:pt x="45089" y="37500"/>
                </a:lnTo>
                <a:close/>
                <a:moveTo>
                  <a:pt x="47768" y="45536"/>
                </a:moveTo>
                <a:lnTo>
                  <a:pt x="48214" y="45089"/>
                </a:lnTo>
                <a:lnTo>
                  <a:pt x="50446" y="45536"/>
                </a:lnTo>
                <a:lnTo>
                  <a:pt x="45982" y="50000"/>
                </a:lnTo>
                <a:lnTo>
                  <a:pt x="45982" y="50893"/>
                </a:lnTo>
                <a:lnTo>
                  <a:pt x="49107" y="54018"/>
                </a:lnTo>
                <a:lnTo>
                  <a:pt x="50000" y="54018"/>
                </a:lnTo>
                <a:lnTo>
                  <a:pt x="50893" y="54018"/>
                </a:lnTo>
                <a:lnTo>
                  <a:pt x="54464" y="50446"/>
                </a:lnTo>
                <a:lnTo>
                  <a:pt x="54911" y="50893"/>
                </a:lnTo>
                <a:lnTo>
                  <a:pt x="54911" y="51786"/>
                </a:lnTo>
                <a:lnTo>
                  <a:pt x="54911" y="52679"/>
                </a:lnTo>
                <a:lnTo>
                  <a:pt x="54911" y="53571"/>
                </a:lnTo>
                <a:lnTo>
                  <a:pt x="52679" y="55804"/>
                </a:lnTo>
                <a:lnTo>
                  <a:pt x="51786" y="55804"/>
                </a:lnTo>
                <a:lnTo>
                  <a:pt x="50893" y="55804"/>
                </a:lnTo>
                <a:lnTo>
                  <a:pt x="50446" y="56250"/>
                </a:lnTo>
                <a:lnTo>
                  <a:pt x="50000" y="56696"/>
                </a:lnTo>
                <a:lnTo>
                  <a:pt x="49554" y="56250"/>
                </a:lnTo>
                <a:lnTo>
                  <a:pt x="49107" y="55804"/>
                </a:lnTo>
                <a:lnTo>
                  <a:pt x="48214" y="55804"/>
                </a:lnTo>
                <a:lnTo>
                  <a:pt x="47321" y="55804"/>
                </a:lnTo>
                <a:lnTo>
                  <a:pt x="44196" y="52679"/>
                </a:lnTo>
                <a:lnTo>
                  <a:pt x="44196" y="49107"/>
                </a:lnTo>
                <a:lnTo>
                  <a:pt x="45089" y="47321"/>
                </a:lnTo>
                <a:lnTo>
                  <a:pt x="47768" y="45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9208008" y="4846320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Réponse aux campagnes</a:t>
            </a:r>
            <a:endParaRPr lang="en-US" sz="1640" dirty="0"/>
          </a:p>
        </p:txBody>
      </p:sp>
      <p:sp>
        <p:nvSpPr>
          <p:cNvPr id="48" name="Text 45"/>
          <p:cNvSpPr/>
          <p:nvPr/>
        </p:nvSpPr>
        <p:spPr>
          <a:xfrm>
            <a:off x="9208008" y="5340096"/>
            <a:ext cx="2514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6 % de réponses à la dernière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campagne marketing, soit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taux le plus faible.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637" y="201168"/>
            <a:ext cx="1197973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12. CLUSTER 2 </a:t>
            </a:r>
            <a:r>
              <a:rPr lang="en-US" sz="34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3200" dirty="0">
                <a:latin typeface="Aptos" pitchFamily="34" charset="0"/>
                <a:ea typeface="Segoe UI" pitchFamily="34" charset="-122"/>
                <a:cs typeface="Segoe UI" pitchFamily="34" charset="-120"/>
              </a:rPr>
              <a:t>Foyers avec enfants et dépenses intermédiaires</a:t>
            </a:r>
            <a:endParaRPr lang="en-US" sz="3400" dirty="0">
              <a:latin typeface="Aptos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07592"/>
            <a:ext cx="11228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Ce </a:t>
            </a:r>
            <a:r>
              <a:rPr lang="en-US" sz="150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segment combine revenu intermédiaire, </a:t>
            </a: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forte activité web et record d’achats en promotion.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Montants : unités du jeu de données · Âges en 2014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Projet de groupe ENSEA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865376"/>
            <a:ext cx="2715768" cy="271576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VECTOR_hero_family_51"/>
          <p:cNvSpPr/>
          <p:nvPr/>
        </p:nvSpPr>
        <p:spPr>
          <a:xfrm>
            <a:off x="457200" y="1865376"/>
            <a:ext cx="2715768" cy="27157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28668" y="25815"/>
                </a:moveTo>
                <a:lnTo>
                  <a:pt x="28804" y="25679"/>
                </a:lnTo>
                <a:lnTo>
                  <a:pt x="32065" y="25679"/>
                </a:lnTo>
                <a:lnTo>
                  <a:pt x="32880" y="26223"/>
                </a:lnTo>
                <a:lnTo>
                  <a:pt x="33152" y="26223"/>
                </a:lnTo>
                <a:lnTo>
                  <a:pt x="33424" y="26223"/>
                </a:lnTo>
                <a:lnTo>
                  <a:pt x="33967" y="26495"/>
                </a:lnTo>
                <a:lnTo>
                  <a:pt x="36005" y="28533"/>
                </a:lnTo>
                <a:lnTo>
                  <a:pt x="36821" y="30163"/>
                </a:lnTo>
                <a:lnTo>
                  <a:pt x="37092" y="32609"/>
                </a:lnTo>
                <a:lnTo>
                  <a:pt x="36957" y="32745"/>
                </a:lnTo>
                <a:lnTo>
                  <a:pt x="36821" y="32880"/>
                </a:lnTo>
                <a:lnTo>
                  <a:pt x="36821" y="33696"/>
                </a:lnTo>
                <a:lnTo>
                  <a:pt x="36685" y="33832"/>
                </a:lnTo>
                <a:lnTo>
                  <a:pt x="36549" y="33967"/>
                </a:lnTo>
                <a:lnTo>
                  <a:pt x="36549" y="34239"/>
                </a:lnTo>
                <a:lnTo>
                  <a:pt x="36549" y="34511"/>
                </a:lnTo>
                <a:lnTo>
                  <a:pt x="36277" y="35054"/>
                </a:lnTo>
                <a:lnTo>
                  <a:pt x="35734" y="35598"/>
                </a:lnTo>
                <a:lnTo>
                  <a:pt x="35734" y="35870"/>
                </a:lnTo>
                <a:lnTo>
                  <a:pt x="34511" y="37092"/>
                </a:lnTo>
                <a:lnTo>
                  <a:pt x="34239" y="37092"/>
                </a:lnTo>
                <a:lnTo>
                  <a:pt x="33152" y="37908"/>
                </a:lnTo>
                <a:lnTo>
                  <a:pt x="32880" y="37908"/>
                </a:lnTo>
                <a:lnTo>
                  <a:pt x="32609" y="37908"/>
                </a:lnTo>
                <a:lnTo>
                  <a:pt x="32065" y="38179"/>
                </a:lnTo>
                <a:lnTo>
                  <a:pt x="31522" y="38451"/>
                </a:lnTo>
                <a:lnTo>
                  <a:pt x="29348" y="38451"/>
                </a:lnTo>
                <a:lnTo>
                  <a:pt x="29212" y="38315"/>
                </a:lnTo>
                <a:lnTo>
                  <a:pt x="29076" y="38179"/>
                </a:lnTo>
                <a:lnTo>
                  <a:pt x="28261" y="38179"/>
                </a:lnTo>
                <a:lnTo>
                  <a:pt x="26630" y="37364"/>
                </a:lnTo>
                <a:lnTo>
                  <a:pt x="24592" y="35326"/>
                </a:lnTo>
                <a:lnTo>
                  <a:pt x="24049" y="34239"/>
                </a:lnTo>
                <a:lnTo>
                  <a:pt x="24049" y="33967"/>
                </a:lnTo>
                <a:lnTo>
                  <a:pt x="24049" y="33696"/>
                </a:lnTo>
                <a:lnTo>
                  <a:pt x="23913" y="33560"/>
                </a:lnTo>
                <a:lnTo>
                  <a:pt x="23777" y="33424"/>
                </a:lnTo>
                <a:lnTo>
                  <a:pt x="23777" y="30707"/>
                </a:lnTo>
                <a:lnTo>
                  <a:pt x="23913" y="30571"/>
                </a:lnTo>
                <a:lnTo>
                  <a:pt x="24049" y="30435"/>
                </a:lnTo>
                <a:lnTo>
                  <a:pt x="24321" y="29076"/>
                </a:lnTo>
                <a:lnTo>
                  <a:pt x="24864" y="28533"/>
                </a:lnTo>
                <a:lnTo>
                  <a:pt x="24864" y="28261"/>
                </a:lnTo>
                <a:lnTo>
                  <a:pt x="26359" y="26766"/>
                </a:lnTo>
                <a:lnTo>
                  <a:pt x="27989" y="25951"/>
                </a:lnTo>
                <a:lnTo>
                  <a:pt x="28668" y="25815"/>
                </a:lnTo>
                <a:close/>
                <a:moveTo>
                  <a:pt x="67255" y="25815"/>
                </a:moveTo>
                <a:lnTo>
                  <a:pt x="67391" y="25679"/>
                </a:lnTo>
                <a:lnTo>
                  <a:pt x="70109" y="25679"/>
                </a:lnTo>
                <a:lnTo>
                  <a:pt x="70245" y="25815"/>
                </a:lnTo>
                <a:lnTo>
                  <a:pt x="70380" y="25951"/>
                </a:lnTo>
                <a:lnTo>
                  <a:pt x="71196" y="25951"/>
                </a:lnTo>
                <a:lnTo>
                  <a:pt x="72826" y="26766"/>
                </a:lnTo>
                <a:lnTo>
                  <a:pt x="74592" y="28533"/>
                </a:lnTo>
                <a:lnTo>
                  <a:pt x="75679" y="30707"/>
                </a:lnTo>
                <a:lnTo>
                  <a:pt x="75679" y="31522"/>
                </a:lnTo>
                <a:lnTo>
                  <a:pt x="75815" y="31658"/>
                </a:lnTo>
                <a:lnTo>
                  <a:pt x="75951" y="31793"/>
                </a:lnTo>
                <a:lnTo>
                  <a:pt x="75951" y="34239"/>
                </a:lnTo>
                <a:lnTo>
                  <a:pt x="76087" y="34375"/>
                </a:lnTo>
                <a:lnTo>
                  <a:pt x="76223" y="34511"/>
                </a:lnTo>
                <a:lnTo>
                  <a:pt x="76223" y="35326"/>
                </a:lnTo>
                <a:lnTo>
                  <a:pt x="76359" y="35462"/>
                </a:lnTo>
                <a:lnTo>
                  <a:pt x="76495" y="35598"/>
                </a:lnTo>
                <a:lnTo>
                  <a:pt x="76495" y="35870"/>
                </a:lnTo>
                <a:lnTo>
                  <a:pt x="76495" y="36141"/>
                </a:lnTo>
                <a:lnTo>
                  <a:pt x="77310" y="37772"/>
                </a:lnTo>
                <a:lnTo>
                  <a:pt x="78397" y="38859"/>
                </a:lnTo>
                <a:lnTo>
                  <a:pt x="77989" y="39810"/>
                </a:lnTo>
                <a:lnTo>
                  <a:pt x="77446" y="40082"/>
                </a:lnTo>
                <a:lnTo>
                  <a:pt x="76630" y="40082"/>
                </a:lnTo>
                <a:lnTo>
                  <a:pt x="76495" y="39402"/>
                </a:lnTo>
                <a:lnTo>
                  <a:pt x="76766" y="38859"/>
                </a:lnTo>
                <a:lnTo>
                  <a:pt x="75679" y="37500"/>
                </a:lnTo>
                <a:lnTo>
                  <a:pt x="75136" y="36141"/>
                </a:lnTo>
                <a:lnTo>
                  <a:pt x="75000" y="36005"/>
                </a:lnTo>
                <a:lnTo>
                  <a:pt x="74728" y="36005"/>
                </a:lnTo>
                <a:lnTo>
                  <a:pt x="73777" y="37228"/>
                </a:lnTo>
                <a:lnTo>
                  <a:pt x="73777" y="37500"/>
                </a:lnTo>
                <a:lnTo>
                  <a:pt x="72826" y="38451"/>
                </a:lnTo>
                <a:lnTo>
                  <a:pt x="71196" y="39266"/>
                </a:lnTo>
                <a:lnTo>
                  <a:pt x="70924" y="39266"/>
                </a:lnTo>
                <a:lnTo>
                  <a:pt x="70652" y="39266"/>
                </a:lnTo>
                <a:lnTo>
                  <a:pt x="70109" y="39538"/>
                </a:lnTo>
                <a:lnTo>
                  <a:pt x="67120" y="39538"/>
                </a:lnTo>
                <a:lnTo>
                  <a:pt x="66984" y="39402"/>
                </a:lnTo>
                <a:lnTo>
                  <a:pt x="66848" y="39266"/>
                </a:lnTo>
                <a:lnTo>
                  <a:pt x="66576" y="39266"/>
                </a:lnTo>
                <a:lnTo>
                  <a:pt x="66304" y="39266"/>
                </a:lnTo>
                <a:lnTo>
                  <a:pt x="65761" y="38995"/>
                </a:lnTo>
                <a:lnTo>
                  <a:pt x="63995" y="37500"/>
                </a:lnTo>
                <a:lnTo>
                  <a:pt x="63995" y="37228"/>
                </a:lnTo>
                <a:lnTo>
                  <a:pt x="63451" y="36685"/>
                </a:lnTo>
                <a:lnTo>
                  <a:pt x="63043" y="35734"/>
                </a:lnTo>
                <a:lnTo>
                  <a:pt x="62772" y="35734"/>
                </a:lnTo>
                <a:lnTo>
                  <a:pt x="62636" y="35870"/>
                </a:lnTo>
                <a:lnTo>
                  <a:pt x="62364" y="36413"/>
                </a:lnTo>
                <a:lnTo>
                  <a:pt x="62364" y="36685"/>
                </a:lnTo>
                <a:lnTo>
                  <a:pt x="62364" y="36957"/>
                </a:lnTo>
                <a:lnTo>
                  <a:pt x="61277" y="38587"/>
                </a:lnTo>
                <a:lnTo>
                  <a:pt x="61277" y="39674"/>
                </a:lnTo>
                <a:lnTo>
                  <a:pt x="61413" y="39810"/>
                </a:lnTo>
                <a:lnTo>
                  <a:pt x="61549" y="39946"/>
                </a:lnTo>
                <a:lnTo>
                  <a:pt x="61141" y="40353"/>
                </a:lnTo>
                <a:lnTo>
                  <a:pt x="60326" y="40082"/>
                </a:lnTo>
                <a:lnTo>
                  <a:pt x="59375" y="38859"/>
                </a:lnTo>
                <a:lnTo>
                  <a:pt x="60734" y="37228"/>
                </a:lnTo>
                <a:lnTo>
                  <a:pt x="61277" y="36141"/>
                </a:lnTo>
                <a:lnTo>
                  <a:pt x="61277" y="35870"/>
                </a:lnTo>
                <a:lnTo>
                  <a:pt x="61277" y="35598"/>
                </a:lnTo>
                <a:lnTo>
                  <a:pt x="61413" y="35462"/>
                </a:lnTo>
                <a:lnTo>
                  <a:pt x="61549" y="35326"/>
                </a:lnTo>
                <a:lnTo>
                  <a:pt x="61549" y="33967"/>
                </a:lnTo>
                <a:lnTo>
                  <a:pt x="61685" y="33832"/>
                </a:lnTo>
                <a:lnTo>
                  <a:pt x="61821" y="33696"/>
                </a:lnTo>
                <a:lnTo>
                  <a:pt x="61821" y="31250"/>
                </a:lnTo>
                <a:lnTo>
                  <a:pt x="61957" y="31114"/>
                </a:lnTo>
                <a:lnTo>
                  <a:pt x="62092" y="30978"/>
                </a:lnTo>
                <a:lnTo>
                  <a:pt x="62092" y="30707"/>
                </a:lnTo>
                <a:lnTo>
                  <a:pt x="62092" y="30435"/>
                </a:lnTo>
                <a:lnTo>
                  <a:pt x="63179" y="28261"/>
                </a:lnTo>
                <a:lnTo>
                  <a:pt x="64402" y="27038"/>
                </a:lnTo>
                <a:lnTo>
                  <a:pt x="64674" y="27038"/>
                </a:lnTo>
                <a:lnTo>
                  <a:pt x="65217" y="26495"/>
                </a:lnTo>
                <a:lnTo>
                  <a:pt x="67255" y="25815"/>
                </a:lnTo>
                <a:close/>
                <a:moveTo>
                  <a:pt x="29076" y="27038"/>
                </a:moveTo>
                <a:lnTo>
                  <a:pt x="26902" y="28125"/>
                </a:lnTo>
                <a:lnTo>
                  <a:pt x="25679" y="29620"/>
                </a:lnTo>
                <a:lnTo>
                  <a:pt x="25408" y="30163"/>
                </a:lnTo>
                <a:lnTo>
                  <a:pt x="25408" y="30435"/>
                </a:lnTo>
                <a:lnTo>
                  <a:pt x="25408" y="30707"/>
                </a:lnTo>
                <a:lnTo>
                  <a:pt x="25272" y="30842"/>
                </a:lnTo>
                <a:lnTo>
                  <a:pt x="25136" y="30978"/>
                </a:lnTo>
                <a:lnTo>
                  <a:pt x="25136" y="33152"/>
                </a:lnTo>
                <a:lnTo>
                  <a:pt x="25951" y="34783"/>
                </a:lnTo>
                <a:lnTo>
                  <a:pt x="27446" y="36277"/>
                </a:lnTo>
                <a:lnTo>
                  <a:pt x="28533" y="36821"/>
                </a:lnTo>
                <a:lnTo>
                  <a:pt x="28804" y="36821"/>
                </a:lnTo>
                <a:lnTo>
                  <a:pt x="29076" y="36821"/>
                </a:lnTo>
                <a:lnTo>
                  <a:pt x="29212" y="36957"/>
                </a:lnTo>
                <a:lnTo>
                  <a:pt x="29348" y="37092"/>
                </a:lnTo>
                <a:lnTo>
                  <a:pt x="31250" y="37092"/>
                </a:lnTo>
                <a:lnTo>
                  <a:pt x="31386" y="36957"/>
                </a:lnTo>
                <a:lnTo>
                  <a:pt x="33152" y="36277"/>
                </a:lnTo>
                <a:lnTo>
                  <a:pt x="34375" y="35326"/>
                </a:lnTo>
                <a:lnTo>
                  <a:pt x="35462" y="33152"/>
                </a:lnTo>
                <a:lnTo>
                  <a:pt x="35462" y="30978"/>
                </a:lnTo>
                <a:lnTo>
                  <a:pt x="34375" y="28804"/>
                </a:lnTo>
                <a:lnTo>
                  <a:pt x="32880" y="27582"/>
                </a:lnTo>
                <a:lnTo>
                  <a:pt x="32337" y="27310"/>
                </a:lnTo>
                <a:lnTo>
                  <a:pt x="32065" y="27310"/>
                </a:lnTo>
                <a:lnTo>
                  <a:pt x="31793" y="27310"/>
                </a:lnTo>
                <a:lnTo>
                  <a:pt x="31658" y="27174"/>
                </a:lnTo>
                <a:lnTo>
                  <a:pt x="31522" y="27038"/>
                </a:lnTo>
                <a:lnTo>
                  <a:pt x="29076" y="27038"/>
                </a:lnTo>
                <a:close/>
                <a:moveTo>
                  <a:pt x="67663" y="27038"/>
                </a:moveTo>
                <a:lnTo>
                  <a:pt x="67527" y="27174"/>
                </a:lnTo>
                <a:lnTo>
                  <a:pt x="67391" y="27310"/>
                </a:lnTo>
                <a:lnTo>
                  <a:pt x="67120" y="27310"/>
                </a:lnTo>
                <a:lnTo>
                  <a:pt x="66848" y="27310"/>
                </a:lnTo>
                <a:lnTo>
                  <a:pt x="65761" y="27853"/>
                </a:lnTo>
                <a:lnTo>
                  <a:pt x="63723" y="29891"/>
                </a:lnTo>
                <a:lnTo>
                  <a:pt x="63451" y="30435"/>
                </a:lnTo>
                <a:lnTo>
                  <a:pt x="63451" y="30707"/>
                </a:lnTo>
                <a:lnTo>
                  <a:pt x="63451" y="30978"/>
                </a:lnTo>
                <a:lnTo>
                  <a:pt x="63315" y="31114"/>
                </a:lnTo>
                <a:lnTo>
                  <a:pt x="63179" y="31250"/>
                </a:lnTo>
                <a:lnTo>
                  <a:pt x="63179" y="32609"/>
                </a:lnTo>
                <a:lnTo>
                  <a:pt x="63995" y="32880"/>
                </a:lnTo>
                <a:lnTo>
                  <a:pt x="63995" y="34511"/>
                </a:lnTo>
                <a:lnTo>
                  <a:pt x="64130" y="34647"/>
                </a:lnTo>
                <a:lnTo>
                  <a:pt x="64266" y="34783"/>
                </a:lnTo>
                <a:lnTo>
                  <a:pt x="64266" y="35054"/>
                </a:lnTo>
                <a:lnTo>
                  <a:pt x="64266" y="35326"/>
                </a:lnTo>
                <a:lnTo>
                  <a:pt x="64538" y="35870"/>
                </a:lnTo>
                <a:lnTo>
                  <a:pt x="66304" y="37636"/>
                </a:lnTo>
                <a:lnTo>
                  <a:pt x="67391" y="38179"/>
                </a:lnTo>
                <a:lnTo>
                  <a:pt x="68207" y="38179"/>
                </a:lnTo>
                <a:lnTo>
                  <a:pt x="68342" y="38315"/>
                </a:lnTo>
                <a:lnTo>
                  <a:pt x="68478" y="38451"/>
                </a:lnTo>
                <a:lnTo>
                  <a:pt x="69293" y="38451"/>
                </a:lnTo>
                <a:lnTo>
                  <a:pt x="69837" y="38179"/>
                </a:lnTo>
                <a:lnTo>
                  <a:pt x="70109" y="38179"/>
                </a:lnTo>
                <a:lnTo>
                  <a:pt x="70380" y="38179"/>
                </a:lnTo>
                <a:lnTo>
                  <a:pt x="71467" y="37364"/>
                </a:lnTo>
                <a:lnTo>
                  <a:pt x="71739" y="37364"/>
                </a:lnTo>
                <a:lnTo>
                  <a:pt x="73505" y="35598"/>
                </a:lnTo>
                <a:lnTo>
                  <a:pt x="73505" y="35326"/>
                </a:lnTo>
                <a:lnTo>
                  <a:pt x="73505" y="35054"/>
                </a:lnTo>
                <a:lnTo>
                  <a:pt x="73641" y="34918"/>
                </a:lnTo>
                <a:lnTo>
                  <a:pt x="73777" y="34783"/>
                </a:lnTo>
                <a:lnTo>
                  <a:pt x="73777" y="33152"/>
                </a:lnTo>
                <a:lnTo>
                  <a:pt x="74049" y="32609"/>
                </a:lnTo>
                <a:lnTo>
                  <a:pt x="74592" y="32337"/>
                </a:lnTo>
                <a:lnTo>
                  <a:pt x="74592" y="32065"/>
                </a:lnTo>
                <a:lnTo>
                  <a:pt x="74457" y="31929"/>
                </a:lnTo>
                <a:lnTo>
                  <a:pt x="74321" y="31793"/>
                </a:lnTo>
                <a:lnTo>
                  <a:pt x="74321" y="30978"/>
                </a:lnTo>
                <a:lnTo>
                  <a:pt x="73777" y="29891"/>
                </a:lnTo>
                <a:lnTo>
                  <a:pt x="72554" y="28397"/>
                </a:lnTo>
                <a:lnTo>
                  <a:pt x="69837" y="27038"/>
                </a:lnTo>
                <a:lnTo>
                  <a:pt x="67663" y="27038"/>
                </a:lnTo>
                <a:close/>
                <a:moveTo>
                  <a:pt x="27853" y="40489"/>
                </a:moveTo>
                <a:lnTo>
                  <a:pt x="27989" y="40353"/>
                </a:lnTo>
                <a:lnTo>
                  <a:pt x="32609" y="40353"/>
                </a:lnTo>
                <a:lnTo>
                  <a:pt x="32745" y="40489"/>
                </a:lnTo>
                <a:lnTo>
                  <a:pt x="32880" y="40625"/>
                </a:lnTo>
                <a:lnTo>
                  <a:pt x="33967" y="40625"/>
                </a:lnTo>
                <a:lnTo>
                  <a:pt x="34103" y="40761"/>
                </a:lnTo>
                <a:lnTo>
                  <a:pt x="34239" y="40897"/>
                </a:lnTo>
                <a:lnTo>
                  <a:pt x="34511" y="40897"/>
                </a:lnTo>
                <a:lnTo>
                  <a:pt x="34783" y="40897"/>
                </a:lnTo>
                <a:lnTo>
                  <a:pt x="36957" y="41984"/>
                </a:lnTo>
                <a:lnTo>
                  <a:pt x="37772" y="42799"/>
                </a:lnTo>
                <a:lnTo>
                  <a:pt x="38043" y="42799"/>
                </a:lnTo>
                <a:lnTo>
                  <a:pt x="39810" y="44837"/>
                </a:lnTo>
                <a:lnTo>
                  <a:pt x="40353" y="45924"/>
                </a:lnTo>
                <a:lnTo>
                  <a:pt x="40353" y="46196"/>
                </a:lnTo>
                <a:lnTo>
                  <a:pt x="40353" y="46467"/>
                </a:lnTo>
                <a:lnTo>
                  <a:pt x="40489" y="46603"/>
                </a:lnTo>
                <a:lnTo>
                  <a:pt x="40625" y="46739"/>
                </a:lnTo>
                <a:lnTo>
                  <a:pt x="40625" y="47826"/>
                </a:lnTo>
                <a:lnTo>
                  <a:pt x="40761" y="47962"/>
                </a:lnTo>
                <a:lnTo>
                  <a:pt x="40897" y="48098"/>
                </a:lnTo>
                <a:lnTo>
                  <a:pt x="40897" y="52174"/>
                </a:lnTo>
                <a:lnTo>
                  <a:pt x="39946" y="52310"/>
                </a:lnTo>
                <a:lnTo>
                  <a:pt x="39538" y="51902"/>
                </a:lnTo>
                <a:lnTo>
                  <a:pt x="39538" y="48913"/>
                </a:lnTo>
                <a:lnTo>
                  <a:pt x="39402" y="48777"/>
                </a:lnTo>
                <a:lnTo>
                  <a:pt x="39266" y="48641"/>
                </a:lnTo>
                <a:lnTo>
                  <a:pt x="39266" y="47554"/>
                </a:lnTo>
                <a:lnTo>
                  <a:pt x="39130" y="47418"/>
                </a:lnTo>
                <a:lnTo>
                  <a:pt x="38995" y="47283"/>
                </a:lnTo>
                <a:lnTo>
                  <a:pt x="38995" y="47011"/>
                </a:lnTo>
                <a:lnTo>
                  <a:pt x="38995" y="46739"/>
                </a:lnTo>
                <a:lnTo>
                  <a:pt x="38179" y="45109"/>
                </a:lnTo>
                <a:lnTo>
                  <a:pt x="36413" y="43342"/>
                </a:lnTo>
                <a:lnTo>
                  <a:pt x="36141" y="43342"/>
                </a:lnTo>
                <a:lnTo>
                  <a:pt x="35598" y="42799"/>
                </a:lnTo>
                <a:lnTo>
                  <a:pt x="34511" y="42255"/>
                </a:lnTo>
                <a:lnTo>
                  <a:pt x="33152" y="41984"/>
                </a:lnTo>
                <a:lnTo>
                  <a:pt x="33016" y="41848"/>
                </a:lnTo>
                <a:lnTo>
                  <a:pt x="32880" y="41712"/>
                </a:lnTo>
                <a:lnTo>
                  <a:pt x="27717" y="41712"/>
                </a:lnTo>
                <a:lnTo>
                  <a:pt x="27582" y="41848"/>
                </a:lnTo>
                <a:lnTo>
                  <a:pt x="27446" y="41984"/>
                </a:lnTo>
                <a:lnTo>
                  <a:pt x="26630" y="41984"/>
                </a:lnTo>
                <a:lnTo>
                  <a:pt x="26495" y="42120"/>
                </a:lnTo>
                <a:lnTo>
                  <a:pt x="26359" y="42255"/>
                </a:lnTo>
                <a:lnTo>
                  <a:pt x="26087" y="42255"/>
                </a:lnTo>
                <a:lnTo>
                  <a:pt x="25815" y="42255"/>
                </a:lnTo>
                <a:lnTo>
                  <a:pt x="24728" y="42799"/>
                </a:lnTo>
                <a:lnTo>
                  <a:pt x="23913" y="43614"/>
                </a:lnTo>
                <a:lnTo>
                  <a:pt x="23641" y="43614"/>
                </a:lnTo>
                <a:lnTo>
                  <a:pt x="22418" y="44837"/>
                </a:lnTo>
                <a:lnTo>
                  <a:pt x="22418" y="45109"/>
                </a:lnTo>
                <a:lnTo>
                  <a:pt x="21875" y="45652"/>
                </a:lnTo>
                <a:lnTo>
                  <a:pt x="21332" y="46739"/>
                </a:lnTo>
                <a:lnTo>
                  <a:pt x="21332" y="47011"/>
                </a:lnTo>
                <a:lnTo>
                  <a:pt x="21332" y="47283"/>
                </a:lnTo>
                <a:lnTo>
                  <a:pt x="21196" y="47418"/>
                </a:lnTo>
                <a:lnTo>
                  <a:pt x="21060" y="47554"/>
                </a:lnTo>
                <a:lnTo>
                  <a:pt x="21060" y="49457"/>
                </a:lnTo>
                <a:lnTo>
                  <a:pt x="20924" y="49592"/>
                </a:lnTo>
                <a:lnTo>
                  <a:pt x="20788" y="49728"/>
                </a:lnTo>
                <a:lnTo>
                  <a:pt x="20788" y="56793"/>
                </a:lnTo>
                <a:lnTo>
                  <a:pt x="20652" y="56929"/>
                </a:lnTo>
                <a:lnTo>
                  <a:pt x="20516" y="57065"/>
                </a:lnTo>
                <a:lnTo>
                  <a:pt x="20516" y="58967"/>
                </a:lnTo>
                <a:lnTo>
                  <a:pt x="20788" y="59511"/>
                </a:lnTo>
                <a:lnTo>
                  <a:pt x="21739" y="60190"/>
                </a:lnTo>
                <a:lnTo>
                  <a:pt x="23098" y="60190"/>
                </a:lnTo>
                <a:lnTo>
                  <a:pt x="23913" y="59103"/>
                </a:lnTo>
                <a:lnTo>
                  <a:pt x="24185" y="59103"/>
                </a:lnTo>
                <a:lnTo>
                  <a:pt x="24592" y="59783"/>
                </a:lnTo>
                <a:lnTo>
                  <a:pt x="24592" y="63315"/>
                </a:lnTo>
                <a:lnTo>
                  <a:pt x="24728" y="63451"/>
                </a:lnTo>
                <a:lnTo>
                  <a:pt x="24864" y="63587"/>
                </a:lnTo>
                <a:lnTo>
                  <a:pt x="24864" y="69837"/>
                </a:lnTo>
                <a:lnTo>
                  <a:pt x="25000" y="69973"/>
                </a:lnTo>
                <a:lnTo>
                  <a:pt x="25136" y="70109"/>
                </a:lnTo>
                <a:lnTo>
                  <a:pt x="25136" y="75543"/>
                </a:lnTo>
                <a:lnTo>
                  <a:pt x="25272" y="75679"/>
                </a:lnTo>
                <a:lnTo>
                  <a:pt x="25408" y="75815"/>
                </a:lnTo>
                <a:lnTo>
                  <a:pt x="25408" y="76630"/>
                </a:lnTo>
                <a:lnTo>
                  <a:pt x="25543" y="76766"/>
                </a:lnTo>
                <a:lnTo>
                  <a:pt x="29348" y="76766"/>
                </a:lnTo>
                <a:lnTo>
                  <a:pt x="29484" y="76630"/>
                </a:lnTo>
                <a:lnTo>
                  <a:pt x="29484" y="72826"/>
                </a:lnTo>
                <a:lnTo>
                  <a:pt x="29620" y="72690"/>
                </a:lnTo>
                <a:lnTo>
                  <a:pt x="29755" y="72554"/>
                </a:lnTo>
                <a:lnTo>
                  <a:pt x="29755" y="68478"/>
                </a:lnTo>
                <a:lnTo>
                  <a:pt x="30163" y="68071"/>
                </a:lnTo>
                <a:lnTo>
                  <a:pt x="30435" y="68071"/>
                </a:lnTo>
                <a:lnTo>
                  <a:pt x="30842" y="68478"/>
                </a:lnTo>
                <a:lnTo>
                  <a:pt x="30842" y="69293"/>
                </a:lnTo>
                <a:lnTo>
                  <a:pt x="30842" y="75815"/>
                </a:lnTo>
                <a:lnTo>
                  <a:pt x="31114" y="76359"/>
                </a:lnTo>
                <a:lnTo>
                  <a:pt x="31522" y="76766"/>
                </a:lnTo>
                <a:lnTo>
                  <a:pt x="35054" y="76766"/>
                </a:lnTo>
                <a:lnTo>
                  <a:pt x="35190" y="76630"/>
                </a:lnTo>
                <a:lnTo>
                  <a:pt x="35190" y="73913"/>
                </a:lnTo>
                <a:lnTo>
                  <a:pt x="35326" y="73777"/>
                </a:lnTo>
                <a:lnTo>
                  <a:pt x="35462" y="73641"/>
                </a:lnTo>
                <a:lnTo>
                  <a:pt x="35462" y="68478"/>
                </a:lnTo>
                <a:lnTo>
                  <a:pt x="35598" y="68342"/>
                </a:lnTo>
                <a:lnTo>
                  <a:pt x="35734" y="68207"/>
                </a:lnTo>
                <a:lnTo>
                  <a:pt x="35734" y="63587"/>
                </a:lnTo>
                <a:lnTo>
                  <a:pt x="35870" y="63451"/>
                </a:lnTo>
                <a:lnTo>
                  <a:pt x="36005" y="63315"/>
                </a:lnTo>
                <a:lnTo>
                  <a:pt x="36005" y="60326"/>
                </a:lnTo>
                <a:lnTo>
                  <a:pt x="36141" y="60190"/>
                </a:lnTo>
                <a:lnTo>
                  <a:pt x="37092" y="61141"/>
                </a:lnTo>
                <a:lnTo>
                  <a:pt x="37364" y="61685"/>
                </a:lnTo>
                <a:lnTo>
                  <a:pt x="37364" y="63587"/>
                </a:lnTo>
                <a:lnTo>
                  <a:pt x="37228" y="63723"/>
                </a:lnTo>
                <a:lnTo>
                  <a:pt x="37092" y="63859"/>
                </a:lnTo>
                <a:lnTo>
                  <a:pt x="37092" y="69565"/>
                </a:lnTo>
                <a:lnTo>
                  <a:pt x="36957" y="69701"/>
                </a:lnTo>
                <a:lnTo>
                  <a:pt x="36821" y="69837"/>
                </a:lnTo>
                <a:lnTo>
                  <a:pt x="36821" y="75272"/>
                </a:lnTo>
                <a:lnTo>
                  <a:pt x="36685" y="75408"/>
                </a:lnTo>
                <a:lnTo>
                  <a:pt x="36549" y="75543"/>
                </a:lnTo>
                <a:lnTo>
                  <a:pt x="36549" y="77717"/>
                </a:lnTo>
                <a:lnTo>
                  <a:pt x="35870" y="78125"/>
                </a:lnTo>
                <a:lnTo>
                  <a:pt x="30978" y="78125"/>
                </a:lnTo>
                <a:lnTo>
                  <a:pt x="30842" y="77989"/>
                </a:lnTo>
                <a:lnTo>
                  <a:pt x="30707" y="77853"/>
                </a:lnTo>
                <a:lnTo>
                  <a:pt x="29891" y="77853"/>
                </a:lnTo>
                <a:lnTo>
                  <a:pt x="29755" y="77989"/>
                </a:lnTo>
                <a:lnTo>
                  <a:pt x="29620" y="78125"/>
                </a:lnTo>
                <a:lnTo>
                  <a:pt x="24457" y="78125"/>
                </a:lnTo>
                <a:lnTo>
                  <a:pt x="24049" y="77717"/>
                </a:lnTo>
                <a:lnTo>
                  <a:pt x="24049" y="76359"/>
                </a:lnTo>
                <a:lnTo>
                  <a:pt x="23913" y="76223"/>
                </a:lnTo>
                <a:lnTo>
                  <a:pt x="23777" y="76087"/>
                </a:lnTo>
                <a:lnTo>
                  <a:pt x="23777" y="70109"/>
                </a:lnTo>
                <a:lnTo>
                  <a:pt x="23641" y="69973"/>
                </a:lnTo>
                <a:lnTo>
                  <a:pt x="23505" y="69837"/>
                </a:lnTo>
                <a:lnTo>
                  <a:pt x="23505" y="63587"/>
                </a:lnTo>
                <a:lnTo>
                  <a:pt x="23370" y="63451"/>
                </a:lnTo>
                <a:lnTo>
                  <a:pt x="23234" y="63315"/>
                </a:lnTo>
                <a:lnTo>
                  <a:pt x="23234" y="61685"/>
                </a:lnTo>
                <a:lnTo>
                  <a:pt x="23098" y="61549"/>
                </a:lnTo>
                <a:lnTo>
                  <a:pt x="21467" y="61549"/>
                </a:lnTo>
                <a:lnTo>
                  <a:pt x="20380" y="61005"/>
                </a:lnTo>
                <a:lnTo>
                  <a:pt x="19429" y="60054"/>
                </a:lnTo>
                <a:lnTo>
                  <a:pt x="19429" y="59783"/>
                </a:lnTo>
                <a:lnTo>
                  <a:pt x="19429" y="59511"/>
                </a:lnTo>
                <a:lnTo>
                  <a:pt x="19293" y="59375"/>
                </a:lnTo>
                <a:lnTo>
                  <a:pt x="19158" y="59239"/>
                </a:lnTo>
                <a:lnTo>
                  <a:pt x="19158" y="57065"/>
                </a:lnTo>
                <a:lnTo>
                  <a:pt x="19293" y="56929"/>
                </a:lnTo>
                <a:lnTo>
                  <a:pt x="19429" y="56793"/>
                </a:lnTo>
                <a:lnTo>
                  <a:pt x="19429" y="48913"/>
                </a:lnTo>
                <a:lnTo>
                  <a:pt x="19565" y="48777"/>
                </a:lnTo>
                <a:lnTo>
                  <a:pt x="19701" y="48641"/>
                </a:lnTo>
                <a:lnTo>
                  <a:pt x="19701" y="47283"/>
                </a:lnTo>
                <a:lnTo>
                  <a:pt x="19837" y="47147"/>
                </a:lnTo>
                <a:lnTo>
                  <a:pt x="19973" y="47011"/>
                </a:lnTo>
                <a:lnTo>
                  <a:pt x="20245" y="45652"/>
                </a:lnTo>
                <a:lnTo>
                  <a:pt x="21060" y="44565"/>
                </a:lnTo>
                <a:lnTo>
                  <a:pt x="21060" y="44293"/>
                </a:lnTo>
                <a:lnTo>
                  <a:pt x="23098" y="42255"/>
                </a:lnTo>
                <a:lnTo>
                  <a:pt x="25815" y="40897"/>
                </a:lnTo>
                <a:lnTo>
                  <a:pt x="27853" y="40489"/>
                </a:lnTo>
                <a:close/>
                <a:moveTo>
                  <a:pt x="67527" y="41576"/>
                </a:moveTo>
                <a:lnTo>
                  <a:pt x="67663" y="41440"/>
                </a:lnTo>
                <a:lnTo>
                  <a:pt x="70109" y="41440"/>
                </a:lnTo>
                <a:lnTo>
                  <a:pt x="70245" y="41576"/>
                </a:lnTo>
                <a:lnTo>
                  <a:pt x="70380" y="41712"/>
                </a:lnTo>
                <a:lnTo>
                  <a:pt x="71467" y="41712"/>
                </a:lnTo>
                <a:lnTo>
                  <a:pt x="71603" y="41848"/>
                </a:lnTo>
                <a:lnTo>
                  <a:pt x="71739" y="41984"/>
                </a:lnTo>
                <a:lnTo>
                  <a:pt x="73098" y="42255"/>
                </a:lnTo>
                <a:lnTo>
                  <a:pt x="74185" y="42799"/>
                </a:lnTo>
                <a:lnTo>
                  <a:pt x="74728" y="43342"/>
                </a:lnTo>
                <a:lnTo>
                  <a:pt x="75000" y="43342"/>
                </a:lnTo>
                <a:lnTo>
                  <a:pt x="77038" y="45380"/>
                </a:lnTo>
                <a:lnTo>
                  <a:pt x="78125" y="47554"/>
                </a:lnTo>
                <a:lnTo>
                  <a:pt x="78125" y="48370"/>
                </a:lnTo>
                <a:lnTo>
                  <a:pt x="78261" y="48505"/>
                </a:lnTo>
                <a:lnTo>
                  <a:pt x="78397" y="48641"/>
                </a:lnTo>
                <a:lnTo>
                  <a:pt x="78668" y="51087"/>
                </a:lnTo>
                <a:lnTo>
                  <a:pt x="78804" y="51223"/>
                </a:lnTo>
                <a:lnTo>
                  <a:pt x="78940" y="51359"/>
                </a:lnTo>
                <a:lnTo>
                  <a:pt x="78940" y="52174"/>
                </a:lnTo>
                <a:lnTo>
                  <a:pt x="79076" y="52310"/>
                </a:lnTo>
                <a:lnTo>
                  <a:pt x="79212" y="52446"/>
                </a:lnTo>
                <a:lnTo>
                  <a:pt x="79212" y="53261"/>
                </a:lnTo>
                <a:lnTo>
                  <a:pt x="79348" y="53397"/>
                </a:lnTo>
                <a:lnTo>
                  <a:pt x="79484" y="53533"/>
                </a:lnTo>
                <a:lnTo>
                  <a:pt x="79484" y="54348"/>
                </a:lnTo>
                <a:lnTo>
                  <a:pt x="79620" y="54484"/>
                </a:lnTo>
                <a:lnTo>
                  <a:pt x="79755" y="54620"/>
                </a:lnTo>
                <a:lnTo>
                  <a:pt x="79755" y="55435"/>
                </a:lnTo>
                <a:lnTo>
                  <a:pt x="79891" y="55571"/>
                </a:lnTo>
                <a:lnTo>
                  <a:pt x="80027" y="55707"/>
                </a:lnTo>
                <a:lnTo>
                  <a:pt x="80027" y="56793"/>
                </a:lnTo>
                <a:lnTo>
                  <a:pt x="80163" y="56929"/>
                </a:lnTo>
                <a:lnTo>
                  <a:pt x="80299" y="57065"/>
                </a:lnTo>
                <a:lnTo>
                  <a:pt x="80299" y="57880"/>
                </a:lnTo>
                <a:lnTo>
                  <a:pt x="80435" y="58016"/>
                </a:lnTo>
                <a:lnTo>
                  <a:pt x="80571" y="58152"/>
                </a:lnTo>
                <a:lnTo>
                  <a:pt x="80571" y="60326"/>
                </a:lnTo>
                <a:lnTo>
                  <a:pt x="79620" y="61277"/>
                </a:lnTo>
                <a:lnTo>
                  <a:pt x="79076" y="61549"/>
                </a:lnTo>
                <a:lnTo>
                  <a:pt x="78261" y="61549"/>
                </a:lnTo>
                <a:lnTo>
                  <a:pt x="77853" y="61957"/>
                </a:lnTo>
                <a:lnTo>
                  <a:pt x="77989" y="62092"/>
                </a:lnTo>
                <a:lnTo>
                  <a:pt x="78125" y="62228"/>
                </a:lnTo>
                <a:lnTo>
                  <a:pt x="78397" y="64130"/>
                </a:lnTo>
                <a:lnTo>
                  <a:pt x="78533" y="64266"/>
                </a:lnTo>
                <a:lnTo>
                  <a:pt x="78668" y="64402"/>
                </a:lnTo>
                <a:lnTo>
                  <a:pt x="78668" y="64674"/>
                </a:lnTo>
                <a:lnTo>
                  <a:pt x="78668" y="64946"/>
                </a:lnTo>
                <a:lnTo>
                  <a:pt x="79212" y="66033"/>
                </a:lnTo>
                <a:lnTo>
                  <a:pt x="79212" y="66848"/>
                </a:lnTo>
                <a:lnTo>
                  <a:pt x="79348" y="66984"/>
                </a:lnTo>
                <a:lnTo>
                  <a:pt x="79484" y="67120"/>
                </a:lnTo>
                <a:lnTo>
                  <a:pt x="79484" y="67935"/>
                </a:lnTo>
                <a:lnTo>
                  <a:pt x="79620" y="68071"/>
                </a:lnTo>
                <a:lnTo>
                  <a:pt x="79755" y="68207"/>
                </a:lnTo>
                <a:lnTo>
                  <a:pt x="79076" y="68886"/>
                </a:lnTo>
                <a:lnTo>
                  <a:pt x="75000" y="68886"/>
                </a:lnTo>
                <a:lnTo>
                  <a:pt x="74864" y="69022"/>
                </a:lnTo>
                <a:lnTo>
                  <a:pt x="74864" y="70652"/>
                </a:lnTo>
                <a:lnTo>
                  <a:pt x="74728" y="70788"/>
                </a:lnTo>
                <a:lnTo>
                  <a:pt x="74592" y="70924"/>
                </a:lnTo>
                <a:lnTo>
                  <a:pt x="74592" y="76087"/>
                </a:lnTo>
                <a:lnTo>
                  <a:pt x="74457" y="76223"/>
                </a:lnTo>
                <a:lnTo>
                  <a:pt x="74321" y="76359"/>
                </a:lnTo>
                <a:lnTo>
                  <a:pt x="74321" y="77717"/>
                </a:lnTo>
                <a:lnTo>
                  <a:pt x="73913" y="78125"/>
                </a:lnTo>
                <a:lnTo>
                  <a:pt x="69293" y="78125"/>
                </a:lnTo>
                <a:lnTo>
                  <a:pt x="69158" y="77989"/>
                </a:lnTo>
                <a:lnTo>
                  <a:pt x="69022" y="77853"/>
                </a:lnTo>
                <a:lnTo>
                  <a:pt x="68750" y="77853"/>
                </a:lnTo>
                <a:lnTo>
                  <a:pt x="68478" y="77853"/>
                </a:lnTo>
                <a:lnTo>
                  <a:pt x="68342" y="77989"/>
                </a:lnTo>
                <a:lnTo>
                  <a:pt x="68207" y="78125"/>
                </a:lnTo>
                <a:lnTo>
                  <a:pt x="63587" y="78125"/>
                </a:lnTo>
                <a:lnTo>
                  <a:pt x="63179" y="77717"/>
                </a:lnTo>
                <a:lnTo>
                  <a:pt x="63179" y="75543"/>
                </a:lnTo>
                <a:lnTo>
                  <a:pt x="63043" y="75408"/>
                </a:lnTo>
                <a:lnTo>
                  <a:pt x="62908" y="75272"/>
                </a:lnTo>
                <a:lnTo>
                  <a:pt x="62908" y="70109"/>
                </a:lnTo>
                <a:lnTo>
                  <a:pt x="62772" y="69973"/>
                </a:lnTo>
                <a:lnTo>
                  <a:pt x="62636" y="69837"/>
                </a:lnTo>
                <a:lnTo>
                  <a:pt x="62636" y="69022"/>
                </a:lnTo>
                <a:lnTo>
                  <a:pt x="62500" y="68886"/>
                </a:lnTo>
                <a:lnTo>
                  <a:pt x="58696" y="68886"/>
                </a:lnTo>
                <a:lnTo>
                  <a:pt x="58016" y="68207"/>
                </a:lnTo>
                <a:lnTo>
                  <a:pt x="58016" y="67935"/>
                </a:lnTo>
                <a:lnTo>
                  <a:pt x="58152" y="67799"/>
                </a:lnTo>
                <a:lnTo>
                  <a:pt x="58288" y="67663"/>
                </a:lnTo>
                <a:lnTo>
                  <a:pt x="58288" y="66848"/>
                </a:lnTo>
                <a:lnTo>
                  <a:pt x="58424" y="66712"/>
                </a:lnTo>
                <a:lnTo>
                  <a:pt x="58560" y="66576"/>
                </a:lnTo>
                <a:lnTo>
                  <a:pt x="58832" y="65217"/>
                </a:lnTo>
                <a:lnTo>
                  <a:pt x="60326" y="63723"/>
                </a:lnTo>
                <a:lnTo>
                  <a:pt x="60462" y="64674"/>
                </a:lnTo>
                <a:lnTo>
                  <a:pt x="60326" y="64810"/>
                </a:lnTo>
                <a:lnTo>
                  <a:pt x="60190" y="64946"/>
                </a:lnTo>
                <a:lnTo>
                  <a:pt x="60190" y="65761"/>
                </a:lnTo>
                <a:lnTo>
                  <a:pt x="59647" y="66848"/>
                </a:lnTo>
                <a:lnTo>
                  <a:pt x="59647" y="67120"/>
                </a:lnTo>
                <a:lnTo>
                  <a:pt x="59783" y="67255"/>
                </a:lnTo>
                <a:lnTo>
                  <a:pt x="63859" y="67255"/>
                </a:lnTo>
                <a:lnTo>
                  <a:pt x="63995" y="67391"/>
                </a:lnTo>
                <a:lnTo>
                  <a:pt x="64130" y="67527"/>
                </a:lnTo>
                <a:lnTo>
                  <a:pt x="65082" y="67663"/>
                </a:lnTo>
                <a:lnTo>
                  <a:pt x="65082" y="68478"/>
                </a:lnTo>
                <a:lnTo>
                  <a:pt x="64674" y="68886"/>
                </a:lnTo>
                <a:lnTo>
                  <a:pt x="63995" y="69022"/>
                </a:lnTo>
                <a:lnTo>
                  <a:pt x="63995" y="70924"/>
                </a:lnTo>
                <a:lnTo>
                  <a:pt x="64130" y="71060"/>
                </a:lnTo>
                <a:lnTo>
                  <a:pt x="64266" y="71196"/>
                </a:lnTo>
                <a:lnTo>
                  <a:pt x="64266" y="76359"/>
                </a:lnTo>
                <a:lnTo>
                  <a:pt x="64674" y="76766"/>
                </a:lnTo>
                <a:lnTo>
                  <a:pt x="64946" y="76766"/>
                </a:lnTo>
                <a:lnTo>
                  <a:pt x="65217" y="76766"/>
                </a:lnTo>
                <a:lnTo>
                  <a:pt x="67663" y="76766"/>
                </a:lnTo>
                <a:lnTo>
                  <a:pt x="68071" y="76359"/>
                </a:lnTo>
                <a:lnTo>
                  <a:pt x="68071" y="73913"/>
                </a:lnTo>
                <a:lnTo>
                  <a:pt x="68207" y="73777"/>
                </a:lnTo>
                <a:lnTo>
                  <a:pt x="68342" y="73641"/>
                </a:lnTo>
                <a:lnTo>
                  <a:pt x="68342" y="71467"/>
                </a:lnTo>
                <a:lnTo>
                  <a:pt x="68478" y="71332"/>
                </a:lnTo>
                <a:lnTo>
                  <a:pt x="69158" y="71467"/>
                </a:lnTo>
                <a:lnTo>
                  <a:pt x="69158" y="72554"/>
                </a:lnTo>
                <a:lnTo>
                  <a:pt x="69293" y="72690"/>
                </a:lnTo>
                <a:lnTo>
                  <a:pt x="69429" y="72826"/>
                </a:lnTo>
                <a:lnTo>
                  <a:pt x="69429" y="76359"/>
                </a:lnTo>
                <a:lnTo>
                  <a:pt x="69837" y="76766"/>
                </a:lnTo>
                <a:lnTo>
                  <a:pt x="72826" y="76766"/>
                </a:lnTo>
                <a:lnTo>
                  <a:pt x="73234" y="76359"/>
                </a:lnTo>
                <a:lnTo>
                  <a:pt x="73234" y="72554"/>
                </a:lnTo>
                <a:lnTo>
                  <a:pt x="73370" y="72418"/>
                </a:lnTo>
                <a:lnTo>
                  <a:pt x="73505" y="72283"/>
                </a:lnTo>
                <a:lnTo>
                  <a:pt x="73505" y="69022"/>
                </a:lnTo>
                <a:lnTo>
                  <a:pt x="72554" y="68614"/>
                </a:lnTo>
                <a:lnTo>
                  <a:pt x="72418" y="67935"/>
                </a:lnTo>
                <a:lnTo>
                  <a:pt x="72826" y="67527"/>
                </a:lnTo>
                <a:lnTo>
                  <a:pt x="77717" y="67527"/>
                </a:lnTo>
                <a:lnTo>
                  <a:pt x="78125" y="67120"/>
                </a:lnTo>
                <a:lnTo>
                  <a:pt x="77853" y="66576"/>
                </a:lnTo>
                <a:lnTo>
                  <a:pt x="77853" y="65761"/>
                </a:lnTo>
                <a:lnTo>
                  <a:pt x="77717" y="65625"/>
                </a:lnTo>
                <a:lnTo>
                  <a:pt x="77582" y="65489"/>
                </a:lnTo>
                <a:lnTo>
                  <a:pt x="77582" y="65217"/>
                </a:lnTo>
                <a:lnTo>
                  <a:pt x="77582" y="64946"/>
                </a:lnTo>
                <a:lnTo>
                  <a:pt x="77446" y="64810"/>
                </a:lnTo>
                <a:lnTo>
                  <a:pt x="77310" y="64674"/>
                </a:lnTo>
                <a:lnTo>
                  <a:pt x="77310" y="64402"/>
                </a:lnTo>
                <a:lnTo>
                  <a:pt x="77310" y="64130"/>
                </a:lnTo>
                <a:lnTo>
                  <a:pt x="77174" y="63995"/>
                </a:lnTo>
                <a:lnTo>
                  <a:pt x="77038" y="63859"/>
                </a:lnTo>
                <a:lnTo>
                  <a:pt x="77038" y="63587"/>
                </a:lnTo>
                <a:lnTo>
                  <a:pt x="77038" y="63315"/>
                </a:lnTo>
                <a:lnTo>
                  <a:pt x="76495" y="62228"/>
                </a:lnTo>
                <a:lnTo>
                  <a:pt x="76223" y="60326"/>
                </a:lnTo>
                <a:lnTo>
                  <a:pt x="77174" y="60190"/>
                </a:lnTo>
                <a:lnTo>
                  <a:pt x="77310" y="60326"/>
                </a:lnTo>
                <a:lnTo>
                  <a:pt x="77446" y="60462"/>
                </a:lnTo>
                <a:lnTo>
                  <a:pt x="78261" y="60462"/>
                </a:lnTo>
                <a:lnTo>
                  <a:pt x="79212" y="59783"/>
                </a:lnTo>
                <a:lnTo>
                  <a:pt x="79212" y="58152"/>
                </a:lnTo>
                <a:lnTo>
                  <a:pt x="79076" y="58016"/>
                </a:lnTo>
                <a:lnTo>
                  <a:pt x="78940" y="57880"/>
                </a:lnTo>
                <a:lnTo>
                  <a:pt x="78940" y="57065"/>
                </a:lnTo>
                <a:lnTo>
                  <a:pt x="78804" y="56929"/>
                </a:lnTo>
                <a:lnTo>
                  <a:pt x="78668" y="56793"/>
                </a:lnTo>
                <a:lnTo>
                  <a:pt x="78668" y="55978"/>
                </a:lnTo>
                <a:lnTo>
                  <a:pt x="78533" y="55842"/>
                </a:lnTo>
                <a:lnTo>
                  <a:pt x="78397" y="55707"/>
                </a:lnTo>
                <a:lnTo>
                  <a:pt x="78397" y="54620"/>
                </a:lnTo>
                <a:lnTo>
                  <a:pt x="78261" y="54484"/>
                </a:lnTo>
                <a:lnTo>
                  <a:pt x="78125" y="54348"/>
                </a:lnTo>
                <a:lnTo>
                  <a:pt x="78125" y="53533"/>
                </a:lnTo>
                <a:lnTo>
                  <a:pt x="77989" y="53397"/>
                </a:lnTo>
                <a:lnTo>
                  <a:pt x="77853" y="53261"/>
                </a:lnTo>
                <a:lnTo>
                  <a:pt x="77853" y="52446"/>
                </a:lnTo>
                <a:lnTo>
                  <a:pt x="77717" y="52310"/>
                </a:lnTo>
                <a:lnTo>
                  <a:pt x="77582" y="52174"/>
                </a:lnTo>
                <a:lnTo>
                  <a:pt x="77582" y="51087"/>
                </a:lnTo>
                <a:lnTo>
                  <a:pt x="77446" y="50951"/>
                </a:lnTo>
                <a:lnTo>
                  <a:pt x="77310" y="50815"/>
                </a:lnTo>
                <a:lnTo>
                  <a:pt x="77310" y="50000"/>
                </a:lnTo>
                <a:lnTo>
                  <a:pt x="77174" y="49864"/>
                </a:lnTo>
                <a:lnTo>
                  <a:pt x="77038" y="49728"/>
                </a:lnTo>
                <a:lnTo>
                  <a:pt x="77038" y="48641"/>
                </a:lnTo>
                <a:lnTo>
                  <a:pt x="76902" y="48505"/>
                </a:lnTo>
                <a:lnTo>
                  <a:pt x="76766" y="48370"/>
                </a:lnTo>
                <a:lnTo>
                  <a:pt x="76766" y="48098"/>
                </a:lnTo>
                <a:lnTo>
                  <a:pt x="76766" y="47826"/>
                </a:lnTo>
                <a:lnTo>
                  <a:pt x="75951" y="46196"/>
                </a:lnTo>
                <a:lnTo>
                  <a:pt x="73913" y="44158"/>
                </a:lnTo>
                <a:lnTo>
                  <a:pt x="72826" y="43614"/>
                </a:lnTo>
                <a:lnTo>
                  <a:pt x="72554" y="43614"/>
                </a:lnTo>
                <a:lnTo>
                  <a:pt x="72283" y="43614"/>
                </a:lnTo>
                <a:lnTo>
                  <a:pt x="71196" y="43071"/>
                </a:lnTo>
                <a:lnTo>
                  <a:pt x="69837" y="43071"/>
                </a:lnTo>
                <a:lnTo>
                  <a:pt x="69701" y="42935"/>
                </a:lnTo>
                <a:lnTo>
                  <a:pt x="69565" y="42799"/>
                </a:lnTo>
                <a:lnTo>
                  <a:pt x="67663" y="42799"/>
                </a:lnTo>
                <a:lnTo>
                  <a:pt x="67527" y="42935"/>
                </a:lnTo>
                <a:lnTo>
                  <a:pt x="67391" y="43071"/>
                </a:lnTo>
                <a:lnTo>
                  <a:pt x="66304" y="43071"/>
                </a:lnTo>
                <a:lnTo>
                  <a:pt x="66168" y="43207"/>
                </a:lnTo>
                <a:lnTo>
                  <a:pt x="66033" y="43342"/>
                </a:lnTo>
                <a:lnTo>
                  <a:pt x="65761" y="43342"/>
                </a:lnTo>
                <a:lnTo>
                  <a:pt x="65489" y="43342"/>
                </a:lnTo>
                <a:lnTo>
                  <a:pt x="63859" y="44158"/>
                </a:lnTo>
                <a:lnTo>
                  <a:pt x="62092" y="45652"/>
                </a:lnTo>
                <a:lnTo>
                  <a:pt x="62092" y="45924"/>
                </a:lnTo>
                <a:lnTo>
                  <a:pt x="61005" y="47283"/>
                </a:lnTo>
                <a:lnTo>
                  <a:pt x="61005" y="47554"/>
                </a:lnTo>
                <a:lnTo>
                  <a:pt x="61005" y="47826"/>
                </a:lnTo>
                <a:lnTo>
                  <a:pt x="60462" y="48913"/>
                </a:lnTo>
                <a:lnTo>
                  <a:pt x="60462" y="49728"/>
                </a:lnTo>
                <a:lnTo>
                  <a:pt x="60326" y="49864"/>
                </a:lnTo>
                <a:lnTo>
                  <a:pt x="60190" y="50000"/>
                </a:lnTo>
                <a:lnTo>
                  <a:pt x="60190" y="50815"/>
                </a:lnTo>
                <a:lnTo>
                  <a:pt x="60054" y="50951"/>
                </a:lnTo>
                <a:lnTo>
                  <a:pt x="59918" y="51087"/>
                </a:lnTo>
                <a:lnTo>
                  <a:pt x="59918" y="51902"/>
                </a:lnTo>
                <a:lnTo>
                  <a:pt x="59239" y="52310"/>
                </a:lnTo>
                <a:lnTo>
                  <a:pt x="58560" y="52174"/>
                </a:lnTo>
                <a:lnTo>
                  <a:pt x="58560" y="51902"/>
                </a:lnTo>
                <a:lnTo>
                  <a:pt x="58560" y="51630"/>
                </a:lnTo>
                <a:lnTo>
                  <a:pt x="58696" y="51495"/>
                </a:lnTo>
                <a:lnTo>
                  <a:pt x="58832" y="51359"/>
                </a:lnTo>
                <a:lnTo>
                  <a:pt x="58832" y="50272"/>
                </a:lnTo>
                <a:lnTo>
                  <a:pt x="58967" y="50136"/>
                </a:lnTo>
                <a:lnTo>
                  <a:pt x="59103" y="50000"/>
                </a:lnTo>
                <a:lnTo>
                  <a:pt x="59103" y="48913"/>
                </a:lnTo>
                <a:lnTo>
                  <a:pt x="59239" y="48777"/>
                </a:lnTo>
                <a:lnTo>
                  <a:pt x="59375" y="48641"/>
                </a:lnTo>
                <a:lnTo>
                  <a:pt x="59375" y="47826"/>
                </a:lnTo>
                <a:lnTo>
                  <a:pt x="60734" y="45109"/>
                </a:lnTo>
                <a:lnTo>
                  <a:pt x="62500" y="43342"/>
                </a:lnTo>
                <a:lnTo>
                  <a:pt x="62772" y="43342"/>
                </a:lnTo>
                <a:lnTo>
                  <a:pt x="63315" y="42799"/>
                </a:lnTo>
                <a:lnTo>
                  <a:pt x="64402" y="42255"/>
                </a:lnTo>
                <a:lnTo>
                  <a:pt x="64674" y="42255"/>
                </a:lnTo>
                <a:lnTo>
                  <a:pt x="64946" y="42255"/>
                </a:lnTo>
                <a:lnTo>
                  <a:pt x="65082" y="42120"/>
                </a:lnTo>
                <a:lnTo>
                  <a:pt x="65217" y="41984"/>
                </a:lnTo>
                <a:lnTo>
                  <a:pt x="66033" y="41984"/>
                </a:lnTo>
                <a:lnTo>
                  <a:pt x="66168" y="41848"/>
                </a:lnTo>
                <a:lnTo>
                  <a:pt x="66304" y="41712"/>
                </a:lnTo>
                <a:lnTo>
                  <a:pt x="67527" y="41576"/>
                </a:lnTo>
                <a:close/>
                <a:moveTo>
                  <a:pt x="48505" y="47826"/>
                </a:moveTo>
                <a:lnTo>
                  <a:pt x="48641" y="47690"/>
                </a:lnTo>
                <a:lnTo>
                  <a:pt x="50815" y="47690"/>
                </a:lnTo>
                <a:lnTo>
                  <a:pt x="50951" y="47826"/>
                </a:lnTo>
                <a:lnTo>
                  <a:pt x="51087" y="47962"/>
                </a:lnTo>
                <a:lnTo>
                  <a:pt x="51359" y="47962"/>
                </a:lnTo>
                <a:lnTo>
                  <a:pt x="51630" y="47962"/>
                </a:lnTo>
                <a:lnTo>
                  <a:pt x="52717" y="48505"/>
                </a:lnTo>
                <a:lnTo>
                  <a:pt x="54484" y="50272"/>
                </a:lnTo>
                <a:lnTo>
                  <a:pt x="54755" y="50815"/>
                </a:lnTo>
                <a:lnTo>
                  <a:pt x="54755" y="51087"/>
                </a:lnTo>
                <a:lnTo>
                  <a:pt x="54755" y="51359"/>
                </a:lnTo>
                <a:lnTo>
                  <a:pt x="54891" y="51495"/>
                </a:lnTo>
                <a:lnTo>
                  <a:pt x="55027" y="51630"/>
                </a:lnTo>
                <a:lnTo>
                  <a:pt x="55027" y="54076"/>
                </a:lnTo>
                <a:lnTo>
                  <a:pt x="54891" y="54212"/>
                </a:lnTo>
                <a:lnTo>
                  <a:pt x="54755" y="54348"/>
                </a:lnTo>
                <a:lnTo>
                  <a:pt x="54755" y="54620"/>
                </a:lnTo>
                <a:lnTo>
                  <a:pt x="54755" y="54891"/>
                </a:lnTo>
                <a:lnTo>
                  <a:pt x="54484" y="55435"/>
                </a:lnTo>
                <a:lnTo>
                  <a:pt x="52717" y="57201"/>
                </a:lnTo>
                <a:lnTo>
                  <a:pt x="50951" y="57880"/>
                </a:lnTo>
                <a:lnTo>
                  <a:pt x="50815" y="58016"/>
                </a:lnTo>
                <a:lnTo>
                  <a:pt x="48641" y="58016"/>
                </a:lnTo>
                <a:lnTo>
                  <a:pt x="48505" y="57880"/>
                </a:lnTo>
                <a:lnTo>
                  <a:pt x="48370" y="57745"/>
                </a:lnTo>
                <a:lnTo>
                  <a:pt x="48098" y="57745"/>
                </a:lnTo>
                <a:lnTo>
                  <a:pt x="47826" y="57745"/>
                </a:lnTo>
                <a:lnTo>
                  <a:pt x="47283" y="57473"/>
                </a:lnTo>
                <a:lnTo>
                  <a:pt x="45516" y="55978"/>
                </a:lnTo>
                <a:lnTo>
                  <a:pt x="44701" y="54348"/>
                </a:lnTo>
                <a:lnTo>
                  <a:pt x="44701" y="53261"/>
                </a:lnTo>
                <a:lnTo>
                  <a:pt x="44429" y="52717"/>
                </a:lnTo>
                <a:lnTo>
                  <a:pt x="44565" y="52582"/>
                </a:lnTo>
                <a:lnTo>
                  <a:pt x="44701" y="52446"/>
                </a:lnTo>
                <a:lnTo>
                  <a:pt x="44701" y="51359"/>
                </a:lnTo>
                <a:lnTo>
                  <a:pt x="44837" y="51223"/>
                </a:lnTo>
                <a:lnTo>
                  <a:pt x="44973" y="51087"/>
                </a:lnTo>
                <a:lnTo>
                  <a:pt x="44973" y="50815"/>
                </a:lnTo>
                <a:lnTo>
                  <a:pt x="44973" y="50543"/>
                </a:lnTo>
                <a:lnTo>
                  <a:pt x="46467" y="48777"/>
                </a:lnTo>
                <a:lnTo>
                  <a:pt x="46739" y="48777"/>
                </a:lnTo>
                <a:lnTo>
                  <a:pt x="47826" y="47962"/>
                </a:lnTo>
                <a:lnTo>
                  <a:pt x="48505" y="47826"/>
                </a:lnTo>
                <a:close/>
                <a:moveTo>
                  <a:pt x="48913" y="49049"/>
                </a:moveTo>
                <a:lnTo>
                  <a:pt x="47826" y="49592"/>
                </a:lnTo>
                <a:lnTo>
                  <a:pt x="46332" y="51087"/>
                </a:lnTo>
                <a:lnTo>
                  <a:pt x="46332" y="51359"/>
                </a:lnTo>
                <a:lnTo>
                  <a:pt x="46332" y="51630"/>
                </a:lnTo>
                <a:lnTo>
                  <a:pt x="46196" y="51766"/>
                </a:lnTo>
                <a:lnTo>
                  <a:pt x="46060" y="51902"/>
                </a:lnTo>
                <a:lnTo>
                  <a:pt x="46060" y="53804"/>
                </a:lnTo>
                <a:lnTo>
                  <a:pt x="46196" y="53940"/>
                </a:lnTo>
                <a:lnTo>
                  <a:pt x="46332" y="54076"/>
                </a:lnTo>
                <a:lnTo>
                  <a:pt x="46332" y="54348"/>
                </a:lnTo>
                <a:lnTo>
                  <a:pt x="46332" y="54620"/>
                </a:lnTo>
                <a:lnTo>
                  <a:pt x="47826" y="56114"/>
                </a:lnTo>
                <a:lnTo>
                  <a:pt x="48913" y="56658"/>
                </a:lnTo>
                <a:lnTo>
                  <a:pt x="50543" y="56658"/>
                </a:lnTo>
                <a:lnTo>
                  <a:pt x="50679" y="56522"/>
                </a:lnTo>
                <a:lnTo>
                  <a:pt x="51359" y="56386"/>
                </a:lnTo>
                <a:lnTo>
                  <a:pt x="53125" y="54891"/>
                </a:lnTo>
                <a:lnTo>
                  <a:pt x="53668" y="53804"/>
                </a:lnTo>
                <a:lnTo>
                  <a:pt x="53668" y="51902"/>
                </a:lnTo>
                <a:lnTo>
                  <a:pt x="52853" y="50815"/>
                </a:lnTo>
                <a:lnTo>
                  <a:pt x="52853" y="50543"/>
                </a:lnTo>
                <a:lnTo>
                  <a:pt x="51359" y="49321"/>
                </a:lnTo>
                <a:lnTo>
                  <a:pt x="51087" y="49321"/>
                </a:lnTo>
                <a:lnTo>
                  <a:pt x="50815" y="49321"/>
                </a:lnTo>
                <a:lnTo>
                  <a:pt x="50679" y="49185"/>
                </a:lnTo>
                <a:lnTo>
                  <a:pt x="50543" y="49049"/>
                </a:lnTo>
                <a:lnTo>
                  <a:pt x="48913" y="49049"/>
                </a:lnTo>
                <a:close/>
                <a:moveTo>
                  <a:pt x="38179" y="53533"/>
                </a:moveTo>
                <a:lnTo>
                  <a:pt x="38315" y="53397"/>
                </a:lnTo>
                <a:lnTo>
                  <a:pt x="40489" y="53397"/>
                </a:lnTo>
                <a:lnTo>
                  <a:pt x="42255" y="54891"/>
                </a:lnTo>
                <a:lnTo>
                  <a:pt x="42255" y="55163"/>
                </a:lnTo>
                <a:lnTo>
                  <a:pt x="43886" y="56793"/>
                </a:lnTo>
                <a:lnTo>
                  <a:pt x="43886" y="57065"/>
                </a:lnTo>
                <a:lnTo>
                  <a:pt x="44565" y="57745"/>
                </a:lnTo>
                <a:lnTo>
                  <a:pt x="46196" y="58560"/>
                </a:lnTo>
                <a:lnTo>
                  <a:pt x="46603" y="58967"/>
                </a:lnTo>
                <a:lnTo>
                  <a:pt x="46603" y="59239"/>
                </a:lnTo>
                <a:lnTo>
                  <a:pt x="47147" y="59511"/>
                </a:lnTo>
                <a:lnTo>
                  <a:pt x="47147" y="59783"/>
                </a:lnTo>
                <a:lnTo>
                  <a:pt x="47011" y="59918"/>
                </a:lnTo>
                <a:lnTo>
                  <a:pt x="46739" y="59918"/>
                </a:lnTo>
                <a:lnTo>
                  <a:pt x="46603" y="59783"/>
                </a:lnTo>
                <a:lnTo>
                  <a:pt x="46467" y="59647"/>
                </a:lnTo>
                <a:lnTo>
                  <a:pt x="45109" y="59647"/>
                </a:lnTo>
                <a:lnTo>
                  <a:pt x="44022" y="59103"/>
                </a:lnTo>
                <a:lnTo>
                  <a:pt x="39946" y="54755"/>
                </a:lnTo>
                <a:lnTo>
                  <a:pt x="38859" y="54755"/>
                </a:lnTo>
                <a:lnTo>
                  <a:pt x="37908" y="55707"/>
                </a:lnTo>
                <a:lnTo>
                  <a:pt x="37908" y="55978"/>
                </a:lnTo>
                <a:lnTo>
                  <a:pt x="37908" y="56250"/>
                </a:lnTo>
                <a:lnTo>
                  <a:pt x="38451" y="57337"/>
                </a:lnTo>
                <a:lnTo>
                  <a:pt x="38995" y="57880"/>
                </a:lnTo>
                <a:lnTo>
                  <a:pt x="39538" y="58967"/>
                </a:lnTo>
                <a:lnTo>
                  <a:pt x="41168" y="60598"/>
                </a:lnTo>
                <a:lnTo>
                  <a:pt x="41168" y="60870"/>
                </a:lnTo>
                <a:lnTo>
                  <a:pt x="41576" y="61277"/>
                </a:lnTo>
                <a:lnTo>
                  <a:pt x="41848" y="61277"/>
                </a:lnTo>
                <a:lnTo>
                  <a:pt x="42935" y="62364"/>
                </a:lnTo>
                <a:lnTo>
                  <a:pt x="44565" y="63179"/>
                </a:lnTo>
                <a:lnTo>
                  <a:pt x="45245" y="63859"/>
                </a:lnTo>
                <a:lnTo>
                  <a:pt x="45245" y="68478"/>
                </a:lnTo>
                <a:lnTo>
                  <a:pt x="45380" y="68614"/>
                </a:lnTo>
                <a:lnTo>
                  <a:pt x="45516" y="68750"/>
                </a:lnTo>
                <a:lnTo>
                  <a:pt x="45516" y="76359"/>
                </a:lnTo>
                <a:lnTo>
                  <a:pt x="45924" y="76766"/>
                </a:lnTo>
                <a:lnTo>
                  <a:pt x="48641" y="76766"/>
                </a:lnTo>
                <a:lnTo>
                  <a:pt x="49049" y="76087"/>
                </a:lnTo>
                <a:lnTo>
                  <a:pt x="49049" y="75815"/>
                </a:lnTo>
                <a:lnTo>
                  <a:pt x="49049" y="75543"/>
                </a:lnTo>
                <a:lnTo>
                  <a:pt x="49457" y="75136"/>
                </a:lnTo>
                <a:lnTo>
                  <a:pt x="49728" y="75136"/>
                </a:lnTo>
                <a:lnTo>
                  <a:pt x="50000" y="75136"/>
                </a:lnTo>
                <a:lnTo>
                  <a:pt x="50408" y="75543"/>
                </a:lnTo>
                <a:lnTo>
                  <a:pt x="50408" y="75815"/>
                </a:lnTo>
                <a:lnTo>
                  <a:pt x="50408" y="76087"/>
                </a:lnTo>
                <a:lnTo>
                  <a:pt x="50815" y="76766"/>
                </a:lnTo>
                <a:lnTo>
                  <a:pt x="53804" y="76766"/>
                </a:lnTo>
                <a:lnTo>
                  <a:pt x="53940" y="76630"/>
                </a:lnTo>
                <a:lnTo>
                  <a:pt x="53940" y="71467"/>
                </a:lnTo>
                <a:lnTo>
                  <a:pt x="54076" y="71332"/>
                </a:lnTo>
                <a:lnTo>
                  <a:pt x="54212" y="71196"/>
                </a:lnTo>
                <a:lnTo>
                  <a:pt x="54212" y="66848"/>
                </a:lnTo>
                <a:lnTo>
                  <a:pt x="54348" y="66712"/>
                </a:lnTo>
                <a:lnTo>
                  <a:pt x="54484" y="66576"/>
                </a:lnTo>
                <a:lnTo>
                  <a:pt x="54484" y="66304"/>
                </a:lnTo>
                <a:lnTo>
                  <a:pt x="54484" y="66033"/>
                </a:lnTo>
                <a:lnTo>
                  <a:pt x="54348" y="65897"/>
                </a:lnTo>
                <a:lnTo>
                  <a:pt x="54212" y="65761"/>
                </a:lnTo>
                <a:lnTo>
                  <a:pt x="54348" y="65625"/>
                </a:lnTo>
                <a:lnTo>
                  <a:pt x="54484" y="65489"/>
                </a:lnTo>
                <a:lnTo>
                  <a:pt x="54484" y="63587"/>
                </a:lnTo>
                <a:lnTo>
                  <a:pt x="55978" y="62908"/>
                </a:lnTo>
                <a:lnTo>
                  <a:pt x="56793" y="62092"/>
                </a:lnTo>
                <a:lnTo>
                  <a:pt x="57065" y="62092"/>
                </a:lnTo>
                <a:lnTo>
                  <a:pt x="59103" y="60054"/>
                </a:lnTo>
                <a:lnTo>
                  <a:pt x="59103" y="59783"/>
                </a:lnTo>
                <a:lnTo>
                  <a:pt x="60462" y="58424"/>
                </a:lnTo>
                <a:lnTo>
                  <a:pt x="60462" y="58152"/>
                </a:lnTo>
                <a:lnTo>
                  <a:pt x="61005" y="57609"/>
                </a:lnTo>
                <a:lnTo>
                  <a:pt x="61821" y="55978"/>
                </a:lnTo>
                <a:lnTo>
                  <a:pt x="60870" y="54755"/>
                </a:lnTo>
                <a:lnTo>
                  <a:pt x="59783" y="54755"/>
                </a:lnTo>
                <a:lnTo>
                  <a:pt x="58967" y="55571"/>
                </a:lnTo>
                <a:lnTo>
                  <a:pt x="55435" y="59103"/>
                </a:lnTo>
                <a:lnTo>
                  <a:pt x="54348" y="59647"/>
                </a:lnTo>
                <a:lnTo>
                  <a:pt x="52717" y="59647"/>
                </a:lnTo>
                <a:lnTo>
                  <a:pt x="52582" y="59511"/>
                </a:lnTo>
                <a:lnTo>
                  <a:pt x="53261" y="58560"/>
                </a:lnTo>
                <a:lnTo>
                  <a:pt x="54620" y="58016"/>
                </a:lnTo>
                <a:lnTo>
                  <a:pt x="57201" y="55435"/>
                </a:lnTo>
                <a:lnTo>
                  <a:pt x="57201" y="55163"/>
                </a:lnTo>
                <a:lnTo>
                  <a:pt x="58424" y="53940"/>
                </a:lnTo>
                <a:lnTo>
                  <a:pt x="59511" y="53397"/>
                </a:lnTo>
                <a:lnTo>
                  <a:pt x="61413" y="53397"/>
                </a:lnTo>
                <a:lnTo>
                  <a:pt x="61957" y="53668"/>
                </a:lnTo>
                <a:lnTo>
                  <a:pt x="62636" y="54348"/>
                </a:lnTo>
                <a:lnTo>
                  <a:pt x="63179" y="55435"/>
                </a:lnTo>
                <a:lnTo>
                  <a:pt x="63179" y="56250"/>
                </a:lnTo>
                <a:lnTo>
                  <a:pt x="62364" y="57880"/>
                </a:lnTo>
                <a:lnTo>
                  <a:pt x="61821" y="58424"/>
                </a:lnTo>
                <a:lnTo>
                  <a:pt x="61549" y="59239"/>
                </a:lnTo>
                <a:lnTo>
                  <a:pt x="61005" y="59783"/>
                </a:lnTo>
                <a:lnTo>
                  <a:pt x="61005" y="60054"/>
                </a:lnTo>
                <a:lnTo>
                  <a:pt x="58967" y="62364"/>
                </a:lnTo>
                <a:lnTo>
                  <a:pt x="58696" y="62364"/>
                </a:lnTo>
                <a:lnTo>
                  <a:pt x="57880" y="63179"/>
                </a:lnTo>
                <a:lnTo>
                  <a:pt x="57609" y="63179"/>
                </a:lnTo>
                <a:lnTo>
                  <a:pt x="57065" y="63723"/>
                </a:lnTo>
                <a:lnTo>
                  <a:pt x="56793" y="63723"/>
                </a:lnTo>
                <a:lnTo>
                  <a:pt x="56250" y="64266"/>
                </a:lnTo>
                <a:lnTo>
                  <a:pt x="55978" y="64266"/>
                </a:lnTo>
                <a:lnTo>
                  <a:pt x="55842" y="64402"/>
                </a:lnTo>
                <a:lnTo>
                  <a:pt x="55842" y="65489"/>
                </a:lnTo>
                <a:lnTo>
                  <a:pt x="55707" y="65625"/>
                </a:lnTo>
                <a:lnTo>
                  <a:pt x="55571" y="65761"/>
                </a:lnTo>
                <a:lnTo>
                  <a:pt x="55571" y="71196"/>
                </a:lnTo>
                <a:lnTo>
                  <a:pt x="55435" y="71332"/>
                </a:lnTo>
                <a:lnTo>
                  <a:pt x="55299" y="71467"/>
                </a:lnTo>
                <a:lnTo>
                  <a:pt x="55299" y="77446"/>
                </a:lnTo>
                <a:lnTo>
                  <a:pt x="54620" y="78125"/>
                </a:lnTo>
                <a:lnTo>
                  <a:pt x="50272" y="78125"/>
                </a:lnTo>
                <a:lnTo>
                  <a:pt x="50136" y="77989"/>
                </a:lnTo>
                <a:lnTo>
                  <a:pt x="50000" y="77853"/>
                </a:lnTo>
                <a:lnTo>
                  <a:pt x="49728" y="77853"/>
                </a:lnTo>
                <a:lnTo>
                  <a:pt x="49457" y="77853"/>
                </a:lnTo>
                <a:lnTo>
                  <a:pt x="49321" y="77989"/>
                </a:lnTo>
                <a:lnTo>
                  <a:pt x="49185" y="78125"/>
                </a:lnTo>
                <a:lnTo>
                  <a:pt x="44837" y="78125"/>
                </a:lnTo>
                <a:lnTo>
                  <a:pt x="44429" y="77717"/>
                </a:lnTo>
                <a:lnTo>
                  <a:pt x="44429" y="76630"/>
                </a:lnTo>
                <a:lnTo>
                  <a:pt x="44293" y="76495"/>
                </a:lnTo>
                <a:lnTo>
                  <a:pt x="44158" y="76359"/>
                </a:lnTo>
                <a:lnTo>
                  <a:pt x="44158" y="70924"/>
                </a:lnTo>
                <a:lnTo>
                  <a:pt x="44022" y="70788"/>
                </a:lnTo>
                <a:lnTo>
                  <a:pt x="43886" y="70652"/>
                </a:lnTo>
                <a:lnTo>
                  <a:pt x="43886" y="64674"/>
                </a:lnTo>
                <a:lnTo>
                  <a:pt x="43207" y="63995"/>
                </a:lnTo>
                <a:lnTo>
                  <a:pt x="42935" y="63995"/>
                </a:lnTo>
                <a:lnTo>
                  <a:pt x="41304" y="62636"/>
                </a:lnTo>
                <a:lnTo>
                  <a:pt x="41033" y="62636"/>
                </a:lnTo>
                <a:lnTo>
                  <a:pt x="38995" y="60598"/>
                </a:lnTo>
                <a:lnTo>
                  <a:pt x="38451" y="59511"/>
                </a:lnTo>
                <a:lnTo>
                  <a:pt x="37092" y="57880"/>
                </a:lnTo>
                <a:lnTo>
                  <a:pt x="36549" y="56793"/>
                </a:lnTo>
                <a:lnTo>
                  <a:pt x="36549" y="55163"/>
                </a:lnTo>
                <a:lnTo>
                  <a:pt x="36821" y="54620"/>
                </a:lnTo>
                <a:lnTo>
                  <a:pt x="37772" y="53668"/>
                </a:lnTo>
                <a:lnTo>
                  <a:pt x="38043" y="53668"/>
                </a:lnTo>
                <a:lnTo>
                  <a:pt x="38179" y="535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4727448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B4530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609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1271016" y="5650992"/>
            <a:ext cx="1563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547872" y="1709928"/>
            <a:ext cx="0" cy="4572000"/>
          </a:xfrm>
          <a:prstGeom prst="line">
            <a:avLst/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76472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977640" y="1865376"/>
            <a:ext cx="923544" cy="9235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person_52"/>
          <p:cNvSpPr/>
          <p:nvPr/>
        </p:nvSpPr>
        <p:spPr>
          <a:xfrm>
            <a:off x="3977640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538" y="18462"/>
                </a:moveTo>
                <a:lnTo>
                  <a:pt x="46923" y="18077"/>
                </a:lnTo>
                <a:lnTo>
                  <a:pt x="51538" y="18077"/>
                </a:lnTo>
                <a:lnTo>
                  <a:pt x="51923" y="18462"/>
                </a:lnTo>
                <a:lnTo>
                  <a:pt x="52308" y="18846"/>
                </a:lnTo>
                <a:lnTo>
                  <a:pt x="53077" y="18846"/>
                </a:lnTo>
                <a:lnTo>
                  <a:pt x="53846" y="18846"/>
                </a:lnTo>
                <a:lnTo>
                  <a:pt x="56923" y="20385"/>
                </a:lnTo>
                <a:lnTo>
                  <a:pt x="59615" y="23077"/>
                </a:lnTo>
                <a:lnTo>
                  <a:pt x="61154" y="26154"/>
                </a:lnTo>
                <a:lnTo>
                  <a:pt x="61154" y="28462"/>
                </a:lnTo>
                <a:lnTo>
                  <a:pt x="61538" y="28846"/>
                </a:lnTo>
                <a:lnTo>
                  <a:pt x="61923" y="29231"/>
                </a:lnTo>
                <a:lnTo>
                  <a:pt x="61923" y="33846"/>
                </a:lnTo>
                <a:lnTo>
                  <a:pt x="61538" y="34231"/>
                </a:lnTo>
                <a:lnTo>
                  <a:pt x="61154" y="34615"/>
                </a:lnTo>
                <a:lnTo>
                  <a:pt x="61154" y="35385"/>
                </a:lnTo>
                <a:lnTo>
                  <a:pt x="61154" y="36154"/>
                </a:lnTo>
                <a:lnTo>
                  <a:pt x="59615" y="39231"/>
                </a:lnTo>
                <a:lnTo>
                  <a:pt x="55385" y="42692"/>
                </a:lnTo>
                <a:lnTo>
                  <a:pt x="53846" y="43462"/>
                </a:lnTo>
                <a:lnTo>
                  <a:pt x="51538" y="43462"/>
                </a:lnTo>
                <a:lnTo>
                  <a:pt x="51154" y="43846"/>
                </a:lnTo>
                <a:lnTo>
                  <a:pt x="50769" y="44231"/>
                </a:lnTo>
                <a:lnTo>
                  <a:pt x="46923" y="44231"/>
                </a:lnTo>
                <a:lnTo>
                  <a:pt x="46538" y="43846"/>
                </a:lnTo>
                <a:lnTo>
                  <a:pt x="46154" y="43462"/>
                </a:lnTo>
                <a:lnTo>
                  <a:pt x="45385" y="43462"/>
                </a:lnTo>
                <a:lnTo>
                  <a:pt x="44615" y="43462"/>
                </a:lnTo>
                <a:lnTo>
                  <a:pt x="41538" y="41923"/>
                </a:lnTo>
                <a:lnTo>
                  <a:pt x="38077" y="38462"/>
                </a:lnTo>
                <a:lnTo>
                  <a:pt x="37308" y="36923"/>
                </a:lnTo>
                <a:lnTo>
                  <a:pt x="37308" y="36154"/>
                </a:lnTo>
                <a:lnTo>
                  <a:pt x="37308" y="35385"/>
                </a:lnTo>
                <a:lnTo>
                  <a:pt x="36923" y="35000"/>
                </a:lnTo>
                <a:lnTo>
                  <a:pt x="36538" y="34615"/>
                </a:lnTo>
                <a:lnTo>
                  <a:pt x="36538" y="27692"/>
                </a:lnTo>
                <a:lnTo>
                  <a:pt x="36923" y="27308"/>
                </a:lnTo>
                <a:lnTo>
                  <a:pt x="37308" y="26923"/>
                </a:lnTo>
                <a:lnTo>
                  <a:pt x="37308" y="26154"/>
                </a:lnTo>
                <a:lnTo>
                  <a:pt x="37308" y="25385"/>
                </a:lnTo>
                <a:lnTo>
                  <a:pt x="38077" y="23846"/>
                </a:lnTo>
                <a:lnTo>
                  <a:pt x="42308" y="19615"/>
                </a:lnTo>
                <a:lnTo>
                  <a:pt x="43077" y="19615"/>
                </a:lnTo>
                <a:lnTo>
                  <a:pt x="43846" y="19615"/>
                </a:lnTo>
                <a:lnTo>
                  <a:pt x="44231" y="19231"/>
                </a:lnTo>
                <a:lnTo>
                  <a:pt x="44615" y="18846"/>
                </a:lnTo>
                <a:lnTo>
                  <a:pt x="46538" y="18462"/>
                </a:lnTo>
                <a:close/>
                <a:moveTo>
                  <a:pt x="46154" y="21154"/>
                </a:moveTo>
                <a:lnTo>
                  <a:pt x="43077" y="23462"/>
                </a:lnTo>
                <a:lnTo>
                  <a:pt x="42308" y="23462"/>
                </a:lnTo>
                <a:lnTo>
                  <a:pt x="41923" y="23846"/>
                </a:lnTo>
                <a:lnTo>
                  <a:pt x="41923" y="24615"/>
                </a:lnTo>
                <a:lnTo>
                  <a:pt x="40385" y="26154"/>
                </a:lnTo>
                <a:lnTo>
                  <a:pt x="39615" y="27692"/>
                </a:lnTo>
                <a:lnTo>
                  <a:pt x="39615" y="28462"/>
                </a:lnTo>
                <a:lnTo>
                  <a:pt x="39615" y="29231"/>
                </a:lnTo>
                <a:lnTo>
                  <a:pt x="39231" y="29615"/>
                </a:lnTo>
                <a:lnTo>
                  <a:pt x="38846" y="30000"/>
                </a:lnTo>
                <a:lnTo>
                  <a:pt x="38846" y="32308"/>
                </a:lnTo>
                <a:lnTo>
                  <a:pt x="39231" y="32692"/>
                </a:lnTo>
                <a:lnTo>
                  <a:pt x="39615" y="33077"/>
                </a:lnTo>
                <a:lnTo>
                  <a:pt x="39615" y="33846"/>
                </a:lnTo>
                <a:lnTo>
                  <a:pt x="39615" y="34615"/>
                </a:lnTo>
                <a:lnTo>
                  <a:pt x="40385" y="36154"/>
                </a:lnTo>
                <a:lnTo>
                  <a:pt x="44615" y="40385"/>
                </a:lnTo>
                <a:lnTo>
                  <a:pt x="45385" y="40385"/>
                </a:lnTo>
                <a:lnTo>
                  <a:pt x="46154" y="40385"/>
                </a:lnTo>
                <a:lnTo>
                  <a:pt x="46538" y="40769"/>
                </a:lnTo>
                <a:lnTo>
                  <a:pt x="46923" y="41154"/>
                </a:lnTo>
                <a:lnTo>
                  <a:pt x="51538" y="41154"/>
                </a:lnTo>
                <a:lnTo>
                  <a:pt x="51923" y="40769"/>
                </a:lnTo>
                <a:lnTo>
                  <a:pt x="54615" y="39615"/>
                </a:lnTo>
                <a:lnTo>
                  <a:pt x="58077" y="36154"/>
                </a:lnTo>
                <a:lnTo>
                  <a:pt x="58846" y="34615"/>
                </a:lnTo>
                <a:lnTo>
                  <a:pt x="58846" y="32308"/>
                </a:lnTo>
                <a:lnTo>
                  <a:pt x="59231" y="31923"/>
                </a:lnTo>
                <a:lnTo>
                  <a:pt x="59615" y="31538"/>
                </a:lnTo>
                <a:lnTo>
                  <a:pt x="59615" y="30769"/>
                </a:lnTo>
                <a:lnTo>
                  <a:pt x="59615" y="30000"/>
                </a:lnTo>
                <a:lnTo>
                  <a:pt x="59231" y="29615"/>
                </a:lnTo>
                <a:lnTo>
                  <a:pt x="58846" y="29231"/>
                </a:lnTo>
                <a:lnTo>
                  <a:pt x="58846" y="28462"/>
                </a:lnTo>
                <a:lnTo>
                  <a:pt x="58846" y="27692"/>
                </a:lnTo>
                <a:lnTo>
                  <a:pt x="58077" y="26154"/>
                </a:lnTo>
                <a:lnTo>
                  <a:pt x="54615" y="22692"/>
                </a:lnTo>
                <a:lnTo>
                  <a:pt x="51538" y="21154"/>
                </a:lnTo>
                <a:lnTo>
                  <a:pt x="46154" y="21154"/>
                </a:lnTo>
                <a:close/>
                <a:moveTo>
                  <a:pt x="45000" y="48462"/>
                </a:moveTo>
                <a:lnTo>
                  <a:pt x="45385" y="48077"/>
                </a:lnTo>
                <a:lnTo>
                  <a:pt x="53077" y="48077"/>
                </a:lnTo>
                <a:lnTo>
                  <a:pt x="53462" y="48462"/>
                </a:lnTo>
                <a:lnTo>
                  <a:pt x="53846" y="48846"/>
                </a:lnTo>
                <a:lnTo>
                  <a:pt x="57692" y="49615"/>
                </a:lnTo>
                <a:lnTo>
                  <a:pt x="60769" y="51923"/>
                </a:lnTo>
                <a:lnTo>
                  <a:pt x="61538" y="51923"/>
                </a:lnTo>
                <a:lnTo>
                  <a:pt x="63077" y="53462"/>
                </a:lnTo>
                <a:lnTo>
                  <a:pt x="63846" y="53462"/>
                </a:lnTo>
                <a:lnTo>
                  <a:pt x="65769" y="55385"/>
                </a:lnTo>
                <a:lnTo>
                  <a:pt x="65769" y="56154"/>
                </a:lnTo>
                <a:lnTo>
                  <a:pt x="68846" y="60000"/>
                </a:lnTo>
                <a:lnTo>
                  <a:pt x="68846" y="60769"/>
                </a:lnTo>
                <a:lnTo>
                  <a:pt x="68846" y="61538"/>
                </a:lnTo>
                <a:lnTo>
                  <a:pt x="70385" y="64615"/>
                </a:lnTo>
                <a:lnTo>
                  <a:pt x="70385" y="70000"/>
                </a:lnTo>
                <a:lnTo>
                  <a:pt x="68462" y="70385"/>
                </a:lnTo>
                <a:lnTo>
                  <a:pt x="68077" y="70000"/>
                </a:lnTo>
                <a:lnTo>
                  <a:pt x="68077" y="66154"/>
                </a:lnTo>
                <a:lnTo>
                  <a:pt x="67692" y="65769"/>
                </a:lnTo>
                <a:lnTo>
                  <a:pt x="67308" y="65385"/>
                </a:lnTo>
                <a:lnTo>
                  <a:pt x="67308" y="64615"/>
                </a:lnTo>
                <a:lnTo>
                  <a:pt x="67308" y="63846"/>
                </a:lnTo>
                <a:lnTo>
                  <a:pt x="65000" y="59231"/>
                </a:lnTo>
                <a:lnTo>
                  <a:pt x="60000" y="54231"/>
                </a:lnTo>
                <a:lnTo>
                  <a:pt x="55385" y="51923"/>
                </a:lnTo>
                <a:lnTo>
                  <a:pt x="53462" y="51538"/>
                </a:lnTo>
                <a:lnTo>
                  <a:pt x="53077" y="51154"/>
                </a:lnTo>
                <a:lnTo>
                  <a:pt x="44615" y="51154"/>
                </a:lnTo>
                <a:lnTo>
                  <a:pt x="44231" y="51538"/>
                </a:lnTo>
                <a:lnTo>
                  <a:pt x="43846" y="51923"/>
                </a:lnTo>
                <a:lnTo>
                  <a:pt x="43077" y="51923"/>
                </a:lnTo>
                <a:lnTo>
                  <a:pt x="42308" y="51923"/>
                </a:lnTo>
                <a:lnTo>
                  <a:pt x="39231" y="53462"/>
                </a:lnTo>
                <a:lnTo>
                  <a:pt x="36923" y="55769"/>
                </a:lnTo>
                <a:lnTo>
                  <a:pt x="36154" y="55769"/>
                </a:lnTo>
                <a:lnTo>
                  <a:pt x="31923" y="61538"/>
                </a:lnTo>
                <a:lnTo>
                  <a:pt x="31923" y="62308"/>
                </a:lnTo>
                <a:lnTo>
                  <a:pt x="31923" y="63077"/>
                </a:lnTo>
                <a:lnTo>
                  <a:pt x="31538" y="63462"/>
                </a:lnTo>
                <a:lnTo>
                  <a:pt x="31154" y="63846"/>
                </a:lnTo>
                <a:lnTo>
                  <a:pt x="31154" y="66154"/>
                </a:lnTo>
                <a:lnTo>
                  <a:pt x="30769" y="66538"/>
                </a:lnTo>
                <a:lnTo>
                  <a:pt x="30385" y="66923"/>
                </a:lnTo>
                <a:lnTo>
                  <a:pt x="30385" y="70000"/>
                </a:lnTo>
                <a:lnTo>
                  <a:pt x="28462" y="70385"/>
                </a:lnTo>
                <a:lnTo>
                  <a:pt x="28077" y="70000"/>
                </a:lnTo>
                <a:lnTo>
                  <a:pt x="28077" y="64615"/>
                </a:lnTo>
                <a:lnTo>
                  <a:pt x="28462" y="64231"/>
                </a:lnTo>
                <a:lnTo>
                  <a:pt x="28846" y="63846"/>
                </a:lnTo>
                <a:lnTo>
                  <a:pt x="29615" y="60000"/>
                </a:lnTo>
                <a:lnTo>
                  <a:pt x="31923" y="56923"/>
                </a:lnTo>
                <a:lnTo>
                  <a:pt x="31923" y="56154"/>
                </a:lnTo>
                <a:lnTo>
                  <a:pt x="35385" y="52692"/>
                </a:lnTo>
                <a:lnTo>
                  <a:pt x="36154" y="52692"/>
                </a:lnTo>
                <a:lnTo>
                  <a:pt x="37692" y="51154"/>
                </a:lnTo>
                <a:lnTo>
                  <a:pt x="42308" y="48846"/>
                </a:lnTo>
                <a:lnTo>
                  <a:pt x="45000" y="484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193792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48 ans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202936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Âge moyen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73568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174736" y="1865376"/>
            <a:ext cx="923544" cy="9235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VECTOR_database_53"/>
          <p:cNvSpPr/>
          <p:nvPr/>
        </p:nvSpPr>
        <p:spPr>
          <a:xfrm>
            <a:off x="8174736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390888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60 k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9400032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moyen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776472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3977640" y="3310128"/>
            <a:ext cx="923544" cy="9235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VECTOR_bag2_54"/>
          <p:cNvSpPr/>
          <p:nvPr/>
        </p:nvSpPr>
        <p:spPr>
          <a:xfrm>
            <a:off x="3977640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193792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833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5202936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moyenne (Spent)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73568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8174736" y="3310128"/>
            <a:ext cx="923544" cy="92354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VECTOR_pram_55"/>
          <p:cNvSpPr/>
          <p:nvPr/>
        </p:nvSpPr>
        <p:spPr>
          <a:xfrm>
            <a:off x="8174736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615" y="24615"/>
                </a:moveTo>
                <a:lnTo>
                  <a:pt x="50000" y="24231"/>
                </a:lnTo>
                <a:lnTo>
                  <a:pt x="53846" y="24231"/>
                </a:lnTo>
                <a:lnTo>
                  <a:pt x="54231" y="24615"/>
                </a:lnTo>
                <a:lnTo>
                  <a:pt x="54615" y="25000"/>
                </a:lnTo>
                <a:lnTo>
                  <a:pt x="56923" y="25000"/>
                </a:lnTo>
                <a:lnTo>
                  <a:pt x="64615" y="28846"/>
                </a:lnTo>
                <a:lnTo>
                  <a:pt x="68846" y="33077"/>
                </a:lnTo>
                <a:lnTo>
                  <a:pt x="68846" y="33846"/>
                </a:lnTo>
                <a:lnTo>
                  <a:pt x="71154" y="36923"/>
                </a:lnTo>
                <a:lnTo>
                  <a:pt x="71154" y="37692"/>
                </a:lnTo>
                <a:lnTo>
                  <a:pt x="71154" y="38462"/>
                </a:lnTo>
                <a:lnTo>
                  <a:pt x="72692" y="41538"/>
                </a:lnTo>
                <a:lnTo>
                  <a:pt x="72692" y="45385"/>
                </a:lnTo>
                <a:lnTo>
                  <a:pt x="73077" y="45769"/>
                </a:lnTo>
                <a:lnTo>
                  <a:pt x="73462" y="46154"/>
                </a:lnTo>
                <a:lnTo>
                  <a:pt x="73462" y="46923"/>
                </a:lnTo>
                <a:lnTo>
                  <a:pt x="73462" y="47692"/>
                </a:lnTo>
                <a:lnTo>
                  <a:pt x="73077" y="48077"/>
                </a:lnTo>
                <a:lnTo>
                  <a:pt x="72692" y="48462"/>
                </a:lnTo>
                <a:lnTo>
                  <a:pt x="72692" y="50769"/>
                </a:lnTo>
                <a:lnTo>
                  <a:pt x="72308" y="51154"/>
                </a:lnTo>
                <a:lnTo>
                  <a:pt x="71923" y="51538"/>
                </a:lnTo>
                <a:lnTo>
                  <a:pt x="71923" y="52308"/>
                </a:lnTo>
                <a:lnTo>
                  <a:pt x="71923" y="53077"/>
                </a:lnTo>
                <a:lnTo>
                  <a:pt x="71538" y="53462"/>
                </a:lnTo>
                <a:lnTo>
                  <a:pt x="71154" y="53846"/>
                </a:lnTo>
                <a:lnTo>
                  <a:pt x="71154" y="54615"/>
                </a:lnTo>
                <a:lnTo>
                  <a:pt x="71154" y="55385"/>
                </a:lnTo>
                <a:lnTo>
                  <a:pt x="69615" y="58462"/>
                </a:lnTo>
                <a:lnTo>
                  <a:pt x="65385" y="62692"/>
                </a:lnTo>
                <a:lnTo>
                  <a:pt x="63077" y="63462"/>
                </a:lnTo>
                <a:lnTo>
                  <a:pt x="61538" y="65000"/>
                </a:lnTo>
                <a:lnTo>
                  <a:pt x="60769" y="65000"/>
                </a:lnTo>
                <a:lnTo>
                  <a:pt x="60385" y="65385"/>
                </a:lnTo>
                <a:lnTo>
                  <a:pt x="62308" y="66538"/>
                </a:lnTo>
                <a:lnTo>
                  <a:pt x="63077" y="66538"/>
                </a:lnTo>
                <a:lnTo>
                  <a:pt x="63846" y="66538"/>
                </a:lnTo>
                <a:lnTo>
                  <a:pt x="65385" y="67308"/>
                </a:lnTo>
                <a:lnTo>
                  <a:pt x="68077" y="70000"/>
                </a:lnTo>
                <a:lnTo>
                  <a:pt x="68077" y="75385"/>
                </a:lnTo>
                <a:lnTo>
                  <a:pt x="65385" y="78846"/>
                </a:lnTo>
                <a:lnTo>
                  <a:pt x="63846" y="79615"/>
                </a:lnTo>
                <a:lnTo>
                  <a:pt x="59231" y="79615"/>
                </a:lnTo>
                <a:lnTo>
                  <a:pt x="57692" y="78846"/>
                </a:lnTo>
                <a:lnTo>
                  <a:pt x="55000" y="76154"/>
                </a:lnTo>
                <a:lnTo>
                  <a:pt x="54231" y="72308"/>
                </a:lnTo>
                <a:lnTo>
                  <a:pt x="54615" y="71923"/>
                </a:lnTo>
                <a:lnTo>
                  <a:pt x="55000" y="71538"/>
                </a:lnTo>
                <a:lnTo>
                  <a:pt x="55000" y="70769"/>
                </a:lnTo>
                <a:lnTo>
                  <a:pt x="55000" y="70000"/>
                </a:lnTo>
                <a:lnTo>
                  <a:pt x="55769" y="68462"/>
                </a:lnTo>
                <a:lnTo>
                  <a:pt x="57308" y="66923"/>
                </a:lnTo>
                <a:lnTo>
                  <a:pt x="56923" y="66538"/>
                </a:lnTo>
                <a:lnTo>
                  <a:pt x="40769" y="66538"/>
                </a:lnTo>
                <a:lnTo>
                  <a:pt x="40385" y="66923"/>
                </a:lnTo>
                <a:lnTo>
                  <a:pt x="40385" y="67692"/>
                </a:lnTo>
                <a:lnTo>
                  <a:pt x="41923" y="69231"/>
                </a:lnTo>
                <a:lnTo>
                  <a:pt x="41923" y="70000"/>
                </a:lnTo>
                <a:lnTo>
                  <a:pt x="42308" y="70385"/>
                </a:lnTo>
                <a:lnTo>
                  <a:pt x="42692" y="70769"/>
                </a:lnTo>
                <a:lnTo>
                  <a:pt x="42692" y="76154"/>
                </a:lnTo>
                <a:lnTo>
                  <a:pt x="40000" y="78846"/>
                </a:lnTo>
                <a:lnTo>
                  <a:pt x="38462" y="79615"/>
                </a:lnTo>
                <a:lnTo>
                  <a:pt x="33846" y="79615"/>
                </a:lnTo>
                <a:lnTo>
                  <a:pt x="30385" y="76923"/>
                </a:lnTo>
                <a:lnTo>
                  <a:pt x="29615" y="75385"/>
                </a:lnTo>
                <a:lnTo>
                  <a:pt x="29615" y="70769"/>
                </a:lnTo>
                <a:lnTo>
                  <a:pt x="30385" y="69231"/>
                </a:lnTo>
                <a:lnTo>
                  <a:pt x="32308" y="67308"/>
                </a:lnTo>
                <a:lnTo>
                  <a:pt x="33846" y="66538"/>
                </a:lnTo>
                <a:lnTo>
                  <a:pt x="37692" y="66538"/>
                </a:lnTo>
                <a:lnTo>
                  <a:pt x="38077" y="66154"/>
                </a:lnTo>
                <a:lnTo>
                  <a:pt x="38077" y="65385"/>
                </a:lnTo>
                <a:lnTo>
                  <a:pt x="35385" y="64231"/>
                </a:lnTo>
                <a:lnTo>
                  <a:pt x="33846" y="62692"/>
                </a:lnTo>
                <a:lnTo>
                  <a:pt x="33077" y="62692"/>
                </a:lnTo>
                <a:lnTo>
                  <a:pt x="29615" y="59231"/>
                </a:lnTo>
                <a:lnTo>
                  <a:pt x="27308" y="54615"/>
                </a:lnTo>
                <a:lnTo>
                  <a:pt x="27308" y="53846"/>
                </a:lnTo>
                <a:lnTo>
                  <a:pt x="27308" y="53077"/>
                </a:lnTo>
                <a:lnTo>
                  <a:pt x="26923" y="52692"/>
                </a:lnTo>
                <a:lnTo>
                  <a:pt x="26538" y="52308"/>
                </a:lnTo>
                <a:lnTo>
                  <a:pt x="26538" y="50000"/>
                </a:lnTo>
                <a:lnTo>
                  <a:pt x="26154" y="49615"/>
                </a:lnTo>
                <a:lnTo>
                  <a:pt x="25769" y="49231"/>
                </a:lnTo>
                <a:lnTo>
                  <a:pt x="25769" y="43846"/>
                </a:lnTo>
                <a:lnTo>
                  <a:pt x="25385" y="43462"/>
                </a:lnTo>
                <a:lnTo>
                  <a:pt x="25000" y="43077"/>
                </a:lnTo>
                <a:lnTo>
                  <a:pt x="25000" y="42308"/>
                </a:lnTo>
                <a:lnTo>
                  <a:pt x="25000" y="41538"/>
                </a:lnTo>
                <a:lnTo>
                  <a:pt x="20769" y="39615"/>
                </a:lnTo>
                <a:lnTo>
                  <a:pt x="19615" y="38462"/>
                </a:lnTo>
                <a:lnTo>
                  <a:pt x="20769" y="37308"/>
                </a:lnTo>
                <a:lnTo>
                  <a:pt x="24615" y="38077"/>
                </a:lnTo>
                <a:lnTo>
                  <a:pt x="27308" y="40769"/>
                </a:lnTo>
                <a:lnTo>
                  <a:pt x="27308" y="44615"/>
                </a:lnTo>
                <a:lnTo>
                  <a:pt x="28462" y="45769"/>
                </a:lnTo>
                <a:lnTo>
                  <a:pt x="47692" y="45769"/>
                </a:lnTo>
                <a:lnTo>
                  <a:pt x="48846" y="44615"/>
                </a:lnTo>
                <a:lnTo>
                  <a:pt x="48846" y="25385"/>
                </a:lnTo>
                <a:lnTo>
                  <a:pt x="49231" y="25000"/>
                </a:lnTo>
                <a:lnTo>
                  <a:pt x="49615" y="24615"/>
                </a:lnTo>
                <a:close/>
                <a:moveTo>
                  <a:pt x="52308" y="26538"/>
                </a:moveTo>
                <a:lnTo>
                  <a:pt x="51154" y="27692"/>
                </a:lnTo>
                <a:lnTo>
                  <a:pt x="51154" y="45385"/>
                </a:lnTo>
                <a:lnTo>
                  <a:pt x="51538" y="45769"/>
                </a:lnTo>
                <a:lnTo>
                  <a:pt x="69231" y="45769"/>
                </a:lnTo>
                <a:lnTo>
                  <a:pt x="70000" y="45769"/>
                </a:lnTo>
                <a:lnTo>
                  <a:pt x="70385" y="45385"/>
                </a:lnTo>
                <a:lnTo>
                  <a:pt x="70385" y="41538"/>
                </a:lnTo>
                <a:lnTo>
                  <a:pt x="70000" y="41154"/>
                </a:lnTo>
                <a:lnTo>
                  <a:pt x="69615" y="40769"/>
                </a:lnTo>
                <a:lnTo>
                  <a:pt x="69615" y="40000"/>
                </a:lnTo>
                <a:lnTo>
                  <a:pt x="69615" y="39231"/>
                </a:lnTo>
                <a:lnTo>
                  <a:pt x="68077" y="36154"/>
                </a:lnTo>
                <a:lnTo>
                  <a:pt x="61538" y="29615"/>
                </a:lnTo>
                <a:lnTo>
                  <a:pt x="56923" y="27308"/>
                </a:lnTo>
                <a:lnTo>
                  <a:pt x="53846" y="27308"/>
                </a:lnTo>
                <a:lnTo>
                  <a:pt x="52308" y="26538"/>
                </a:lnTo>
                <a:close/>
                <a:moveTo>
                  <a:pt x="29231" y="48077"/>
                </a:moveTo>
                <a:lnTo>
                  <a:pt x="28846" y="51538"/>
                </a:lnTo>
                <a:lnTo>
                  <a:pt x="29231" y="51923"/>
                </a:lnTo>
                <a:lnTo>
                  <a:pt x="29615" y="52308"/>
                </a:lnTo>
                <a:lnTo>
                  <a:pt x="30385" y="56154"/>
                </a:lnTo>
                <a:lnTo>
                  <a:pt x="31923" y="57692"/>
                </a:lnTo>
                <a:lnTo>
                  <a:pt x="31923" y="58462"/>
                </a:lnTo>
                <a:lnTo>
                  <a:pt x="35385" y="61154"/>
                </a:lnTo>
                <a:lnTo>
                  <a:pt x="41538" y="64231"/>
                </a:lnTo>
                <a:lnTo>
                  <a:pt x="44615" y="64231"/>
                </a:lnTo>
                <a:lnTo>
                  <a:pt x="45000" y="64615"/>
                </a:lnTo>
                <a:lnTo>
                  <a:pt x="45385" y="65000"/>
                </a:lnTo>
                <a:lnTo>
                  <a:pt x="53846" y="65000"/>
                </a:lnTo>
                <a:lnTo>
                  <a:pt x="54231" y="64615"/>
                </a:lnTo>
                <a:lnTo>
                  <a:pt x="54615" y="64231"/>
                </a:lnTo>
                <a:lnTo>
                  <a:pt x="57692" y="64231"/>
                </a:lnTo>
                <a:lnTo>
                  <a:pt x="59231" y="62692"/>
                </a:lnTo>
                <a:lnTo>
                  <a:pt x="64615" y="60385"/>
                </a:lnTo>
                <a:lnTo>
                  <a:pt x="66154" y="58846"/>
                </a:lnTo>
                <a:lnTo>
                  <a:pt x="67308" y="57692"/>
                </a:lnTo>
                <a:lnTo>
                  <a:pt x="68846" y="54615"/>
                </a:lnTo>
                <a:lnTo>
                  <a:pt x="68846" y="53846"/>
                </a:lnTo>
                <a:lnTo>
                  <a:pt x="68846" y="53077"/>
                </a:lnTo>
                <a:lnTo>
                  <a:pt x="70385" y="50000"/>
                </a:lnTo>
                <a:lnTo>
                  <a:pt x="70000" y="48077"/>
                </a:lnTo>
                <a:lnTo>
                  <a:pt x="50769" y="48077"/>
                </a:lnTo>
                <a:lnTo>
                  <a:pt x="49231" y="50385"/>
                </a:lnTo>
                <a:lnTo>
                  <a:pt x="47692" y="48077"/>
                </a:lnTo>
                <a:lnTo>
                  <a:pt x="29231" y="48077"/>
                </a:lnTo>
                <a:close/>
                <a:moveTo>
                  <a:pt x="36154" y="68077"/>
                </a:moveTo>
                <a:lnTo>
                  <a:pt x="34615" y="68846"/>
                </a:lnTo>
                <a:lnTo>
                  <a:pt x="31923" y="71538"/>
                </a:lnTo>
                <a:lnTo>
                  <a:pt x="31923" y="74615"/>
                </a:lnTo>
                <a:lnTo>
                  <a:pt x="33077" y="76538"/>
                </a:lnTo>
                <a:lnTo>
                  <a:pt x="34615" y="77308"/>
                </a:lnTo>
                <a:lnTo>
                  <a:pt x="36923" y="77308"/>
                </a:lnTo>
                <a:lnTo>
                  <a:pt x="37692" y="77308"/>
                </a:lnTo>
                <a:lnTo>
                  <a:pt x="38462" y="77308"/>
                </a:lnTo>
                <a:lnTo>
                  <a:pt x="40385" y="75385"/>
                </a:lnTo>
                <a:lnTo>
                  <a:pt x="41154" y="73077"/>
                </a:lnTo>
                <a:lnTo>
                  <a:pt x="40769" y="72692"/>
                </a:lnTo>
                <a:lnTo>
                  <a:pt x="40385" y="72308"/>
                </a:lnTo>
                <a:lnTo>
                  <a:pt x="40385" y="71538"/>
                </a:lnTo>
                <a:lnTo>
                  <a:pt x="40385" y="70769"/>
                </a:lnTo>
                <a:lnTo>
                  <a:pt x="38462" y="68846"/>
                </a:lnTo>
                <a:lnTo>
                  <a:pt x="37692" y="68846"/>
                </a:lnTo>
                <a:lnTo>
                  <a:pt x="36923" y="68846"/>
                </a:lnTo>
                <a:lnTo>
                  <a:pt x="36538" y="68462"/>
                </a:lnTo>
                <a:lnTo>
                  <a:pt x="36154" y="68077"/>
                </a:lnTo>
                <a:close/>
                <a:moveTo>
                  <a:pt x="61538" y="68077"/>
                </a:moveTo>
                <a:lnTo>
                  <a:pt x="61154" y="68462"/>
                </a:lnTo>
                <a:lnTo>
                  <a:pt x="60769" y="68846"/>
                </a:lnTo>
                <a:lnTo>
                  <a:pt x="60000" y="68846"/>
                </a:lnTo>
                <a:lnTo>
                  <a:pt x="59231" y="68846"/>
                </a:lnTo>
                <a:lnTo>
                  <a:pt x="57308" y="70769"/>
                </a:lnTo>
                <a:lnTo>
                  <a:pt x="57308" y="74615"/>
                </a:lnTo>
                <a:lnTo>
                  <a:pt x="58077" y="76154"/>
                </a:lnTo>
                <a:lnTo>
                  <a:pt x="60000" y="77308"/>
                </a:lnTo>
                <a:lnTo>
                  <a:pt x="60769" y="77308"/>
                </a:lnTo>
                <a:lnTo>
                  <a:pt x="61538" y="77308"/>
                </a:lnTo>
                <a:lnTo>
                  <a:pt x="62308" y="77308"/>
                </a:lnTo>
                <a:lnTo>
                  <a:pt x="63077" y="77308"/>
                </a:lnTo>
                <a:lnTo>
                  <a:pt x="65769" y="74615"/>
                </a:lnTo>
                <a:lnTo>
                  <a:pt x="65769" y="71538"/>
                </a:lnTo>
                <a:lnTo>
                  <a:pt x="65000" y="70000"/>
                </a:lnTo>
                <a:lnTo>
                  <a:pt x="61538" y="68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9390888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99,8 %</a:t>
            </a:r>
            <a:endParaRPr lang="en-US" sz="4400" dirty="0"/>
          </a:p>
        </p:txBody>
      </p:sp>
      <p:sp>
        <p:nvSpPr>
          <p:cNvPr id="31" name="Text 28"/>
          <p:cNvSpPr/>
          <p:nvPr/>
        </p:nvSpPr>
        <p:spPr>
          <a:xfrm>
            <a:off x="9400032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Parents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776472" y="4617720"/>
            <a:ext cx="3904488" cy="169164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3922776" y="4818888"/>
            <a:ext cx="914400" cy="9144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 flipV="1">
            <a:off x="410565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437997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4178808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4581144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4178808" y="5532120"/>
            <a:ext cx="402336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4315968" y="5321808"/>
            <a:ext cx="128016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4946904" y="48280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 du foyer</a:t>
            </a:r>
            <a:endParaRPr lang="en-US" sz="2100" dirty="0"/>
          </a:p>
        </p:txBody>
      </p:sp>
      <p:sp>
        <p:nvSpPr>
          <p:cNvPr id="41" name="Text 38"/>
          <p:cNvSpPr/>
          <p:nvPr/>
        </p:nvSpPr>
        <p:spPr>
          <a:xfrm>
            <a:off x="4946904" y="5340096"/>
            <a:ext cx="2496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plus souvent 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adolescents au foyer.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Foyers de 2 à 5 personnes.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7790688" y="4617720"/>
            <a:ext cx="4123944" cy="1691640"/>
          </a:xfrm>
          <a:prstGeom prst="roundRect">
            <a:avLst>
              <a:gd name="adj" fmla="val 756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7882128" y="4800600"/>
            <a:ext cx="1005840" cy="10058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VECTOR_bag_56"/>
          <p:cNvSpPr/>
          <p:nvPr/>
        </p:nvSpPr>
        <p:spPr>
          <a:xfrm>
            <a:off x="7882128" y="4800600"/>
            <a:ext cx="1005840" cy="10058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Text 42"/>
          <p:cNvSpPr/>
          <p:nvPr/>
        </p:nvSpPr>
        <p:spPr>
          <a:xfrm>
            <a:off x="9208008" y="4846320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Promotions &amp; web</a:t>
            </a:r>
            <a:endParaRPr lang="en-US" sz="1640" dirty="0"/>
          </a:p>
        </p:txBody>
      </p:sp>
      <p:sp>
        <p:nvSpPr>
          <p:cNvPr id="46" name="Text 43"/>
          <p:cNvSpPr/>
          <p:nvPr/>
        </p:nvSpPr>
        <p:spPr>
          <a:xfrm>
            <a:off x="9208008" y="5340096"/>
            <a:ext cx="2514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3,7 achats en promotion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 moyenne. Segment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plus actif sur le web.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13. CLUSTER 3 </a:t>
            </a:r>
            <a:r>
              <a:rPr lang="en-US" sz="36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3600" dirty="0">
                <a:latin typeface="Aptos" pitchFamily="34" charset="0"/>
                <a:ea typeface="Segoe UI" pitchFamily="34" charset="-122"/>
                <a:cs typeface="Segoe UI" pitchFamily="34" charset="-120"/>
              </a:rPr>
              <a:t>Foyers surtout sans enfant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Ce groupe dépense le plus et présente la plus forte réponse observée à la dernière campagne.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Montants : unités du jeu de données · Âges en 2014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Projet de groupe ENSEA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865376"/>
            <a:ext cx="2715768" cy="27157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VECTOR_man_57"/>
          <p:cNvSpPr/>
          <p:nvPr/>
        </p:nvSpPr>
        <p:spPr>
          <a:xfrm>
            <a:off x="457200" y="1865376"/>
            <a:ext cx="2715768" cy="2715768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962" y="16154"/>
                </a:moveTo>
                <a:lnTo>
                  <a:pt x="46154" y="15962"/>
                </a:lnTo>
                <a:lnTo>
                  <a:pt x="51154" y="15962"/>
                </a:lnTo>
                <a:lnTo>
                  <a:pt x="51346" y="16154"/>
                </a:lnTo>
                <a:lnTo>
                  <a:pt x="51538" y="16346"/>
                </a:lnTo>
                <a:lnTo>
                  <a:pt x="52692" y="16346"/>
                </a:lnTo>
                <a:lnTo>
                  <a:pt x="52885" y="16538"/>
                </a:lnTo>
                <a:lnTo>
                  <a:pt x="53077" y="16731"/>
                </a:lnTo>
                <a:lnTo>
                  <a:pt x="54615" y="16731"/>
                </a:lnTo>
                <a:lnTo>
                  <a:pt x="54808" y="16923"/>
                </a:lnTo>
                <a:lnTo>
                  <a:pt x="55000" y="17115"/>
                </a:lnTo>
                <a:lnTo>
                  <a:pt x="56923" y="17115"/>
                </a:lnTo>
                <a:lnTo>
                  <a:pt x="57115" y="16923"/>
                </a:lnTo>
                <a:lnTo>
                  <a:pt x="57308" y="16731"/>
                </a:lnTo>
                <a:lnTo>
                  <a:pt x="60000" y="16346"/>
                </a:lnTo>
                <a:lnTo>
                  <a:pt x="60962" y="17692"/>
                </a:lnTo>
                <a:lnTo>
                  <a:pt x="61346" y="20385"/>
                </a:lnTo>
                <a:lnTo>
                  <a:pt x="61538" y="20577"/>
                </a:lnTo>
                <a:lnTo>
                  <a:pt x="61923" y="20577"/>
                </a:lnTo>
                <a:lnTo>
                  <a:pt x="62115" y="20385"/>
                </a:lnTo>
                <a:lnTo>
                  <a:pt x="62308" y="20192"/>
                </a:lnTo>
                <a:lnTo>
                  <a:pt x="62885" y="20769"/>
                </a:lnTo>
                <a:lnTo>
                  <a:pt x="62885" y="21154"/>
                </a:lnTo>
                <a:lnTo>
                  <a:pt x="62885" y="21538"/>
                </a:lnTo>
                <a:lnTo>
                  <a:pt x="62692" y="21731"/>
                </a:lnTo>
                <a:lnTo>
                  <a:pt x="62500" y="21923"/>
                </a:lnTo>
                <a:lnTo>
                  <a:pt x="62500" y="23077"/>
                </a:lnTo>
                <a:lnTo>
                  <a:pt x="63269" y="23846"/>
                </a:lnTo>
                <a:lnTo>
                  <a:pt x="63269" y="24231"/>
                </a:lnTo>
                <a:lnTo>
                  <a:pt x="63269" y="24615"/>
                </a:lnTo>
                <a:lnTo>
                  <a:pt x="63462" y="24808"/>
                </a:lnTo>
                <a:lnTo>
                  <a:pt x="63654" y="25000"/>
                </a:lnTo>
                <a:lnTo>
                  <a:pt x="63654" y="29615"/>
                </a:lnTo>
                <a:lnTo>
                  <a:pt x="63462" y="29808"/>
                </a:lnTo>
                <a:lnTo>
                  <a:pt x="63269" y="30000"/>
                </a:lnTo>
                <a:lnTo>
                  <a:pt x="63269" y="31538"/>
                </a:lnTo>
                <a:lnTo>
                  <a:pt x="63077" y="31731"/>
                </a:lnTo>
                <a:lnTo>
                  <a:pt x="62885" y="31923"/>
                </a:lnTo>
                <a:lnTo>
                  <a:pt x="62885" y="33462"/>
                </a:lnTo>
                <a:lnTo>
                  <a:pt x="62500" y="34231"/>
                </a:lnTo>
                <a:lnTo>
                  <a:pt x="63077" y="34808"/>
                </a:lnTo>
                <a:lnTo>
                  <a:pt x="63462" y="34808"/>
                </a:lnTo>
                <a:lnTo>
                  <a:pt x="64423" y="36154"/>
                </a:lnTo>
                <a:lnTo>
                  <a:pt x="64423" y="40000"/>
                </a:lnTo>
                <a:lnTo>
                  <a:pt x="64038" y="40769"/>
                </a:lnTo>
                <a:lnTo>
                  <a:pt x="62308" y="42500"/>
                </a:lnTo>
                <a:lnTo>
                  <a:pt x="61154" y="42500"/>
                </a:lnTo>
                <a:lnTo>
                  <a:pt x="60577" y="43077"/>
                </a:lnTo>
                <a:lnTo>
                  <a:pt x="60577" y="43462"/>
                </a:lnTo>
                <a:lnTo>
                  <a:pt x="60577" y="43846"/>
                </a:lnTo>
                <a:lnTo>
                  <a:pt x="59808" y="45000"/>
                </a:lnTo>
                <a:lnTo>
                  <a:pt x="59808" y="45385"/>
                </a:lnTo>
                <a:lnTo>
                  <a:pt x="59808" y="45769"/>
                </a:lnTo>
                <a:lnTo>
                  <a:pt x="59423" y="46538"/>
                </a:lnTo>
                <a:lnTo>
                  <a:pt x="57115" y="49231"/>
                </a:lnTo>
                <a:lnTo>
                  <a:pt x="57308" y="49423"/>
                </a:lnTo>
                <a:lnTo>
                  <a:pt x="57500" y="49615"/>
                </a:lnTo>
                <a:lnTo>
                  <a:pt x="57500" y="52308"/>
                </a:lnTo>
                <a:lnTo>
                  <a:pt x="58077" y="52885"/>
                </a:lnTo>
                <a:lnTo>
                  <a:pt x="58462" y="52885"/>
                </a:lnTo>
                <a:lnTo>
                  <a:pt x="61154" y="55962"/>
                </a:lnTo>
                <a:lnTo>
                  <a:pt x="61538" y="55962"/>
                </a:lnTo>
                <a:lnTo>
                  <a:pt x="61923" y="55962"/>
                </a:lnTo>
                <a:lnTo>
                  <a:pt x="62115" y="56154"/>
                </a:lnTo>
                <a:lnTo>
                  <a:pt x="62308" y="56346"/>
                </a:lnTo>
                <a:lnTo>
                  <a:pt x="62692" y="56346"/>
                </a:lnTo>
                <a:lnTo>
                  <a:pt x="63077" y="56346"/>
                </a:lnTo>
                <a:lnTo>
                  <a:pt x="63269" y="56538"/>
                </a:lnTo>
                <a:lnTo>
                  <a:pt x="63462" y="56731"/>
                </a:lnTo>
                <a:lnTo>
                  <a:pt x="63846" y="56731"/>
                </a:lnTo>
                <a:lnTo>
                  <a:pt x="64231" y="56731"/>
                </a:lnTo>
                <a:lnTo>
                  <a:pt x="64423" y="56923"/>
                </a:lnTo>
                <a:lnTo>
                  <a:pt x="64615" y="57115"/>
                </a:lnTo>
                <a:lnTo>
                  <a:pt x="65000" y="57115"/>
                </a:lnTo>
                <a:lnTo>
                  <a:pt x="65385" y="57115"/>
                </a:lnTo>
                <a:lnTo>
                  <a:pt x="65577" y="57308"/>
                </a:lnTo>
                <a:lnTo>
                  <a:pt x="65769" y="57500"/>
                </a:lnTo>
                <a:lnTo>
                  <a:pt x="67692" y="57885"/>
                </a:lnTo>
                <a:lnTo>
                  <a:pt x="71538" y="59808"/>
                </a:lnTo>
                <a:lnTo>
                  <a:pt x="74038" y="62308"/>
                </a:lnTo>
                <a:lnTo>
                  <a:pt x="75577" y="65385"/>
                </a:lnTo>
                <a:lnTo>
                  <a:pt x="75577" y="65769"/>
                </a:lnTo>
                <a:lnTo>
                  <a:pt x="75577" y="66154"/>
                </a:lnTo>
                <a:lnTo>
                  <a:pt x="75769" y="66346"/>
                </a:lnTo>
                <a:lnTo>
                  <a:pt x="75962" y="66538"/>
                </a:lnTo>
                <a:lnTo>
                  <a:pt x="75962" y="67692"/>
                </a:lnTo>
                <a:lnTo>
                  <a:pt x="76154" y="67885"/>
                </a:lnTo>
                <a:lnTo>
                  <a:pt x="76346" y="68077"/>
                </a:lnTo>
                <a:lnTo>
                  <a:pt x="76346" y="70385"/>
                </a:lnTo>
                <a:lnTo>
                  <a:pt x="76538" y="70577"/>
                </a:lnTo>
                <a:lnTo>
                  <a:pt x="76731" y="70769"/>
                </a:lnTo>
                <a:lnTo>
                  <a:pt x="76731" y="72308"/>
                </a:lnTo>
                <a:lnTo>
                  <a:pt x="76154" y="72885"/>
                </a:lnTo>
                <a:lnTo>
                  <a:pt x="75577" y="72308"/>
                </a:lnTo>
                <a:lnTo>
                  <a:pt x="75577" y="70769"/>
                </a:lnTo>
                <a:lnTo>
                  <a:pt x="75385" y="70577"/>
                </a:lnTo>
                <a:lnTo>
                  <a:pt x="75192" y="70385"/>
                </a:lnTo>
                <a:lnTo>
                  <a:pt x="75192" y="68462"/>
                </a:lnTo>
                <a:lnTo>
                  <a:pt x="75000" y="68269"/>
                </a:lnTo>
                <a:lnTo>
                  <a:pt x="74808" y="68077"/>
                </a:lnTo>
                <a:lnTo>
                  <a:pt x="74808" y="66538"/>
                </a:lnTo>
                <a:lnTo>
                  <a:pt x="74615" y="66346"/>
                </a:lnTo>
                <a:lnTo>
                  <a:pt x="74423" y="66154"/>
                </a:lnTo>
                <a:lnTo>
                  <a:pt x="74423" y="65769"/>
                </a:lnTo>
                <a:lnTo>
                  <a:pt x="74423" y="65385"/>
                </a:lnTo>
                <a:lnTo>
                  <a:pt x="73654" y="63846"/>
                </a:lnTo>
                <a:lnTo>
                  <a:pt x="71154" y="60962"/>
                </a:lnTo>
                <a:lnTo>
                  <a:pt x="70769" y="60962"/>
                </a:lnTo>
                <a:lnTo>
                  <a:pt x="70000" y="60192"/>
                </a:lnTo>
                <a:lnTo>
                  <a:pt x="68462" y="59423"/>
                </a:lnTo>
                <a:lnTo>
                  <a:pt x="68077" y="59423"/>
                </a:lnTo>
                <a:lnTo>
                  <a:pt x="67692" y="59423"/>
                </a:lnTo>
                <a:lnTo>
                  <a:pt x="66538" y="58654"/>
                </a:lnTo>
                <a:lnTo>
                  <a:pt x="66154" y="58654"/>
                </a:lnTo>
                <a:lnTo>
                  <a:pt x="65769" y="58654"/>
                </a:lnTo>
                <a:lnTo>
                  <a:pt x="65577" y="58462"/>
                </a:lnTo>
                <a:lnTo>
                  <a:pt x="65385" y="58269"/>
                </a:lnTo>
                <a:lnTo>
                  <a:pt x="63462" y="57885"/>
                </a:lnTo>
                <a:lnTo>
                  <a:pt x="62308" y="57115"/>
                </a:lnTo>
                <a:lnTo>
                  <a:pt x="61154" y="57115"/>
                </a:lnTo>
                <a:lnTo>
                  <a:pt x="60577" y="57692"/>
                </a:lnTo>
                <a:lnTo>
                  <a:pt x="57500" y="63846"/>
                </a:lnTo>
                <a:lnTo>
                  <a:pt x="57500" y="64231"/>
                </a:lnTo>
                <a:lnTo>
                  <a:pt x="57500" y="64615"/>
                </a:lnTo>
                <a:lnTo>
                  <a:pt x="56923" y="65192"/>
                </a:lnTo>
                <a:lnTo>
                  <a:pt x="56538" y="65192"/>
                </a:lnTo>
                <a:lnTo>
                  <a:pt x="56154" y="65192"/>
                </a:lnTo>
                <a:lnTo>
                  <a:pt x="55385" y="64423"/>
                </a:lnTo>
                <a:lnTo>
                  <a:pt x="55000" y="64423"/>
                </a:lnTo>
                <a:lnTo>
                  <a:pt x="53077" y="62500"/>
                </a:lnTo>
                <a:lnTo>
                  <a:pt x="52692" y="62500"/>
                </a:lnTo>
                <a:lnTo>
                  <a:pt x="51538" y="61346"/>
                </a:lnTo>
                <a:lnTo>
                  <a:pt x="50769" y="60962"/>
                </a:lnTo>
                <a:lnTo>
                  <a:pt x="50385" y="60962"/>
                </a:lnTo>
                <a:lnTo>
                  <a:pt x="50192" y="61154"/>
                </a:lnTo>
                <a:lnTo>
                  <a:pt x="50192" y="63846"/>
                </a:lnTo>
                <a:lnTo>
                  <a:pt x="50192" y="64231"/>
                </a:lnTo>
                <a:lnTo>
                  <a:pt x="50192" y="64615"/>
                </a:lnTo>
                <a:lnTo>
                  <a:pt x="50385" y="64808"/>
                </a:lnTo>
                <a:lnTo>
                  <a:pt x="50577" y="65000"/>
                </a:lnTo>
                <a:lnTo>
                  <a:pt x="50577" y="66538"/>
                </a:lnTo>
                <a:lnTo>
                  <a:pt x="50192" y="67308"/>
                </a:lnTo>
                <a:lnTo>
                  <a:pt x="50385" y="67500"/>
                </a:lnTo>
                <a:lnTo>
                  <a:pt x="50577" y="67692"/>
                </a:lnTo>
                <a:lnTo>
                  <a:pt x="50000" y="68269"/>
                </a:lnTo>
                <a:lnTo>
                  <a:pt x="49615" y="68269"/>
                </a:lnTo>
                <a:lnTo>
                  <a:pt x="49038" y="67692"/>
                </a:lnTo>
                <a:lnTo>
                  <a:pt x="49038" y="64615"/>
                </a:lnTo>
                <a:lnTo>
                  <a:pt x="49231" y="64423"/>
                </a:lnTo>
                <a:lnTo>
                  <a:pt x="49423" y="64231"/>
                </a:lnTo>
                <a:lnTo>
                  <a:pt x="49423" y="61538"/>
                </a:lnTo>
                <a:lnTo>
                  <a:pt x="48846" y="60962"/>
                </a:lnTo>
                <a:lnTo>
                  <a:pt x="48077" y="61731"/>
                </a:lnTo>
                <a:lnTo>
                  <a:pt x="47692" y="61731"/>
                </a:lnTo>
                <a:lnTo>
                  <a:pt x="45385" y="64038"/>
                </a:lnTo>
                <a:lnTo>
                  <a:pt x="45000" y="64038"/>
                </a:lnTo>
                <a:lnTo>
                  <a:pt x="43846" y="65192"/>
                </a:lnTo>
                <a:lnTo>
                  <a:pt x="43462" y="65192"/>
                </a:lnTo>
                <a:lnTo>
                  <a:pt x="42500" y="64231"/>
                </a:lnTo>
                <a:lnTo>
                  <a:pt x="39038" y="57308"/>
                </a:lnTo>
                <a:lnTo>
                  <a:pt x="37692" y="57115"/>
                </a:lnTo>
                <a:lnTo>
                  <a:pt x="35385" y="58269"/>
                </a:lnTo>
                <a:lnTo>
                  <a:pt x="33462" y="58654"/>
                </a:lnTo>
                <a:lnTo>
                  <a:pt x="31538" y="59808"/>
                </a:lnTo>
                <a:lnTo>
                  <a:pt x="31154" y="59808"/>
                </a:lnTo>
                <a:lnTo>
                  <a:pt x="30769" y="59808"/>
                </a:lnTo>
                <a:lnTo>
                  <a:pt x="30000" y="60577"/>
                </a:lnTo>
                <a:lnTo>
                  <a:pt x="29615" y="60577"/>
                </a:lnTo>
                <a:lnTo>
                  <a:pt x="26346" y="63846"/>
                </a:lnTo>
                <a:lnTo>
                  <a:pt x="25192" y="66154"/>
                </a:lnTo>
                <a:lnTo>
                  <a:pt x="25192" y="66538"/>
                </a:lnTo>
                <a:lnTo>
                  <a:pt x="25192" y="66923"/>
                </a:lnTo>
                <a:lnTo>
                  <a:pt x="25000" y="67115"/>
                </a:lnTo>
                <a:lnTo>
                  <a:pt x="24808" y="67308"/>
                </a:lnTo>
                <a:lnTo>
                  <a:pt x="24808" y="68462"/>
                </a:lnTo>
                <a:lnTo>
                  <a:pt x="24615" y="68654"/>
                </a:lnTo>
                <a:lnTo>
                  <a:pt x="24423" y="68846"/>
                </a:lnTo>
                <a:lnTo>
                  <a:pt x="24423" y="72308"/>
                </a:lnTo>
                <a:lnTo>
                  <a:pt x="23846" y="72885"/>
                </a:lnTo>
                <a:lnTo>
                  <a:pt x="23462" y="72885"/>
                </a:lnTo>
                <a:lnTo>
                  <a:pt x="23269" y="72692"/>
                </a:lnTo>
                <a:lnTo>
                  <a:pt x="23269" y="69231"/>
                </a:lnTo>
                <a:lnTo>
                  <a:pt x="23462" y="69038"/>
                </a:lnTo>
                <a:lnTo>
                  <a:pt x="23654" y="68846"/>
                </a:lnTo>
                <a:lnTo>
                  <a:pt x="24038" y="66154"/>
                </a:lnTo>
                <a:lnTo>
                  <a:pt x="25962" y="62308"/>
                </a:lnTo>
                <a:lnTo>
                  <a:pt x="28077" y="60192"/>
                </a:lnTo>
                <a:lnTo>
                  <a:pt x="28462" y="60192"/>
                </a:lnTo>
                <a:lnTo>
                  <a:pt x="29231" y="59423"/>
                </a:lnTo>
                <a:lnTo>
                  <a:pt x="31538" y="58269"/>
                </a:lnTo>
                <a:lnTo>
                  <a:pt x="31923" y="58269"/>
                </a:lnTo>
                <a:lnTo>
                  <a:pt x="32308" y="58269"/>
                </a:lnTo>
                <a:lnTo>
                  <a:pt x="35385" y="56731"/>
                </a:lnTo>
                <a:lnTo>
                  <a:pt x="36538" y="56731"/>
                </a:lnTo>
                <a:lnTo>
                  <a:pt x="36731" y="56538"/>
                </a:lnTo>
                <a:lnTo>
                  <a:pt x="36923" y="56346"/>
                </a:lnTo>
                <a:lnTo>
                  <a:pt x="38846" y="55962"/>
                </a:lnTo>
                <a:lnTo>
                  <a:pt x="40192" y="54231"/>
                </a:lnTo>
                <a:lnTo>
                  <a:pt x="40192" y="53846"/>
                </a:lnTo>
                <a:lnTo>
                  <a:pt x="41923" y="52115"/>
                </a:lnTo>
                <a:lnTo>
                  <a:pt x="42308" y="52115"/>
                </a:lnTo>
                <a:lnTo>
                  <a:pt x="42500" y="51923"/>
                </a:lnTo>
                <a:lnTo>
                  <a:pt x="42500" y="49231"/>
                </a:lnTo>
                <a:lnTo>
                  <a:pt x="40962" y="47692"/>
                </a:lnTo>
                <a:lnTo>
                  <a:pt x="39423" y="44615"/>
                </a:lnTo>
                <a:lnTo>
                  <a:pt x="39423" y="44231"/>
                </a:lnTo>
                <a:lnTo>
                  <a:pt x="39423" y="43846"/>
                </a:lnTo>
                <a:lnTo>
                  <a:pt x="39038" y="43077"/>
                </a:lnTo>
                <a:lnTo>
                  <a:pt x="38462" y="42500"/>
                </a:lnTo>
                <a:lnTo>
                  <a:pt x="38077" y="42500"/>
                </a:lnTo>
                <a:lnTo>
                  <a:pt x="37692" y="42500"/>
                </a:lnTo>
                <a:lnTo>
                  <a:pt x="35577" y="40385"/>
                </a:lnTo>
                <a:lnTo>
                  <a:pt x="35192" y="39615"/>
                </a:lnTo>
                <a:lnTo>
                  <a:pt x="35192" y="36538"/>
                </a:lnTo>
                <a:lnTo>
                  <a:pt x="35577" y="35769"/>
                </a:lnTo>
                <a:lnTo>
                  <a:pt x="36923" y="34423"/>
                </a:lnTo>
                <a:lnTo>
                  <a:pt x="37308" y="34423"/>
                </a:lnTo>
                <a:lnTo>
                  <a:pt x="37500" y="34231"/>
                </a:lnTo>
                <a:lnTo>
                  <a:pt x="37500" y="33846"/>
                </a:lnTo>
                <a:lnTo>
                  <a:pt x="37500" y="33462"/>
                </a:lnTo>
                <a:lnTo>
                  <a:pt x="37308" y="33269"/>
                </a:lnTo>
                <a:lnTo>
                  <a:pt x="37115" y="33077"/>
                </a:lnTo>
                <a:lnTo>
                  <a:pt x="37115" y="31538"/>
                </a:lnTo>
                <a:lnTo>
                  <a:pt x="36923" y="31346"/>
                </a:lnTo>
                <a:lnTo>
                  <a:pt x="36731" y="31154"/>
                </a:lnTo>
                <a:lnTo>
                  <a:pt x="36731" y="28846"/>
                </a:lnTo>
                <a:lnTo>
                  <a:pt x="36538" y="28654"/>
                </a:lnTo>
                <a:lnTo>
                  <a:pt x="36346" y="28462"/>
                </a:lnTo>
                <a:lnTo>
                  <a:pt x="36346" y="24231"/>
                </a:lnTo>
                <a:lnTo>
                  <a:pt x="36538" y="24038"/>
                </a:lnTo>
                <a:lnTo>
                  <a:pt x="36731" y="23846"/>
                </a:lnTo>
                <a:lnTo>
                  <a:pt x="36731" y="23462"/>
                </a:lnTo>
                <a:lnTo>
                  <a:pt x="36731" y="23077"/>
                </a:lnTo>
                <a:lnTo>
                  <a:pt x="38462" y="21346"/>
                </a:lnTo>
                <a:lnTo>
                  <a:pt x="39615" y="21346"/>
                </a:lnTo>
                <a:lnTo>
                  <a:pt x="40192" y="20769"/>
                </a:lnTo>
                <a:lnTo>
                  <a:pt x="40192" y="20385"/>
                </a:lnTo>
                <a:lnTo>
                  <a:pt x="40192" y="20000"/>
                </a:lnTo>
                <a:lnTo>
                  <a:pt x="40577" y="19231"/>
                </a:lnTo>
                <a:lnTo>
                  <a:pt x="42308" y="17500"/>
                </a:lnTo>
                <a:lnTo>
                  <a:pt x="44615" y="16346"/>
                </a:lnTo>
                <a:lnTo>
                  <a:pt x="45962" y="16154"/>
                </a:lnTo>
                <a:close/>
                <a:moveTo>
                  <a:pt x="45769" y="17115"/>
                </a:moveTo>
                <a:lnTo>
                  <a:pt x="45577" y="17308"/>
                </a:lnTo>
                <a:lnTo>
                  <a:pt x="45385" y="17500"/>
                </a:lnTo>
                <a:lnTo>
                  <a:pt x="45000" y="17500"/>
                </a:lnTo>
                <a:lnTo>
                  <a:pt x="44615" y="17500"/>
                </a:lnTo>
                <a:lnTo>
                  <a:pt x="43077" y="18269"/>
                </a:lnTo>
                <a:lnTo>
                  <a:pt x="41731" y="19615"/>
                </a:lnTo>
                <a:lnTo>
                  <a:pt x="40962" y="21154"/>
                </a:lnTo>
                <a:lnTo>
                  <a:pt x="40962" y="21538"/>
                </a:lnTo>
                <a:lnTo>
                  <a:pt x="40962" y="21923"/>
                </a:lnTo>
                <a:lnTo>
                  <a:pt x="39615" y="22115"/>
                </a:lnTo>
                <a:lnTo>
                  <a:pt x="37885" y="23462"/>
                </a:lnTo>
                <a:lnTo>
                  <a:pt x="37500" y="24231"/>
                </a:lnTo>
                <a:lnTo>
                  <a:pt x="37500" y="28462"/>
                </a:lnTo>
                <a:lnTo>
                  <a:pt x="37692" y="28654"/>
                </a:lnTo>
                <a:lnTo>
                  <a:pt x="37885" y="28846"/>
                </a:lnTo>
                <a:lnTo>
                  <a:pt x="37885" y="30769"/>
                </a:lnTo>
                <a:lnTo>
                  <a:pt x="38077" y="30962"/>
                </a:lnTo>
                <a:lnTo>
                  <a:pt x="38269" y="31154"/>
                </a:lnTo>
                <a:lnTo>
                  <a:pt x="38269" y="32308"/>
                </a:lnTo>
                <a:lnTo>
                  <a:pt x="38462" y="32500"/>
                </a:lnTo>
                <a:lnTo>
                  <a:pt x="38846" y="32500"/>
                </a:lnTo>
                <a:lnTo>
                  <a:pt x="39038" y="32308"/>
                </a:lnTo>
                <a:lnTo>
                  <a:pt x="39038" y="31923"/>
                </a:lnTo>
                <a:lnTo>
                  <a:pt x="39038" y="31538"/>
                </a:lnTo>
                <a:lnTo>
                  <a:pt x="40192" y="29615"/>
                </a:lnTo>
                <a:lnTo>
                  <a:pt x="40192" y="29231"/>
                </a:lnTo>
                <a:lnTo>
                  <a:pt x="40192" y="28846"/>
                </a:lnTo>
                <a:lnTo>
                  <a:pt x="40385" y="28654"/>
                </a:lnTo>
                <a:lnTo>
                  <a:pt x="40577" y="28462"/>
                </a:lnTo>
                <a:lnTo>
                  <a:pt x="40577" y="28077"/>
                </a:lnTo>
                <a:lnTo>
                  <a:pt x="40577" y="27692"/>
                </a:lnTo>
                <a:lnTo>
                  <a:pt x="40962" y="26923"/>
                </a:lnTo>
                <a:lnTo>
                  <a:pt x="42692" y="25577"/>
                </a:lnTo>
                <a:lnTo>
                  <a:pt x="43846" y="25577"/>
                </a:lnTo>
                <a:lnTo>
                  <a:pt x="44038" y="25769"/>
                </a:lnTo>
                <a:lnTo>
                  <a:pt x="44231" y="25962"/>
                </a:lnTo>
                <a:lnTo>
                  <a:pt x="44615" y="25962"/>
                </a:lnTo>
                <a:lnTo>
                  <a:pt x="45000" y="25962"/>
                </a:lnTo>
                <a:lnTo>
                  <a:pt x="46538" y="26731"/>
                </a:lnTo>
                <a:lnTo>
                  <a:pt x="47692" y="26731"/>
                </a:lnTo>
                <a:lnTo>
                  <a:pt x="47885" y="26923"/>
                </a:lnTo>
                <a:lnTo>
                  <a:pt x="48077" y="27115"/>
                </a:lnTo>
                <a:lnTo>
                  <a:pt x="52308" y="27115"/>
                </a:lnTo>
                <a:lnTo>
                  <a:pt x="52500" y="26923"/>
                </a:lnTo>
                <a:lnTo>
                  <a:pt x="52692" y="26731"/>
                </a:lnTo>
                <a:lnTo>
                  <a:pt x="54615" y="26731"/>
                </a:lnTo>
                <a:lnTo>
                  <a:pt x="54808" y="26538"/>
                </a:lnTo>
                <a:lnTo>
                  <a:pt x="55000" y="26346"/>
                </a:lnTo>
                <a:lnTo>
                  <a:pt x="56923" y="25962"/>
                </a:lnTo>
                <a:lnTo>
                  <a:pt x="59231" y="24808"/>
                </a:lnTo>
                <a:lnTo>
                  <a:pt x="60962" y="23077"/>
                </a:lnTo>
                <a:lnTo>
                  <a:pt x="60962" y="22692"/>
                </a:lnTo>
                <a:lnTo>
                  <a:pt x="61731" y="21923"/>
                </a:lnTo>
                <a:lnTo>
                  <a:pt x="60577" y="21154"/>
                </a:lnTo>
                <a:lnTo>
                  <a:pt x="60192" y="20385"/>
                </a:lnTo>
                <a:lnTo>
                  <a:pt x="60192" y="20000"/>
                </a:lnTo>
                <a:lnTo>
                  <a:pt x="60192" y="19615"/>
                </a:lnTo>
                <a:lnTo>
                  <a:pt x="60000" y="19423"/>
                </a:lnTo>
                <a:lnTo>
                  <a:pt x="59808" y="19231"/>
                </a:lnTo>
                <a:lnTo>
                  <a:pt x="59808" y="18846"/>
                </a:lnTo>
                <a:lnTo>
                  <a:pt x="59808" y="18462"/>
                </a:lnTo>
                <a:lnTo>
                  <a:pt x="59231" y="17500"/>
                </a:lnTo>
                <a:lnTo>
                  <a:pt x="58462" y="17885"/>
                </a:lnTo>
                <a:lnTo>
                  <a:pt x="56538" y="17885"/>
                </a:lnTo>
                <a:lnTo>
                  <a:pt x="56346" y="18077"/>
                </a:lnTo>
                <a:lnTo>
                  <a:pt x="56154" y="18269"/>
                </a:lnTo>
                <a:lnTo>
                  <a:pt x="55769" y="18269"/>
                </a:lnTo>
                <a:lnTo>
                  <a:pt x="55385" y="18269"/>
                </a:lnTo>
                <a:lnTo>
                  <a:pt x="55192" y="18077"/>
                </a:lnTo>
                <a:lnTo>
                  <a:pt x="55000" y="17885"/>
                </a:lnTo>
                <a:lnTo>
                  <a:pt x="53462" y="17885"/>
                </a:lnTo>
                <a:lnTo>
                  <a:pt x="53269" y="17692"/>
                </a:lnTo>
                <a:lnTo>
                  <a:pt x="53077" y="17500"/>
                </a:lnTo>
                <a:lnTo>
                  <a:pt x="51923" y="17500"/>
                </a:lnTo>
                <a:lnTo>
                  <a:pt x="51731" y="17308"/>
                </a:lnTo>
                <a:lnTo>
                  <a:pt x="51538" y="17115"/>
                </a:lnTo>
                <a:lnTo>
                  <a:pt x="45769" y="17115"/>
                </a:lnTo>
                <a:close/>
                <a:moveTo>
                  <a:pt x="61538" y="24038"/>
                </a:moveTo>
                <a:lnTo>
                  <a:pt x="59615" y="25962"/>
                </a:lnTo>
                <a:lnTo>
                  <a:pt x="59231" y="25962"/>
                </a:lnTo>
                <a:lnTo>
                  <a:pt x="59038" y="26154"/>
                </a:lnTo>
                <a:lnTo>
                  <a:pt x="59038" y="27692"/>
                </a:lnTo>
                <a:lnTo>
                  <a:pt x="60192" y="30000"/>
                </a:lnTo>
                <a:lnTo>
                  <a:pt x="60192" y="30385"/>
                </a:lnTo>
                <a:lnTo>
                  <a:pt x="60192" y="30769"/>
                </a:lnTo>
                <a:lnTo>
                  <a:pt x="60385" y="30962"/>
                </a:lnTo>
                <a:lnTo>
                  <a:pt x="60577" y="31154"/>
                </a:lnTo>
                <a:lnTo>
                  <a:pt x="60577" y="31538"/>
                </a:lnTo>
                <a:lnTo>
                  <a:pt x="60577" y="31923"/>
                </a:lnTo>
                <a:lnTo>
                  <a:pt x="60962" y="32692"/>
                </a:lnTo>
                <a:lnTo>
                  <a:pt x="60962" y="33077"/>
                </a:lnTo>
                <a:lnTo>
                  <a:pt x="60962" y="33462"/>
                </a:lnTo>
                <a:lnTo>
                  <a:pt x="61154" y="33654"/>
                </a:lnTo>
                <a:lnTo>
                  <a:pt x="61538" y="33654"/>
                </a:lnTo>
                <a:lnTo>
                  <a:pt x="61731" y="33462"/>
                </a:lnTo>
                <a:lnTo>
                  <a:pt x="61731" y="33077"/>
                </a:lnTo>
                <a:lnTo>
                  <a:pt x="61731" y="32692"/>
                </a:lnTo>
                <a:lnTo>
                  <a:pt x="61923" y="32500"/>
                </a:lnTo>
                <a:lnTo>
                  <a:pt x="62115" y="32308"/>
                </a:lnTo>
                <a:lnTo>
                  <a:pt x="62115" y="30769"/>
                </a:lnTo>
                <a:lnTo>
                  <a:pt x="62308" y="30577"/>
                </a:lnTo>
                <a:lnTo>
                  <a:pt x="62500" y="30385"/>
                </a:lnTo>
                <a:lnTo>
                  <a:pt x="62500" y="25385"/>
                </a:lnTo>
                <a:lnTo>
                  <a:pt x="62308" y="25192"/>
                </a:lnTo>
                <a:lnTo>
                  <a:pt x="62115" y="25000"/>
                </a:lnTo>
                <a:lnTo>
                  <a:pt x="62115" y="24615"/>
                </a:lnTo>
                <a:lnTo>
                  <a:pt x="62115" y="24231"/>
                </a:lnTo>
                <a:lnTo>
                  <a:pt x="61923" y="24038"/>
                </a:lnTo>
                <a:lnTo>
                  <a:pt x="61538" y="24038"/>
                </a:lnTo>
                <a:close/>
                <a:moveTo>
                  <a:pt x="42692" y="26731"/>
                </a:moveTo>
                <a:lnTo>
                  <a:pt x="42115" y="27308"/>
                </a:lnTo>
                <a:lnTo>
                  <a:pt x="41731" y="28077"/>
                </a:lnTo>
                <a:lnTo>
                  <a:pt x="41731" y="28462"/>
                </a:lnTo>
                <a:lnTo>
                  <a:pt x="41731" y="28846"/>
                </a:lnTo>
                <a:lnTo>
                  <a:pt x="40192" y="31538"/>
                </a:lnTo>
                <a:lnTo>
                  <a:pt x="40192" y="31923"/>
                </a:lnTo>
                <a:lnTo>
                  <a:pt x="40192" y="32308"/>
                </a:lnTo>
                <a:lnTo>
                  <a:pt x="40000" y="32500"/>
                </a:lnTo>
                <a:lnTo>
                  <a:pt x="39808" y="32692"/>
                </a:lnTo>
                <a:lnTo>
                  <a:pt x="39808" y="33077"/>
                </a:lnTo>
                <a:lnTo>
                  <a:pt x="39808" y="33462"/>
                </a:lnTo>
                <a:lnTo>
                  <a:pt x="39038" y="35000"/>
                </a:lnTo>
                <a:lnTo>
                  <a:pt x="39038" y="35385"/>
                </a:lnTo>
                <a:lnTo>
                  <a:pt x="40000" y="36346"/>
                </a:lnTo>
                <a:lnTo>
                  <a:pt x="40385" y="36346"/>
                </a:lnTo>
                <a:lnTo>
                  <a:pt x="40962" y="35769"/>
                </a:lnTo>
                <a:lnTo>
                  <a:pt x="40962" y="35385"/>
                </a:lnTo>
                <a:lnTo>
                  <a:pt x="40962" y="35000"/>
                </a:lnTo>
                <a:lnTo>
                  <a:pt x="41346" y="34231"/>
                </a:lnTo>
                <a:lnTo>
                  <a:pt x="41923" y="33654"/>
                </a:lnTo>
                <a:lnTo>
                  <a:pt x="43462" y="32885"/>
                </a:lnTo>
                <a:lnTo>
                  <a:pt x="45769" y="32885"/>
                </a:lnTo>
                <a:lnTo>
                  <a:pt x="46538" y="33269"/>
                </a:lnTo>
                <a:lnTo>
                  <a:pt x="48269" y="35000"/>
                </a:lnTo>
                <a:lnTo>
                  <a:pt x="48269" y="35385"/>
                </a:lnTo>
                <a:lnTo>
                  <a:pt x="48846" y="35962"/>
                </a:lnTo>
                <a:lnTo>
                  <a:pt x="51154" y="35962"/>
                </a:lnTo>
                <a:lnTo>
                  <a:pt x="51731" y="34615"/>
                </a:lnTo>
                <a:lnTo>
                  <a:pt x="52692" y="33654"/>
                </a:lnTo>
                <a:lnTo>
                  <a:pt x="54231" y="32885"/>
                </a:lnTo>
                <a:lnTo>
                  <a:pt x="54615" y="32885"/>
                </a:lnTo>
                <a:lnTo>
                  <a:pt x="55000" y="32885"/>
                </a:lnTo>
                <a:lnTo>
                  <a:pt x="56154" y="32885"/>
                </a:lnTo>
                <a:lnTo>
                  <a:pt x="57692" y="33654"/>
                </a:lnTo>
                <a:lnTo>
                  <a:pt x="58654" y="34615"/>
                </a:lnTo>
                <a:lnTo>
                  <a:pt x="58654" y="35000"/>
                </a:lnTo>
                <a:lnTo>
                  <a:pt x="58654" y="35385"/>
                </a:lnTo>
                <a:lnTo>
                  <a:pt x="59231" y="35962"/>
                </a:lnTo>
                <a:lnTo>
                  <a:pt x="60577" y="35385"/>
                </a:lnTo>
                <a:lnTo>
                  <a:pt x="60577" y="34231"/>
                </a:lnTo>
                <a:lnTo>
                  <a:pt x="60385" y="34038"/>
                </a:lnTo>
                <a:lnTo>
                  <a:pt x="60192" y="33846"/>
                </a:lnTo>
                <a:lnTo>
                  <a:pt x="59808" y="31923"/>
                </a:lnTo>
                <a:lnTo>
                  <a:pt x="58269" y="29231"/>
                </a:lnTo>
                <a:lnTo>
                  <a:pt x="57885" y="27308"/>
                </a:lnTo>
                <a:lnTo>
                  <a:pt x="57308" y="26731"/>
                </a:lnTo>
                <a:lnTo>
                  <a:pt x="56538" y="27115"/>
                </a:lnTo>
                <a:lnTo>
                  <a:pt x="56154" y="27115"/>
                </a:lnTo>
                <a:lnTo>
                  <a:pt x="55769" y="27115"/>
                </a:lnTo>
                <a:lnTo>
                  <a:pt x="55577" y="27308"/>
                </a:lnTo>
                <a:lnTo>
                  <a:pt x="55385" y="27500"/>
                </a:lnTo>
                <a:lnTo>
                  <a:pt x="54231" y="27500"/>
                </a:lnTo>
                <a:lnTo>
                  <a:pt x="54038" y="27692"/>
                </a:lnTo>
                <a:lnTo>
                  <a:pt x="53846" y="27885"/>
                </a:lnTo>
                <a:lnTo>
                  <a:pt x="51923" y="27885"/>
                </a:lnTo>
                <a:lnTo>
                  <a:pt x="51731" y="28077"/>
                </a:lnTo>
                <a:lnTo>
                  <a:pt x="51538" y="28269"/>
                </a:lnTo>
                <a:lnTo>
                  <a:pt x="47692" y="28269"/>
                </a:lnTo>
                <a:lnTo>
                  <a:pt x="47500" y="28077"/>
                </a:lnTo>
                <a:lnTo>
                  <a:pt x="47308" y="27885"/>
                </a:lnTo>
                <a:lnTo>
                  <a:pt x="46154" y="27885"/>
                </a:lnTo>
                <a:lnTo>
                  <a:pt x="45962" y="27692"/>
                </a:lnTo>
                <a:lnTo>
                  <a:pt x="45769" y="27500"/>
                </a:lnTo>
                <a:lnTo>
                  <a:pt x="44615" y="27500"/>
                </a:lnTo>
                <a:lnTo>
                  <a:pt x="44423" y="27308"/>
                </a:lnTo>
                <a:lnTo>
                  <a:pt x="44231" y="27115"/>
                </a:lnTo>
                <a:lnTo>
                  <a:pt x="43846" y="27115"/>
                </a:lnTo>
                <a:lnTo>
                  <a:pt x="43462" y="27115"/>
                </a:lnTo>
                <a:lnTo>
                  <a:pt x="42692" y="26731"/>
                </a:lnTo>
                <a:close/>
                <a:moveTo>
                  <a:pt x="43462" y="34038"/>
                </a:moveTo>
                <a:lnTo>
                  <a:pt x="42115" y="35385"/>
                </a:lnTo>
                <a:lnTo>
                  <a:pt x="41731" y="36154"/>
                </a:lnTo>
                <a:lnTo>
                  <a:pt x="41731" y="38077"/>
                </a:lnTo>
                <a:lnTo>
                  <a:pt x="43462" y="39808"/>
                </a:lnTo>
                <a:lnTo>
                  <a:pt x="45769" y="39808"/>
                </a:lnTo>
                <a:lnTo>
                  <a:pt x="45962" y="39615"/>
                </a:lnTo>
                <a:lnTo>
                  <a:pt x="46154" y="39423"/>
                </a:lnTo>
                <a:lnTo>
                  <a:pt x="46538" y="39423"/>
                </a:lnTo>
                <a:lnTo>
                  <a:pt x="47500" y="38077"/>
                </a:lnTo>
                <a:lnTo>
                  <a:pt x="47500" y="37692"/>
                </a:lnTo>
                <a:lnTo>
                  <a:pt x="47500" y="37308"/>
                </a:lnTo>
                <a:lnTo>
                  <a:pt x="47692" y="37115"/>
                </a:lnTo>
                <a:lnTo>
                  <a:pt x="47885" y="36923"/>
                </a:lnTo>
                <a:lnTo>
                  <a:pt x="47692" y="36731"/>
                </a:lnTo>
                <a:lnTo>
                  <a:pt x="47500" y="36538"/>
                </a:lnTo>
                <a:lnTo>
                  <a:pt x="47500" y="36154"/>
                </a:lnTo>
                <a:lnTo>
                  <a:pt x="47500" y="35769"/>
                </a:lnTo>
                <a:lnTo>
                  <a:pt x="47115" y="35000"/>
                </a:lnTo>
                <a:lnTo>
                  <a:pt x="45769" y="34038"/>
                </a:lnTo>
                <a:lnTo>
                  <a:pt x="43462" y="34038"/>
                </a:lnTo>
                <a:close/>
                <a:moveTo>
                  <a:pt x="54231" y="34038"/>
                </a:moveTo>
                <a:lnTo>
                  <a:pt x="53462" y="34808"/>
                </a:lnTo>
                <a:lnTo>
                  <a:pt x="53077" y="34808"/>
                </a:lnTo>
                <a:lnTo>
                  <a:pt x="52885" y="35000"/>
                </a:lnTo>
                <a:lnTo>
                  <a:pt x="52115" y="37308"/>
                </a:lnTo>
                <a:lnTo>
                  <a:pt x="52885" y="38846"/>
                </a:lnTo>
                <a:lnTo>
                  <a:pt x="53462" y="39423"/>
                </a:lnTo>
                <a:lnTo>
                  <a:pt x="54231" y="39808"/>
                </a:lnTo>
                <a:lnTo>
                  <a:pt x="55769" y="39808"/>
                </a:lnTo>
                <a:lnTo>
                  <a:pt x="56923" y="39423"/>
                </a:lnTo>
                <a:lnTo>
                  <a:pt x="57500" y="38846"/>
                </a:lnTo>
                <a:lnTo>
                  <a:pt x="57885" y="38077"/>
                </a:lnTo>
                <a:lnTo>
                  <a:pt x="57885" y="35769"/>
                </a:lnTo>
                <a:lnTo>
                  <a:pt x="57500" y="35000"/>
                </a:lnTo>
                <a:lnTo>
                  <a:pt x="56154" y="34038"/>
                </a:lnTo>
                <a:lnTo>
                  <a:pt x="54231" y="34038"/>
                </a:lnTo>
                <a:close/>
                <a:moveTo>
                  <a:pt x="37308" y="35577"/>
                </a:moveTo>
                <a:lnTo>
                  <a:pt x="36346" y="36923"/>
                </a:lnTo>
                <a:lnTo>
                  <a:pt x="36346" y="38846"/>
                </a:lnTo>
                <a:lnTo>
                  <a:pt x="36538" y="39038"/>
                </a:lnTo>
                <a:lnTo>
                  <a:pt x="36731" y="39231"/>
                </a:lnTo>
                <a:lnTo>
                  <a:pt x="36731" y="39615"/>
                </a:lnTo>
                <a:lnTo>
                  <a:pt x="36731" y="40000"/>
                </a:lnTo>
                <a:lnTo>
                  <a:pt x="37885" y="41154"/>
                </a:lnTo>
                <a:lnTo>
                  <a:pt x="38077" y="41346"/>
                </a:lnTo>
                <a:lnTo>
                  <a:pt x="38462" y="41346"/>
                </a:lnTo>
                <a:lnTo>
                  <a:pt x="38654" y="40385"/>
                </a:lnTo>
                <a:lnTo>
                  <a:pt x="38462" y="40192"/>
                </a:lnTo>
                <a:lnTo>
                  <a:pt x="38269" y="40000"/>
                </a:lnTo>
                <a:lnTo>
                  <a:pt x="38269" y="38462"/>
                </a:lnTo>
                <a:lnTo>
                  <a:pt x="38077" y="38269"/>
                </a:lnTo>
                <a:lnTo>
                  <a:pt x="37885" y="38077"/>
                </a:lnTo>
                <a:lnTo>
                  <a:pt x="37885" y="35769"/>
                </a:lnTo>
                <a:lnTo>
                  <a:pt x="37692" y="35577"/>
                </a:lnTo>
                <a:lnTo>
                  <a:pt x="37308" y="35577"/>
                </a:lnTo>
                <a:close/>
                <a:moveTo>
                  <a:pt x="61923" y="35577"/>
                </a:moveTo>
                <a:lnTo>
                  <a:pt x="61731" y="35769"/>
                </a:lnTo>
                <a:lnTo>
                  <a:pt x="61731" y="38077"/>
                </a:lnTo>
                <a:lnTo>
                  <a:pt x="61538" y="38269"/>
                </a:lnTo>
                <a:lnTo>
                  <a:pt x="61346" y="38462"/>
                </a:lnTo>
                <a:lnTo>
                  <a:pt x="61346" y="40385"/>
                </a:lnTo>
                <a:lnTo>
                  <a:pt x="60962" y="41154"/>
                </a:lnTo>
                <a:lnTo>
                  <a:pt x="61923" y="41346"/>
                </a:lnTo>
                <a:lnTo>
                  <a:pt x="62115" y="41154"/>
                </a:lnTo>
                <a:lnTo>
                  <a:pt x="62308" y="40962"/>
                </a:lnTo>
                <a:lnTo>
                  <a:pt x="63269" y="39615"/>
                </a:lnTo>
                <a:lnTo>
                  <a:pt x="63654" y="37692"/>
                </a:lnTo>
                <a:lnTo>
                  <a:pt x="63462" y="37500"/>
                </a:lnTo>
                <a:lnTo>
                  <a:pt x="63269" y="37308"/>
                </a:lnTo>
                <a:lnTo>
                  <a:pt x="63269" y="36923"/>
                </a:lnTo>
                <a:lnTo>
                  <a:pt x="63269" y="36538"/>
                </a:lnTo>
                <a:lnTo>
                  <a:pt x="62308" y="35577"/>
                </a:lnTo>
                <a:lnTo>
                  <a:pt x="61923" y="35577"/>
                </a:lnTo>
                <a:close/>
                <a:moveTo>
                  <a:pt x="60000" y="36731"/>
                </a:moveTo>
                <a:lnTo>
                  <a:pt x="59038" y="37692"/>
                </a:lnTo>
                <a:lnTo>
                  <a:pt x="59038" y="38077"/>
                </a:lnTo>
                <a:lnTo>
                  <a:pt x="59038" y="38462"/>
                </a:lnTo>
                <a:lnTo>
                  <a:pt x="58654" y="39231"/>
                </a:lnTo>
                <a:lnTo>
                  <a:pt x="57308" y="40577"/>
                </a:lnTo>
                <a:lnTo>
                  <a:pt x="56538" y="40962"/>
                </a:lnTo>
                <a:lnTo>
                  <a:pt x="53846" y="40962"/>
                </a:lnTo>
                <a:lnTo>
                  <a:pt x="53077" y="40577"/>
                </a:lnTo>
                <a:lnTo>
                  <a:pt x="51731" y="39231"/>
                </a:lnTo>
                <a:lnTo>
                  <a:pt x="51154" y="37115"/>
                </a:lnTo>
                <a:lnTo>
                  <a:pt x="48846" y="37115"/>
                </a:lnTo>
                <a:lnTo>
                  <a:pt x="48269" y="39231"/>
                </a:lnTo>
                <a:lnTo>
                  <a:pt x="46923" y="40577"/>
                </a:lnTo>
                <a:lnTo>
                  <a:pt x="46154" y="40962"/>
                </a:lnTo>
                <a:lnTo>
                  <a:pt x="43077" y="40962"/>
                </a:lnTo>
                <a:lnTo>
                  <a:pt x="42308" y="40577"/>
                </a:lnTo>
                <a:lnTo>
                  <a:pt x="40962" y="39231"/>
                </a:lnTo>
                <a:lnTo>
                  <a:pt x="40577" y="38462"/>
                </a:lnTo>
                <a:lnTo>
                  <a:pt x="40577" y="38077"/>
                </a:lnTo>
                <a:lnTo>
                  <a:pt x="40577" y="37692"/>
                </a:lnTo>
                <a:lnTo>
                  <a:pt x="40000" y="37115"/>
                </a:lnTo>
                <a:lnTo>
                  <a:pt x="39615" y="37115"/>
                </a:lnTo>
                <a:lnTo>
                  <a:pt x="39038" y="37692"/>
                </a:lnTo>
                <a:lnTo>
                  <a:pt x="39231" y="37885"/>
                </a:lnTo>
                <a:lnTo>
                  <a:pt x="39423" y="38077"/>
                </a:lnTo>
                <a:lnTo>
                  <a:pt x="39423" y="40769"/>
                </a:lnTo>
                <a:lnTo>
                  <a:pt x="39615" y="40962"/>
                </a:lnTo>
                <a:lnTo>
                  <a:pt x="39808" y="41154"/>
                </a:lnTo>
                <a:lnTo>
                  <a:pt x="40192" y="43077"/>
                </a:lnTo>
                <a:lnTo>
                  <a:pt x="40577" y="43846"/>
                </a:lnTo>
                <a:lnTo>
                  <a:pt x="40577" y="44231"/>
                </a:lnTo>
                <a:lnTo>
                  <a:pt x="40577" y="44615"/>
                </a:lnTo>
                <a:lnTo>
                  <a:pt x="41346" y="46154"/>
                </a:lnTo>
                <a:lnTo>
                  <a:pt x="42115" y="46923"/>
                </a:lnTo>
                <a:lnTo>
                  <a:pt x="42115" y="47308"/>
                </a:lnTo>
                <a:lnTo>
                  <a:pt x="43462" y="48654"/>
                </a:lnTo>
                <a:lnTo>
                  <a:pt x="43846" y="48654"/>
                </a:lnTo>
                <a:lnTo>
                  <a:pt x="46154" y="50577"/>
                </a:lnTo>
                <a:lnTo>
                  <a:pt x="46538" y="50577"/>
                </a:lnTo>
                <a:lnTo>
                  <a:pt x="46923" y="50577"/>
                </a:lnTo>
                <a:lnTo>
                  <a:pt x="48462" y="51346"/>
                </a:lnTo>
                <a:lnTo>
                  <a:pt x="51154" y="51346"/>
                </a:lnTo>
                <a:lnTo>
                  <a:pt x="51346" y="51154"/>
                </a:lnTo>
                <a:lnTo>
                  <a:pt x="51538" y="50962"/>
                </a:lnTo>
                <a:lnTo>
                  <a:pt x="52692" y="50962"/>
                </a:lnTo>
                <a:lnTo>
                  <a:pt x="54231" y="50192"/>
                </a:lnTo>
                <a:lnTo>
                  <a:pt x="55769" y="48654"/>
                </a:lnTo>
                <a:lnTo>
                  <a:pt x="56154" y="48654"/>
                </a:lnTo>
                <a:lnTo>
                  <a:pt x="58269" y="46154"/>
                </a:lnTo>
                <a:lnTo>
                  <a:pt x="59038" y="44615"/>
                </a:lnTo>
                <a:lnTo>
                  <a:pt x="59038" y="44231"/>
                </a:lnTo>
                <a:lnTo>
                  <a:pt x="59038" y="43846"/>
                </a:lnTo>
                <a:lnTo>
                  <a:pt x="59808" y="42308"/>
                </a:lnTo>
                <a:lnTo>
                  <a:pt x="59808" y="40769"/>
                </a:lnTo>
                <a:lnTo>
                  <a:pt x="60000" y="40577"/>
                </a:lnTo>
                <a:lnTo>
                  <a:pt x="60192" y="40385"/>
                </a:lnTo>
                <a:lnTo>
                  <a:pt x="60192" y="38462"/>
                </a:lnTo>
                <a:lnTo>
                  <a:pt x="60385" y="38269"/>
                </a:lnTo>
                <a:lnTo>
                  <a:pt x="60577" y="38077"/>
                </a:lnTo>
                <a:lnTo>
                  <a:pt x="60577" y="37692"/>
                </a:lnTo>
                <a:lnTo>
                  <a:pt x="60577" y="37308"/>
                </a:lnTo>
                <a:lnTo>
                  <a:pt x="60000" y="36731"/>
                </a:lnTo>
                <a:close/>
                <a:moveTo>
                  <a:pt x="55769" y="50192"/>
                </a:moveTo>
                <a:lnTo>
                  <a:pt x="54231" y="51346"/>
                </a:lnTo>
                <a:lnTo>
                  <a:pt x="52692" y="52115"/>
                </a:lnTo>
                <a:lnTo>
                  <a:pt x="51538" y="52115"/>
                </a:lnTo>
                <a:lnTo>
                  <a:pt x="51346" y="52308"/>
                </a:lnTo>
                <a:lnTo>
                  <a:pt x="51154" y="52500"/>
                </a:lnTo>
                <a:lnTo>
                  <a:pt x="48077" y="52500"/>
                </a:lnTo>
                <a:lnTo>
                  <a:pt x="47885" y="52308"/>
                </a:lnTo>
                <a:lnTo>
                  <a:pt x="47692" y="52115"/>
                </a:lnTo>
                <a:lnTo>
                  <a:pt x="47308" y="52115"/>
                </a:lnTo>
                <a:lnTo>
                  <a:pt x="46923" y="52115"/>
                </a:lnTo>
                <a:lnTo>
                  <a:pt x="43846" y="50577"/>
                </a:lnTo>
                <a:lnTo>
                  <a:pt x="43654" y="50769"/>
                </a:lnTo>
                <a:lnTo>
                  <a:pt x="43654" y="53462"/>
                </a:lnTo>
                <a:lnTo>
                  <a:pt x="45962" y="55385"/>
                </a:lnTo>
                <a:lnTo>
                  <a:pt x="49231" y="58654"/>
                </a:lnTo>
                <a:lnTo>
                  <a:pt x="50000" y="59038"/>
                </a:lnTo>
                <a:lnTo>
                  <a:pt x="51538" y="57500"/>
                </a:lnTo>
                <a:lnTo>
                  <a:pt x="51923" y="57500"/>
                </a:lnTo>
                <a:lnTo>
                  <a:pt x="55769" y="53654"/>
                </a:lnTo>
                <a:lnTo>
                  <a:pt x="56154" y="53654"/>
                </a:lnTo>
                <a:lnTo>
                  <a:pt x="56346" y="53462"/>
                </a:lnTo>
                <a:lnTo>
                  <a:pt x="56346" y="50769"/>
                </a:lnTo>
                <a:lnTo>
                  <a:pt x="55769" y="50192"/>
                </a:lnTo>
                <a:close/>
                <a:moveTo>
                  <a:pt x="41923" y="53654"/>
                </a:moveTo>
                <a:lnTo>
                  <a:pt x="41731" y="53846"/>
                </a:lnTo>
                <a:lnTo>
                  <a:pt x="41731" y="54231"/>
                </a:lnTo>
                <a:lnTo>
                  <a:pt x="39808" y="56538"/>
                </a:lnTo>
                <a:lnTo>
                  <a:pt x="39808" y="56923"/>
                </a:lnTo>
                <a:lnTo>
                  <a:pt x="40962" y="58462"/>
                </a:lnTo>
                <a:lnTo>
                  <a:pt x="41346" y="59615"/>
                </a:lnTo>
                <a:lnTo>
                  <a:pt x="42115" y="60385"/>
                </a:lnTo>
                <a:lnTo>
                  <a:pt x="43269" y="63077"/>
                </a:lnTo>
                <a:lnTo>
                  <a:pt x="43846" y="63654"/>
                </a:lnTo>
                <a:lnTo>
                  <a:pt x="44615" y="62885"/>
                </a:lnTo>
                <a:lnTo>
                  <a:pt x="45000" y="62885"/>
                </a:lnTo>
                <a:lnTo>
                  <a:pt x="45192" y="62692"/>
                </a:lnTo>
                <a:lnTo>
                  <a:pt x="48269" y="60000"/>
                </a:lnTo>
                <a:lnTo>
                  <a:pt x="48269" y="59615"/>
                </a:lnTo>
                <a:lnTo>
                  <a:pt x="48269" y="59231"/>
                </a:lnTo>
                <a:lnTo>
                  <a:pt x="46923" y="57885"/>
                </a:lnTo>
                <a:lnTo>
                  <a:pt x="46538" y="57885"/>
                </a:lnTo>
                <a:lnTo>
                  <a:pt x="42308" y="53654"/>
                </a:lnTo>
                <a:lnTo>
                  <a:pt x="41923" y="53654"/>
                </a:lnTo>
                <a:close/>
                <a:moveTo>
                  <a:pt x="57692" y="53654"/>
                </a:moveTo>
                <a:lnTo>
                  <a:pt x="54615" y="56731"/>
                </a:lnTo>
                <a:lnTo>
                  <a:pt x="54231" y="56731"/>
                </a:lnTo>
                <a:lnTo>
                  <a:pt x="51923" y="59038"/>
                </a:lnTo>
                <a:lnTo>
                  <a:pt x="51538" y="59038"/>
                </a:lnTo>
                <a:lnTo>
                  <a:pt x="51346" y="59231"/>
                </a:lnTo>
                <a:lnTo>
                  <a:pt x="51346" y="59615"/>
                </a:lnTo>
                <a:lnTo>
                  <a:pt x="51346" y="60000"/>
                </a:lnTo>
                <a:lnTo>
                  <a:pt x="51538" y="60192"/>
                </a:lnTo>
                <a:lnTo>
                  <a:pt x="51923" y="60192"/>
                </a:lnTo>
                <a:lnTo>
                  <a:pt x="53077" y="61346"/>
                </a:lnTo>
                <a:lnTo>
                  <a:pt x="53462" y="61346"/>
                </a:lnTo>
                <a:lnTo>
                  <a:pt x="54615" y="62500"/>
                </a:lnTo>
                <a:lnTo>
                  <a:pt x="56154" y="63654"/>
                </a:lnTo>
                <a:lnTo>
                  <a:pt x="56731" y="63077"/>
                </a:lnTo>
                <a:lnTo>
                  <a:pt x="57500" y="61154"/>
                </a:lnTo>
                <a:lnTo>
                  <a:pt x="58269" y="60385"/>
                </a:lnTo>
                <a:lnTo>
                  <a:pt x="59423" y="58077"/>
                </a:lnTo>
                <a:lnTo>
                  <a:pt x="59808" y="56154"/>
                </a:lnTo>
                <a:lnTo>
                  <a:pt x="57692" y="536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4727448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494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1271016" y="5650992"/>
            <a:ext cx="1563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547872" y="1709928"/>
            <a:ext cx="0" cy="4572000"/>
          </a:xfrm>
          <a:prstGeom prst="line">
            <a:avLst/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776472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977640" y="1865376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ECTOR_person_58"/>
          <p:cNvSpPr/>
          <p:nvPr/>
        </p:nvSpPr>
        <p:spPr>
          <a:xfrm>
            <a:off x="3977640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6538" y="18462"/>
                </a:moveTo>
                <a:lnTo>
                  <a:pt x="46923" y="18077"/>
                </a:lnTo>
                <a:lnTo>
                  <a:pt x="51538" y="18077"/>
                </a:lnTo>
                <a:lnTo>
                  <a:pt x="51923" y="18462"/>
                </a:lnTo>
                <a:lnTo>
                  <a:pt x="52308" y="18846"/>
                </a:lnTo>
                <a:lnTo>
                  <a:pt x="53077" y="18846"/>
                </a:lnTo>
                <a:lnTo>
                  <a:pt x="53846" y="18846"/>
                </a:lnTo>
                <a:lnTo>
                  <a:pt x="56923" y="20385"/>
                </a:lnTo>
                <a:lnTo>
                  <a:pt x="59615" y="23077"/>
                </a:lnTo>
                <a:lnTo>
                  <a:pt x="61154" y="26154"/>
                </a:lnTo>
                <a:lnTo>
                  <a:pt x="61154" y="28462"/>
                </a:lnTo>
                <a:lnTo>
                  <a:pt x="61538" y="28846"/>
                </a:lnTo>
                <a:lnTo>
                  <a:pt x="61923" y="29231"/>
                </a:lnTo>
                <a:lnTo>
                  <a:pt x="61923" y="33846"/>
                </a:lnTo>
                <a:lnTo>
                  <a:pt x="61538" y="34231"/>
                </a:lnTo>
                <a:lnTo>
                  <a:pt x="61154" y="34615"/>
                </a:lnTo>
                <a:lnTo>
                  <a:pt x="61154" y="35385"/>
                </a:lnTo>
                <a:lnTo>
                  <a:pt x="61154" y="36154"/>
                </a:lnTo>
                <a:lnTo>
                  <a:pt x="59615" y="39231"/>
                </a:lnTo>
                <a:lnTo>
                  <a:pt x="55385" y="42692"/>
                </a:lnTo>
                <a:lnTo>
                  <a:pt x="53846" y="43462"/>
                </a:lnTo>
                <a:lnTo>
                  <a:pt x="51538" y="43462"/>
                </a:lnTo>
                <a:lnTo>
                  <a:pt x="51154" y="43846"/>
                </a:lnTo>
                <a:lnTo>
                  <a:pt x="50769" y="44231"/>
                </a:lnTo>
                <a:lnTo>
                  <a:pt x="46923" y="44231"/>
                </a:lnTo>
                <a:lnTo>
                  <a:pt x="46538" y="43846"/>
                </a:lnTo>
                <a:lnTo>
                  <a:pt x="46154" y="43462"/>
                </a:lnTo>
                <a:lnTo>
                  <a:pt x="45385" y="43462"/>
                </a:lnTo>
                <a:lnTo>
                  <a:pt x="44615" y="43462"/>
                </a:lnTo>
                <a:lnTo>
                  <a:pt x="41538" y="41923"/>
                </a:lnTo>
                <a:lnTo>
                  <a:pt x="38077" y="38462"/>
                </a:lnTo>
                <a:lnTo>
                  <a:pt x="37308" y="36923"/>
                </a:lnTo>
                <a:lnTo>
                  <a:pt x="37308" y="36154"/>
                </a:lnTo>
                <a:lnTo>
                  <a:pt x="37308" y="35385"/>
                </a:lnTo>
                <a:lnTo>
                  <a:pt x="36923" y="35000"/>
                </a:lnTo>
                <a:lnTo>
                  <a:pt x="36538" y="34615"/>
                </a:lnTo>
                <a:lnTo>
                  <a:pt x="36538" y="27692"/>
                </a:lnTo>
                <a:lnTo>
                  <a:pt x="36923" y="27308"/>
                </a:lnTo>
                <a:lnTo>
                  <a:pt x="37308" y="26923"/>
                </a:lnTo>
                <a:lnTo>
                  <a:pt x="37308" y="26154"/>
                </a:lnTo>
                <a:lnTo>
                  <a:pt x="37308" y="25385"/>
                </a:lnTo>
                <a:lnTo>
                  <a:pt x="38077" y="23846"/>
                </a:lnTo>
                <a:lnTo>
                  <a:pt x="42308" y="19615"/>
                </a:lnTo>
                <a:lnTo>
                  <a:pt x="43077" y="19615"/>
                </a:lnTo>
                <a:lnTo>
                  <a:pt x="43846" y="19615"/>
                </a:lnTo>
                <a:lnTo>
                  <a:pt x="44231" y="19231"/>
                </a:lnTo>
                <a:lnTo>
                  <a:pt x="44615" y="18846"/>
                </a:lnTo>
                <a:lnTo>
                  <a:pt x="46538" y="18462"/>
                </a:lnTo>
                <a:close/>
                <a:moveTo>
                  <a:pt x="46154" y="21154"/>
                </a:moveTo>
                <a:lnTo>
                  <a:pt x="43077" y="23462"/>
                </a:lnTo>
                <a:lnTo>
                  <a:pt x="42308" y="23462"/>
                </a:lnTo>
                <a:lnTo>
                  <a:pt x="41923" y="23846"/>
                </a:lnTo>
                <a:lnTo>
                  <a:pt x="41923" y="24615"/>
                </a:lnTo>
                <a:lnTo>
                  <a:pt x="40385" y="26154"/>
                </a:lnTo>
                <a:lnTo>
                  <a:pt x="39615" y="27692"/>
                </a:lnTo>
                <a:lnTo>
                  <a:pt x="39615" y="28462"/>
                </a:lnTo>
                <a:lnTo>
                  <a:pt x="39615" y="29231"/>
                </a:lnTo>
                <a:lnTo>
                  <a:pt x="39231" y="29615"/>
                </a:lnTo>
                <a:lnTo>
                  <a:pt x="38846" y="30000"/>
                </a:lnTo>
                <a:lnTo>
                  <a:pt x="38846" y="32308"/>
                </a:lnTo>
                <a:lnTo>
                  <a:pt x="39231" y="32692"/>
                </a:lnTo>
                <a:lnTo>
                  <a:pt x="39615" y="33077"/>
                </a:lnTo>
                <a:lnTo>
                  <a:pt x="39615" y="33846"/>
                </a:lnTo>
                <a:lnTo>
                  <a:pt x="39615" y="34615"/>
                </a:lnTo>
                <a:lnTo>
                  <a:pt x="40385" y="36154"/>
                </a:lnTo>
                <a:lnTo>
                  <a:pt x="44615" y="40385"/>
                </a:lnTo>
                <a:lnTo>
                  <a:pt x="45385" y="40385"/>
                </a:lnTo>
                <a:lnTo>
                  <a:pt x="46154" y="40385"/>
                </a:lnTo>
                <a:lnTo>
                  <a:pt x="46538" y="40769"/>
                </a:lnTo>
                <a:lnTo>
                  <a:pt x="46923" y="41154"/>
                </a:lnTo>
                <a:lnTo>
                  <a:pt x="51538" y="41154"/>
                </a:lnTo>
                <a:lnTo>
                  <a:pt x="51923" y="40769"/>
                </a:lnTo>
                <a:lnTo>
                  <a:pt x="54615" y="39615"/>
                </a:lnTo>
                <a:lnTo>
                  <a:pt x="58077" y="36154"/>
                </a:lnTo>
                <a:lnTo>
                  <a:pt x="58846" y="34615"/>
                </a:lnTo>
                <a:lnTo>
                  <a:pt x="58846" y="32308"/>
                </a:lnTo>
                <a:lnTo>
                  <a:pt x="59231" y="31923"/>
                </a:lnTo>
                <a:lnTo>
                  <a:pt x="59615" y="31538"/>
                </a:lnTo>
                <a:lnTo>
                  <a:pt x="59615" y="30769"/>
                </a:lnTo>
                <a:lnTo>
                  <a:pt x="59615" y="30000"/>
                </a:lnTo>
                <a:lnTo>
                  <a:pt x="59231" y="29615"/>
                </a:lnTo>
                <a:lnTo>
                  <a:pt x="58846" y="29231"/>
                </a:lnTo>
                <a:lnTo>
                  <a:pt x="58846" y="28462"/>
                </a:lnTo>
                <a:lnTo>
                  <a:pt x="58846" y="27692"/>
                </a:lnTo>
                <a:lnTo>
                  <a:pt x="58077" y="26154"/>
                </a:lnTo>
                <a:lnTo>
                  <a:pt x="54615" y="22692"/>
                </a:lnTo>
                <a:lnTo>
                  <a:pt x="51538" y="21154"/>
                </a:lnTo>
                <a:lnTo>
                  <a:pt x="46154" y="21154"/>
                </a:lnTo>
                <a:close/>
                <a:moveTo>
                  <a:pt x="45000" y="48462"/>
                </a:moveTo>
                <a:lnTo>
                  <a:pt x="45385" y="48077"/>
                </a:lnTo>
                <a:lnTo>
                  <a:pt x="53077" y="48077"/>
                </a:lnTo>
                <a:lnTo>
                  <a:pt x="53462" y="48462"/>
                </a:lnTo>
                <a:lnTo>
                  <a:pt x="53846" y="48846"/>
                </a:lnTo>
                <a:lnTo>
                  <a:pt x="57692" y="49615"/>
                </a:lnTo>
                <a:lnTo>
                  <a:pt x="60769" y="51923"/>
                </a:lnTo>
                <a:lnTo>
                  <a:pt x="61538" y="51923"/>
                </a:lnTo>
                <a:lnTo>
                  <a:pt x="63077" y="53462"/>
                </a:lnTo>
                <a:lnTo>
                  <a:pt x="63846" y="53462"/>
                </a:lnTo>
                <a:lnTo>
                  <a:pt x="65769" y="55385"/>
                </a:lnTo>
                <a:lnTo>
                  <a:pt x="65769" y="56154"/>
                </a:lnTo>
                <a:lnTo>
                  <a:pt x="68846" y="60000"/>
                </a:lnTo>
                <a:lnTo>
                  <a:pt x="68846" y="60769"/>
                </a:lnTo>
                <a:lnTo>
                  <a:pt x="68846" y="61538"/>
                </a:lnTo>
                <a:lnTo>
                  <a:pt x="70385" y="64615"/>
                </a:lnTo>
                <a:lnTo>
                  <a:pt x="70385" y="70000"/>
                </a:lnTo>
                <a:lnTo>
                  <a:pt x="68462" y="70385"/>
                </a:lnTo>
                <a:lnTo>
                  <a:pt x="68077" y="70000"/>
                </a:lnTo>
                <a:lnTo>
                  <a:pt x="68077" y="66154"/>
                </a:lnTo>
                <a:lnTo>
                  <a:pt x="67692" y="65769"/>
                </a:lnTo>
                <a:lnTo>
                  <a:pt x="67308" y="65385"/>
                </a:lnTo>
                <a:lnTo>
                  <a:pt x="67308" y="64615"/>
                </a:lnTo>
                <a:lnTo>
                  <a:pt x="67308" y="63846"/>
                </a:lnTo>
                <a:lnTo>
                  <a:pt x="65000" y="59231"/>
                </a:lnTo>
                <a:lnTo>
                  <a:pt x="60000" y="54231"/>
                </a:lnTo>
                <a:lnTo>
                  <a:pt x="55385" y="51923"/>
                </a:lnTo>
                <a:lnTo>
                  <a:pt x="53462" y="51538"/>
                </a:lnTo>
                <a:lnTo>
                  <a:pt x="53077" y="51154"/>
                </a:lnTo>
                <a:lnTo>
                  <a:pt x="44615" y="51154"/>
                </a:lnTo>
                <a:lnTo>
                  <a:pt x="44231" y="51538"/>
                </a:lnTo>
                <a:lnTo>
                  <a:pt x="43846" y="51923"/>
                </a:lnTo>
                <a:lnTo>
                  <a:pt x="43077" y="51923"/>
                </a:lnTo>
                <a:lnTo>
                  <a:pt x="42308" y="51923"/>
                </a:lnTo>
                <a:lnTo>
                  <a:pt x="39231" y="53462"/>
                </a:lnTo>
                <a:lnTo>
                  <a:pt x="36923" y="55769"/>
                </a:lnTo>
                <a:lnTo>
                  <a:pt x="36154" y="55769"/>
                </a:lnTo>
                <a:lnTo>
                  <a:pt x="31923" y="61538"/>
                </a:lnTo>
                <a:lnTo>
                  <a:pt x="31923" y="62308"/>
                </a:lnTo>
                <a:lnTo>
                  <a:pt x="31923" y="63077"/>
                </a:lnTo>
                <a:lnTo>
                  <a:pt x="31538" y="63462"/>
                </a:lnTo>
                <a:lnTo>
                  <a:pt x="31154" y="63846"/>
                </a:lnTo>
                <a:lnTo>
                  <a:pt x="31154" y="66154"/>
                </a:lnTo>
                <a:lnTo>
                  <a:pt x="30769" y="66538"/>
                </a:lnTo>
                <a:lnTo>
                  <a:pt x="30385" y="66923"/>
                </a:lnTo>
                <a:lnTo>
                  <a:pt x="30385" y="70000"/>
                </a:lnTo>
                <a:lnTo>
                  <a:pt x="28462" y="70385"/>
                </a:lnTo>
                <a:lnTo>
                  <a:pt x="28077" y="70000"/>
                </a:lnTo>
                <a:lnTo>
                  <a:pt x="28077" y="64615"/>
                </a:lnTo>
                <a:lnTo>
                  <a:pt x="28462" y="64231"/>
                </a:lnTo>
                <a:lnTo>
                  <a:pt x="28846" y="63846"/>
                </a:lnTo>
                <a:lnTo>
                  <a:pt x="29615" y="60000"/>
                </a:lnTo>
                <a:lnTo>
                  <a:pt x="31923" y="56923"/>
                </a:lnTo>
                <a:lnTo>
                  <a:pt x="31923" y="56154"/>
                </a:lnTo>
                <a:lnTo>
                  <a:pt x="35385" y="52692"/>
                </a:lnTo>
                <a:lnTo>
                  <a:pt x="36154" y="52692"/>
                </a:lnTo>
                <a:lnTo>
                  <a:pt x="37692" y="51154"/>
                </a:lnTo>
                <a:lnTo>
                  <a:pt x="42308" y="48846"/>
                </a:lnTo>
                <a:lnTo>
                  <a:pt x="45000" y="484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193792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46 ans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202936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Âge moyen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73568" y="1728216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174736" y="1865376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VECTOR_database_59"/>
          <p:cNvSpPr/>
          <p:nvPr/>
        </p:nvSpPr>
        <p:spPr>
          <a:xfrm>
            <a:off x="8174736" y="1865376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390888" y="187452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77 k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9400032" y="247802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moyen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18320" y="27889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 le plus élevé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776472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3977640" y="3310128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VECTOR_bag2_60"/>
          <p:cNvSpPr/>
          <p:nvPr/>
        </p:nvSpPr>
        <p:spPr>
          <a:xfrm>
            <a:off x="3977640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193792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1 404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5202936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moyenne (Spent)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21224" y="42336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Dépense la plus élevée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973568" y="3172968"/>
            <a:ext cx="4050792" cy="1325880"/>
          </a:xfrm>
          <a:prstGeom prst="roundRect">
            <a:avLst>
              <a:gd name="adj" fmla="val 9655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8174736" y="3310128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VECTOR_pram_61"/>
          <p:cNvSpPr/>
          <p:nvPr/>
        </p:nvSpPr>
        <p:spPr>
          <a:xfrm>
            <a:off x="8174736" y="33101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9615" y="24615"/>
                </a:moveTo>
                <a:lnTo>
                  <a:pt x="50000" y="24231"/>
                </a:lnTo>
                <a:lnTo>
                  <a:pt x="53846" y="24231"/>
                </a:lnTo>
                <a:lnTo>
                  <a:pt x="54231" y="24615"/>
                </a:lnTo>
                <a:lnTo>
                  <a:pt x="54615" y="25000"/>
                </a:lnTo>
                <a:lnTo>
                  <a:pt x="56923" y="25000"/>
                </a:lnTo>
                <a:lnTo>
                  <a:pt x="64615" y="28846"/>
                </a:lnTo>
                <a:lnTo>
                  <a:pt x="68846" y="33077"/>
                </a:lnTo>
                <a:lnTo>
                  <a:pt x="68846" y="33846"/>
                </a:lnTo>
                <a:lnTo>
                  <a:pt x="71154" y="36923"/>
                </a:lnTo>
                <a:lnTo>
                  <a:pt x="71154" y="37692"/>
                </a:lnTo>
                <a:lnTo>
                  <a:pt x="71154" y="38462"/>
                </a:lnTo>
                <a:lnTo>
                  <a:pt x="72692" y="41538"/>
                </a:lnTo>
                <a:lnTo>
                  <a:pt x="72692" y="45385"/>
                </a:lnTo>
                <a:lnTo>
                  <a:pt x="73077" y="45769"/>
                </a:lnTo>
                <a:lnTo>
                  <a:pt x="73462" y="46154"/>
                </a:lnTo>
                <a:lnTo>
                  <a:pt x="73462" y="46923"/>
                </a:lnTo>
                <a:lnTo>
                  <a:pt x="73462" y="47692"/>
                </a:lnTo>
                <a:lnTo>
                  <a:pt x="73077" y="48077"/>
                </a:lnTo>
                <a:lnTo>
                  <a:pt x="72692" y="48462"/>
                </a:lnTo>
                <a:lnTo>
                  <a:pt x="72692" y="50769"/>
                </a:lnTo>
                <a:lnTo>
                  <a:pt x="72308" y="51154"/>
                </a:lnTo>
                <a:lnTo>
                  <a:pt x="71923" y="51538"/>
                </a:lnTo>
                <a:lnTo>
                  <a:pt x="71923" y="52308"/>
                </a:lnTo>
                <a:lnTo>
                  <a:pt x="71923" y="53077"/>
                </a:lnTo>
                <a:lnTo>
                  <a:pt x="71538" y="53462"/>
                </a:lnTo>
                <a:lnTo>
                  <a:pt x="71154" y="53846"/>
                </a:lnTo>
                <a:lnTo>
                  <a:pt x="71154" y="54615"/>
                </a:lnTo>
                <a:lnTo>
                  <a:pt x="71154" y="55385"/>
                </a:lnTo>
                <a:lnTo>
                  <a:pt x="69615" y="58462"/>
                </a:lnTo>
                <a:lnTo>
                  <a:pt x="65385" y="62692"/>
                </a:lnTo>
                <a:lnTo>
                  <a:pt x="63077" y="63462"/>
                </a:lnTo>
                <a:lnTo>
                  <a:pt x="61538" y="65000"/>
                </a:lnTo>
                <a:lnTo>
                  <a:pt x="60769" y="65000"/>
                </a:lnTo>
                <a:lnTo>
                  <a:pt x="60385" y="65385"/>
                </a:lnTo>
                <a:lnTo>
                  <a:pt x="62308" y="66538"/>
                </a:lnTo>
                <a:lnTo>
                  <a:pt x="63077" y="66538"/>
                </a:lnTo>
                <a:lnTo>
                  <a:pt x="63846" y="66538"/>
                </a:lnTo>
                <a:lnTo>
                  <a:pt x="65385" y="67308"/>
                </a:lnTo>
                <a:lnTo>
                  <a:pt x="68077" y="70000"/>
                </a:lnTo>
                <a:lnTo>
                  <a:pt x="68077" y="75385"/>
                </a:lnTo>
                <a:lnTo>
                  <a:pt x="65385" y="78846"/>
                </a:lnTo>
                <a:lnTo>
                  <a:pt x="63846" y="79615"/>
                </a:lnTo>
                <a:lnTo>
                  <a:pt x="59231" y="79615"/>
                </a:lnTo>
                <a:lnTo>
                  <a:pt x="57692" y="78846"/>
                </a:lnTo>
                <a:lnTo>
                  <a:pt x="55000" y="76154"/>
                </a:lnTo>
                <a:lnTo>
                  <a:pt x="54231" y="72308"/>
                </a:lnTo>
                <a:lnTo>
                  <a:pt x="54615" y="71923"/>
                </a:lnTo>
                <a:lnTo>
                  <a:pt x="55000" y="71538"/>
                </a:lnTo>
                <a:lnTo>
                  <a:pt x="55000" y="70769"/>
                </a:lnTo>
                <a:lnTo>
                  <a:pt x="55000" y="70000"/>
                </a:lnTo>
                <a:lnTo>
                  <a:pt x="55769" y="68462"/>
                </a:lnTo>
                <a:lnTo>
                  <a:pt x="57308" y="66923"/>
                </a:lnTo>
                <a:lnTo>
                  <a:pt x="56923" y="66538"/>
                </a:lnTo>
                <a:lnTo>
                  <a:pt x="40769" y="66538"/>
                </a:lnTo>
                <a:lnTo>
                  <a:pt x="40385" y="66923"/>
                </a:lnTo>
                <a:lnTo>
                  <a:pt x="40385" y="67692"/>
                </a:lnTo>
                <a:lnTo>
                  <a:pt x="41923" y="69231"/>
                </a:lnTo>
                <a:lnTo>
                  <a:pt x="41923" y="70000"/>
                </a:lnTo>
                <a:lnTo>
                  <a:pt x="42308" y="70385"/>
                </a:lnTo>
                <a:lnTo>
                  <a:pt x="42692" y="70769"/>
                </a:lnTo>
                <a:lnTo>
                  <a:pt x="42692" y="76154"/>
                </a:lnTo>
                <a:lnTo>
                  <a:pt x="40000" y="78846"/>
                </a:lnTo>
                <a:lnTo>
                  <a:pt x="38462" y="79615"/>
                </a:lnTo>
                <a:lnTo>
                  <a:pt x="33846" y="79615"/>
                </a:lnTo>
                <a:lnTo>
                  <a:pt x="30385" y="76923"/>
                </a:lnTo>
                <a:lnTo>
                  <a:pt x="29615" y="75385"/>
                </a:lnTo>
                <a:lnTo>
                  <a:pt x="29615" y="70769"/>
                </a:lnTo>
                <a:lnTo>
                  <a:pt x="30385" y="69231"/>
                </a:lnTo>
                <a:lnTo>
                  <a:pt x="32308" y="67308"/>
                </a:lnTo>
                <a:lnTo>
                  <a:pt x="33846" y="66538"/>
                </a:lnTo>
                <a:lnTo>
                  <a:pt x="37692" y="66538"/>
                </a:lnTo>
                <a:lnTo>
                  <a:pt x="38077" y="66154"/>
                </a:lnTo>
                <a:lnTo>
                  <a:pt x="38077" y="65385"/>
                </a:lnTo>
                <a:lnTo>
                  <a:pt x="35385" y="64231"/>
                </a:lnTo>
                <a:lnTo>
                  <a:pt x="33846" y="62692"/>
                </a:lnTo>
                <a:lnTo>
                  <a:pt x="33077" y="62692"/>
                </a:lnTo>
                <a:lnTo>
                  <a:pt x="29615" y="59231"/>
                </a:lnTo>
                <a:lnTo>
                  <a:pt x="27308" y="54615"/>
                </a:lnTo>
                <a:lnTo>
                  <a:pt x="27308" y="53846"/>
                </a:lnTo>
                <a:lnTo>
                  <a:pt x="27308" y="53077"/>
                </a:lnTo>
                <a:lnTo>
                  <a:pt x="26923" y="52692"/>
                </a:lnTo>
                <a:lnTo>
                  <a:pt x="26538" y="52308"/>
                </a:lnTo>
                <a:lnTo>
                  <a:pt x="26538" y="50000"/>
                </a:lnTo>
                <a:lnTo>
                  <a:pt x="26154" y="49615"/>
                </a:lnTo>
                <a:lnTo>
                  <a:pt x="25769" y="49231"/>
                </a:lnTo>
                <a:lnTo>
                  <a:pt x="25769" y="43846"/>
                </a:lnTo>
                <a:lnTo>
                  <a:pt x="25385" y="43462"/>
                </a:lnTo>
                <a:lnTo>
                  <a:pt x="25000" y="43077"/>
                </a:lnTo>
                <a:lnTo>
                  <a:pt x="25000" y="42308"/>
                </a:lnTo>
                <a:lnTo>
                  <a:pt x="25000" y="41538"/>
                </a:lnTo>
                <a:lnTo>
                  <a:pt x="20769" y="39615"/>
                </a:lnTo>
                <a:lnTo>
                  <a:pt x="19615" y="38462"/>
                </a:lnTo>
                <a:lnTo>
                  <a:pt x="20769" y="37308"/>
                </a:lnTo>
                <a:lnTo>
                  <a:pt x="24615" y="38077"/>
                </a:lnTo>
                <a:lnTo>
                  <a:pt x="27308" y="40769"/>
                </a:lnTo>
                <a:lnTo>
                  <a:pt x="27308" y="44615"/>
                </a:lnTo>
                <a:lnTo>
                  <a:pt x="28462" y="45769"/>
                </a:lnTo>
                <a:lnTo>
                  <a:pt x="47692" y="45769"/>
                </a:lnTo>
                <a:lnTo>
                  <a:pt x="48846" y="44615"/>
                </a:lnTo>
                <a:lnTo>
                  <a:pt x="48846" y="25385"/>
                </a:lnTo>
                <a:lnTo>
                  <a:pt x="49231" y="25000"/>
                </a:lnTo>
                <a:lnTo>
                  <a:pt x="49615" y="24615"/>
                </a:lnTo>
                <a:close/>
                <a:moveTo>
                  <a:pt x="52308" y="26538"/>
                </a:moveTo>
                <a:lnTo>
                  <a:pt x="51154" y="27692"/>
                </a:lnTo>
                <a:lnTo>
                  <a:pt x="51154" y="45385"/>
                </a:lnTo>
                <a:lnTo>
                  <a:pt x="51538" y="45769"/>
                </a:lnTo>
                <a:lnTo>
                  <a:pt x="69231" y="45769"/>
                </a:lnTo>
                <a:lnTo>
                  <a:pt x="70000" y="45769"/>
                </a:lnTo>
                <a:lnTo>
                  <a:pt x="70385" y="45385"/>
                </a:lnTo>
                <a:lnTo>
                  <a:pt x="70385" y="41538"/>
                </a:lnTo>
                <a:lnTo>
                  <a:pt x="70000" y="41154"/>
                </a:lnTo>
                <a:lnTo>
                  <a:pt x="69615" y="40769"/>
                </a:lnTo>
                <a:lnTo>
                  <a:pt x="69615" y="40000"/>
                </a:lnTo>
                <a:lnTo>
                  <a:pt x="69615" y="39231"/>
                </a:lnTo>
                <a:lnTo>
                  <a:pt x="68077" y="36154"/>
                </a:lnTo>
                <a:lnTo>
                  <a:pt x="61538" y="29615"/>
                </a:lnTo>
                <a:lnTo>
                  <a:pt x="56923" y="27308"/>
                </a:lnTo>
                <a:lnTo>
                  <a:pt x="53846" y="27308"/>
                </a:lnTo>
                <a:lnTo>
                  <a:pt x="52308" y="26538"/>
                </a:lnTo>
                <a:close/>
                <a:moveTo>
                  <a:pt x="29231" y="48077"/>
                </a:moveTo>
                <a:lnTo>
                  <a:pt x="28846" y="51538"/>
                </a:lnTo>
                <a:lnTo>
                  <a:pt x="29231" y="51923"/>
                </a:lnTo>
                <a:lnTo>
                  <a:pt x="29615" y="52308"/>
                </a:lnTo>
                <a:lnTo>
                  <a:pt x="30385" y="56154"/>
                </a:lnTo>
                <a:lnTo>
                  <a:pt x="31923" y="57692"/>
                </a:lnTo>
                <a:lnTo>
                  <a:pt x="31923" y="58462"/>
                </a:lnTo>
                <a:lnTo>
                  <a:pt x="35385" y="61154"/>
                </a:lnTo>
                <a:lnTo>
                  <a:pt x="41538" y="64231"/>
                </a:lnTo>
                <a:lnTo>
                  <a:pt x="44615" y="64231"/>
                </a:lnTo>
                <a:lnTo>
                  <a:pt x="45000" y="64615"/>
                </a:lnTo>
                <a:lnTo>
                  <a:pt x="45385" y="65000"/>
                </a:lnTo>
                <a:lnTo>
                  <a:pt x="53846" y="65000"/>
                </a:lnTo>
                <a:lnTo>
                  <a:pt x="54231" y="64615"/>
                </a:lnTo>
                <a:lnTo>
                  <a:pt x="54615" y="64231"/>
                </a:lnTo>
                <a:lnTo>
                  <a:pt x="57692" y="64231"/>
                </a:lnTo>
                <a:lnTo>
                  <a:pt x="59231" y="62692"/>
                </a:lnTo>
                <a:lnTo>
                  <a:pt x="64615" y="60385"/>
                </a:lnTo>
                <a:lnTo>
                  <a:pt x="66154" y="58846"/>
                </a:lnTo>
                <a:lnTo>
                  <a:pt x="67308" y="57692"/>
                </a:lnTo>
                <a:lnTo>
                  <a:pt x="68846" y="54615"/>
                </a:lnTo>
                <a:lnTo>
                  <a:pt x="68846" y="53846"/>
                </a:lnTo>
                <a:lnTo>
                  <a:pt x="68846" y="53077"/>
                </a:lnTo>
                <a:lnTo>
                  <a:pt x="70385" y="50000"/>
                </a:lnTo>
                <a:lnTo>
                  <a:pt x="70000" y="48077"/>
                </a:lnTo>
                <a:lnTo>
                  <a:pt x="50769" y="48077"/>
                </a:lnTo>
                <a:lnTo>
                  <a:pt x="49231" y="50385"/>
                </a:lnTo>
                <a:lnTo>
                  <a:pt x="47692" y="48077"/>
                </a:lnTo>
                <a:lnTo>
                  <a:pt x="29231" y="48077"/>
                </a:lnTo>
                <a:close/>
                <a:moveTo>
                  <a:pt x="36154" y="68077"/>
                </a:moveTo>
                <a:lnTo>
                  <a:pt x="34615" y="68846"/>
                </a:lnTo>
                <a:lnTo>
                  <a:pt x="31923" y="71538"/>
                </a:lnTo>
                <a:lnTo>
                  <a:pt x="31923" y="74615"/>
                </a:lnTo>
                <a:lnTo>
                  <a:pt x="33077" y="76538"/>
                </a:lnTo>
                <a:lnTo>
                  <a:pt x="34615" y="77308"/>
                </a:lnTo>
                <a:lnTo>
                  <a:pt x="36923" y="77308"/>
                </a:lnTo>
                <a:lnTo>
                  <a:pt x="37692" y="77308"/>
                </a:lnTo>
                <a:lnTo>
                  <a:pt x="38462" y="77308"/>
                </a:lnTo>
                <a:lnTo>
                  <a:pt x="40385" y="75385"/>
                </a:lnTo>
                <a:lnTo>
                  <a:pt x="41154" y="73077"/>
                </a:lnTo>
                <a:lnTo>
                  <a:pt x="40769" y="72692"/>
                </a:lnTo>
                <a:lnTo>
                  <a:pt x="40385" y="72308"/>
                </a:lnTo>
                <a:lnTo>
                  <a:pt x="40385" y="71538"/>
                </a:lnTo>
                <a:lnTo>
                  <a:pt x="40385" y="70769"/>
                </a:lnTo>
                <a:lnTo>
                  <a:pt x="38462" y="68846"/>
                </a:lnTo>
                <a:lnTo>
                  <a:pt x="37692" y="68846"/>
                </a:lnTo>
                <a:lnTo>
                  <a:pt x="36923" y="68846"/>
                </a:lnTo>
                <a:lnTo>
                  <a:pt x="36538" y="68462"/>
                </a:lnTo>
                <a:lnTo>
                  <a:pt x="36154" y="68077"/>
                </a:lnTo>
                <a:close/>
                <a:moveTo>
                  <a:pt x="61538" y="68077"/>
                </a:moveTo>
                <a:lnTo>
                  <a:pt x="61154" y="68462"/>
                </a:lnTo>
                <a:lnTo>
                  <a:pt x="60769" y="68846"/>
                </a:lnTo>
                <a:lnTo>
                  <a:pt x="60000" y="68846"/>
                </a:lnTo>
                <a:lnTo>
                  <a:pt x="59231" y="68846"/>
                </a:lnTo>
                <a:lnTo>
                  <a:pt x="57308" y="70769"/>
                </a:lnTo>
                <a:lnTo>
                  <a:pt x="57308" y="74615"/>
                </a:lnTo>
                <a:lnTo>
                  <a:pt x="58077" y="76154"/>
                </a:lnTo>
                <a:lnTo>
                  <a:pt x="60000" y="77308"/>
                </a:lnTo>
                <a:lnTo>
                  <a:pt x="60769" y="77308"/>
                </a:lnTo>
                <a:lnTo>
                  <a:pt x="61538" y="77308"/>
                </a:lnTo>
                <a:lnTo>
                  <a:pt x="62308" y="77308"/>
                </a:lnTo>
                <a:lnTo>
                  <a:pt x="63077" y="77308"/>
                </a:lnTo>
                <a:lnTo>
                  <a:pt x="65769" y="74615"/>
                </a:lnTo>
                <a:lnTo>
                  <a:pt x="65769" y="71538"/>
                </a:lnTo>
                <a:lnTo>
                  <a:pt x="65000" y="70000"/>
                </a:lnTo>
                <a:lnTo>
                  <a:pt x="61538" y="68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9390888" y="3319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94,5 %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9400032" y="3922776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Sans enfant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776472" y="4617720"/>
            <a:ext cx="3904488" cy="169164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3922776" y="4818888"/>
            <a:ext cx="914400" cy="914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 flipV="1">
            <a:off x="410565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>
            <a:off x="4379976" y="5001768"/>
            <a:ext cx="274320" cy="22860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4178808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4581144" y="5184648"/>
            <a:ext cx="0" cy="347472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7"/>
          <p:cNvSpPr/>
          <p:nvPr/>
        </p:nvSpPr>
        <p:spPr>
          <a:xfrm>
            <a:off x="4178808" y="5532120"/>
            <a:ext cx="402336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8"/>
          <p:cNvSpPr/>
          <p:nvPr/>
        </p:nvSpPr>
        <p:spPr>
          <a:xfrm>
            <a:off x="4315968" y="5321808"/>
            <a:ext cx="128016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4946904" y="48280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Profil du foyer</a:t>
            </a:r>
            <a:endParaRPr lang="en-US" sz="2100" dirty="0"/>
          </a:p>
        </p:txBody>
      </p:sp>
      <p:sp>
        <p:nvSpPr>
          <p:cNvPr id="43" name="Text 40"/>
          <p:cNvSpPr/>
          <p:nvPr/>
        </p:nvSpPr>
        <p:spPr>
          <a:xfrm>
            <a:off x="4946904" y="5340096"/>
            <a:ext cx="24963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 couple ou seuls.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Foyers de 1 à 2 personnes.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790688" y="4617720"/>
            <a:ext cx="4123944" cy="1691640"/>
          </a:xfrm>
          <a:prstGeom prst="roundRect">
            <a:avLst>
              <a:gd name="adj" fmla="val 7568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7882128" y="4800600"/>
            <a:ext cx="1005840" cy="10058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VECTOR_diamond_62"/>
          <p:cNvSpPr/>
          <p:nvPr/>
        </p:nvSpPr>
        <p:spPr>
          <a:xfrm>
            <a:off x="7882128" y="4800600"/>
            <a:ext cx="1005840" cy="10058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0873" y="27778"/>
                </a:moveTo>
                <a:lnTo>
                  <a:pt x="41270" y="27381"/>
                </a:lnTo>
                <a:lnTo>
                  <a:pt x="42063" y="27381"/>
                </a:lnTo>
                <a:lnTo>
                  <a:pt x="42460" y="27778"/>
                </a:lnTo>
                <a:lnTo>
                  <a:pt x="42857" y="28175"/>
                </a:lnTo>
                <a:lnTo>
                  <a:pt x="57937" y="28175"/>
                </a:lnTo>
                <a:lnTo>
                  <a:pt x="58333" y="27778"/>
                </a:lnTo>
                <a:lnTo>
                  <a:pt x="58730" y="27381"/>
                </a:lnTo>
                <a:lnTo>
                  <a:pt x="59524" y="27381"/>
                </a:lnTo>
                <a:lnTo>
                  <a:pt x="60317" y="27381"/>
                </a:lnTo>
                <a:lnTo>
                  <a:pt x="60714" y="27778"/>
                </a:lnTo>
                <a:lnTo>
                  <a:pt x="61111" y="28175"/>
                </a:lnTo>
                <a:lnTo>
                  <a:pt x="66667" y="28175"/>
                </a:lnTo>
                <a:lnTo>
                  <a:pt x="71825" y="34127"/>
                </a:lnTo>
                <a:lnTo>
                  <a:pt x="71825" y="34921"/>
                </a:lnTo>
                <a:lnTo>
                  <a:pt x="74206" y="37302"/>
                </a:lnTo>
                <a:lnTo>
                  <a:pt x="74206" y="38095"/>
                </a:lnTo>
                <a:lnTo>
                  <a:pt x="78175" y="42063"/>
                </a:lnTo>
                <a:lnTo>
                  <a:pt x="78968" y="43651"/>
                </a:lnTo>
                <a:lnTo>
                  <a:pt x="78968" y="44444"/>
                </a:lnTo>
                <a:lnTo>
                  <a:pt x="78968" y="45238"/>
                </a:lnTo>
                <a:lnTo>
                  <a:pt x="76587" y="47619"/>
                </a:lnTo>
                <a:lnTo>
                  <a:pt x="76587" y="48413"/>
                </a:lnTo>
                <a:lnTo>
                  <a:pt x="71825" y="53175"/>
                </a:lnTo>
                <a:lnTo>
                  <a:pt x="71825" y="53968"/>
                </a:lnTo>
                <a:lnTo>
                  <a:pt x="67063" y="58730"/>
                </a:lnTo>
                <a:lnTo>
                  <a:pt x="67063" y="59524"/>
                </a:lnTo>
                <a:lnTo>
                  <a:pt x="59921" y="67460"/>
                </a:lnTo>
                <a:lnTo>
                  <a:pt x="57540" y="69841"/>
                </a:lnTo>
                <a:lnTo>
                  <a:pt x="57540" y="70635"/>
                </a:lnTo>
                <a:lnTo>
                  <a:pt x="53968" y="74206"/>
                </a:lnTo>
                <a:lnTo>
                  <a:pt x="53175" y="74206"/>
                </a:lnTo>
                <a:lnTo>
                  <a:pt x="41667" y="61905"/>
                </a:lnTo>
                <a:lnTo>
                  <a:pt x="41667" y="61111"/>
                </a:lnTo>
                <a:lnTo>
                  <a:pt x="32143" y="50794"/>
                </a:lnTo>
                <a:lnTo>
                  <a:pt x="32143" y="50000"/>
                </a:lnTo>
                <a:lnTo>
                  <a:pt x="28175" y="46032"/>
                </a:lnTo>
                <a:lnTo>
                  <a:pt x="27381" y="44444"/>
                </a:lnTo>
                <a:lnTo>
                  <a:pt x="28175" y="42857"/>
                </a:lnTo>
                <a:lnTo>
                  <a:pt x="33730" y="36508"/>
                </a:lnTo>
                <a:lnTo>
                  <a:pt x="33730" y="35714"/>
                </a:lnTo>
                <a:lnTo>
                  <a:pt x="40873" y="27778"/>
                </a:lnTo>
                <a:close/>
                <a:moveTo>
                  <a:pt x="42063" y="28968"/>
                </a:moveTo>
                <a:lnTo>
                  <a:pt x="35317" y="36508"/>
                </a:lnTo>
                <a:lnTo>
                  <a:pt x="35317" y="37302"/>
                </a:lnTo>
                <a:lnTo>
                  <a:pt x="30556" y="42857"/>
                </a:lnTo>
                <a:lnTo>
                  <a:pt x="30952" y="43254"/>
                </a:lnTo>
                <a:lnTo>
                  <a:pt x="34921" y="43254"/>
                </a:lnTo>
                <a:lnTo>
                  <a:pt x="42063" y="43254"/>
                </a:lnTo>
                <a:lnTo>
                  <a:pt x="42460" y="42857"/>
                </a:lnTo>
                <a:lnTo>
                  <a:pt x="43254" y="41270"/>
                </a:lnTo>
                <a:lnTo>
                  <a:pt x="43254" y="40476"/>
                </a:lnTo>
                <a:lnTo>
                  <a:pt x="43254" y="39683"/>
                </a:lnTo>
                <a:lnTo>
                  <a:pt x="43651" y="39286"/>
                </a:lnTo>
                <a:lnTo>
                  <a:pt x="44048" y="38889"/>
                </a:lnTo>
                <a:lnTo>
                  <a:pt x="44048" y="38095"/>
                </a:lnTo>
                <a:lnTo>
                  <a:pt x="44048" y="37302"/>
                </a:lnTo>
                <a:lnTo>
                  <a:pt x="44444" y="36905"/>
                </a:lnTo>
                <a:lnTo>
                  <a:pt x="44841" y="36508"/>
                </a:lnTo>
                <a:lnTo>
                  <a:pt x="44841" y="34127"/>
                </a:lnTo>
                <a:lnTo>
                  <a:pt x="45238" y="33730"/>
                </a:lnTo>
                <a:lnTo>
                  <a:pt x="45635" y="33333"/>
                </a:lnTo>
                <a:lnTo>
                  <a:pt x="46429" y="29365"/>
                </a:lnTo>
                <a:lnTo>
                  <a:pt x="46032" y="28968"/>
                </a:lnTo>
                <a:lnTo>
                  <a:pt x="42063" y="28968"/>
                </a:lnTo>
                <a:close/>
                <a:moveTo>
                  <a:pt x="48413" y="28968"/>
                </a:moveTo>
                <a:lnTo>
                  <a:pt x="47222" y="30952"/>
                </a:lnTo>
                <a:lnTo>
                  <a:pt x="47222" y="31746"/>
                </a:lnTo>
                <a:lnTo>
                  <a:pt x="47222" y="32540"/>
                </a:lnTo>
                <a:lnTo>
                  <a:pt x="46825" y="32937"/>
                </a:lnTo>
                <a:lnTo>
                  <a:pt x="46429" y="33333"/>
                </a:lnTo>
                <a:lnTo>
                  <a:pt x="46429" y="35714"/>
                </a:lnTo>
                <a:lnTo>
                  <a:pt x="46032" y="36111"/>
                </a:lnTo>
                <a:lnTo>
                  <a:pt x="45635" y="36508"/>
                </a:lnTo>
                <a:lnTo>
                  <a:pt x="45635" y="37302"/>
                </a:lnTo>
                <a:lnTo>
                  <a:pt x="45635" y="38095"/>
                </a:lnTo>
                <a:lnTo>
                  <a:pt x="45238" y="38492"/>
                </a:lnTo>
                <a:lnTo>
                  <a:pt x="44841" y="38889"/>
                </a:lnTo>
                <a:lnTo>
                  <a:pt x="44841" y="41270"/>
                </a:lnTo>
                <a:lnTo>
                  <a:pt x="44048" y="42857"/>
                </a:lnTo>
                <a:lnTo>
                  <a:pt x="44444" y="43254"/>
                </a:lnTo>
                <a:lnTo>
                  <a:pt x="58730" y="43254"/>
                </a:lnTo>
                <a:lnTo>
                  <a:pt x="62698" y="43254"/>
                </a:lnTo>
                <a:lnTo>
                  <a:pt x="63095" y="42857"/>
                </a:lnTo>
                <a:lnTo>
                  <a:pt x="62698" y="42460"/>
                </a:lnTo>
                <a:lnTo>
                  <a:pt x="62302" y="42063"/>
                </a:lnTo>
                <a:lnTo>
                  <a:pt x="62302" y="39683"/>
                </a:lnTo>
                <a:lnTo>
                  <a:pt x="61905" y="39286"/>
                </a:lnTo>
                <a:lnTo>
                  <a:pt x="61508" y="38889"/>
                </a:lnTo>
                <a:lnTo>
                  <a:pt x="61508" y="38095"/>
                </a:lnTo>
                <a:lnTo>
                  <a:pt x="61508" y="37302"/>
                </a:lnTo>
                <a:lnTo>
                  <a:pt x="61111" y="36905"/>
                </a:lnTo>
                <a:lnTo>
                  <a:pt x="60714" y="36508"/>
                </a:lnTo>
                <a:lnTo>
                  <a:pt x="60714" y="34127"/>
                </a:lnTo>
                <a:lnTo>
                  <a:pt x="60317" y="33730"/>
                </a:lnTo>
                <a:lnTo>
                  <a:pt x="59921" y="33333"/>
                </a:lnTo>
                <a:lnTo>
                  <a:pt x="59921" y="32540"/>
                </a:lnTo>
                <a:lnTo>
                  <a:pt x="59921" y="31746"/>
                </a:lnTo>
                <a:lnTo>
                  <a:pt x="59127" y="30159"/>
                </a:lnTo>
                <a:lnTo>
                  <a:pt x="57937" y="28968"/>
                </a:lnTo>
                <a:lnTo>
                  <a:pt x="48413" y="28968"/>
                </a:lnTo>
                <a:close/>
                <a:moveTo>
                  <a:pt x="61111" y="28968"/>
                </a:moveTo>
                <a:lnTo>
                  <a:pt x="60714" y="31746"/>
                </a:lnTo>
                <a:lnTo>
                  <a:pt x="61111" y="32143"/>
                </a:lnTo>
                <a:lnTo>
                  <a:pt x="61508" y="32540"/>
                </a:lnTo>
                <a:lnTo>
                  <a:pt x="61508" y="33333"/>
                </a:lnTo>
                <a:lnTo>
                  <a:pt x="61508" y="34127"/>
                </a:lnTo>
                <a:lnTo>
                  <a:pt x="63095" y="37302"/>
                </a:lnTo>
                <a:lnTo>
                  <a:pt x="63095" y="39683"/>
                </a:lnTo>
                <a:lnTo>
                  <a:pt x="63492" y="40079"/>
                </a:lnTo>
                <a:lnTo>
                  <a:pt x="63889" y="40476"/>
                </a:lnTo>
                <a:lnTo>
                  <a:pt x="64286" y="43254"/>
                </a:lnTo>
                <a:lnTo>
                  <a:pt x="76190" y="43254"/>
                </a:lnTo>
                <a:lnTo>
                  <a:pt x="76587" y="42857"/>
                </a:lnTo>
                <a:lnTo>
                  <a:pt x="74206" y="40476"/>
                </a:lnTo>
                <a:lnTo>
                  <a:pt x="74206" y="39683"/>
                </a:lnTo>
                <a:lnTo>
                  <a:pt x="71825" y="37302"/>
                </a:lnTo>
                <a:lnTo>
                  <a:pt x="71825" y="36508"/>
                </a:lnTo>
                <a:lnTo>
                  <a:pt x="65079" y="28968"/>
                </a:lnTo>
                <a:lnTo>
                  <a:pt x="61111" y="28968"/>
                </a:lnTo>
                <a:close/>
                <a:moveTo>
                  <a:pt x="30952" y="44841"/>
                </a:moveTo>
                <a:lnTo>
                  <a:pt x="30556" y="45238"/>
                </a:lnTo>
                <a:lnTo>
                  <a:pt x="30556" y="46032"/>
                </a:lnTo>
                <a:lnTo>
                  <a:pt x="32937" y="48413"/>
                </a:lnTo>
                <a:lnTo>
                  <a:pt x="32937" y="49206"/>
                </a:lnTo>
                <a:lnTo>
                  <a:pt x="39286" y="55556"/>
                </a:lnTo>
                <a:lnTo>
                  <a:pt x="39286" y="56349"/>
                </a:lnTo>
                <a:lnTo>
                  <a:pt x="44048" y="61111"/>
                </a:lnTo>
                <a:lnTo>
                  <a:pt x="44048" y="61905"/>
                </a:lnTo>
                <a:lnTo>
                  <a:pt x="50000" y="67857"/>
                </a:lnTo>
                <a:lnTo>
                  <a:pt x="50794" y="67857"/>
                </a:lnTo>
                <a:lnTo>
                  <a:pt x="51190" y="67460"/>
                </a:lnTo>
                <a:lnTo>
                  <a:pt x="49603" y="65079"/>
                </a:lnTo>
                <a:lnTo>
                  <a:pt x="49603" y="64286"/>
                </a:lnTo>
                <a:lnTo>
                  <a:pt x="49603" y="63492"/>
                </a:lnTo>
                <a:lnTo>
                  <a:pt x="47222" y="58730"/>
                </a:lnTo>
                <a:lnTo>
                  <a:pt x="46429" y="54762"/>
                </a:lnTo>
                <a:lnTo>
                  <a:pt x="44841" y="52381"/>
                </a:lnTo>
                <a:lnTo>
                  <a:pt x="44841" y="51587"/>
                </a:lnTo>
                <a:lnTo>
                  <a:pt x="44841" y="50794"/>
                </a:lnTo>
                <a:lnTo>
                  <a:pt x="42460" y="46032"/>
                </a:lnTo>
                <a:lnTo>
                  <a:pt x="41270" y="44841"/>
                </a:lnTo>
                <a:lnTo>
                  <a:pt x="30952" y="44841"/>
                </a:lnTo>
                <a:close/>
                <a:moveTo>
                  <a:pt x="44444" y="44841"/>
                </a:moveTo>
                <a:lnTo>
                  <a:pt x="44048" y="46825"/>
                </a:lnTo>
                <a:lnTo>
                  <a:pt x="44444" y="47222"/>
                </a:lnTo>
                <a:lnTo>
                  <a:pt x="44841" y="47619"/>
                </a:lnTo>
                <a:lnTo>
                  <a:pt x="44841" y="48413"/>
                </a:lnTo>
                <a:lnTo>
                  <a:pt x="44841" y="49206"/>
                </a:lnTo>
                <a:lnTo>
                  <a:pt x="47222" y="53175"/>
                </a:lnTo>
                <a:lnTo>
                  <a:pt x="47222" y="53968"/>
                </a:lnTo>
                <a:lnTo>
                  <a:pt x="47222" y="54762"/>
                </a:lnTo>
                <a:lnTo>
                  <a:pt x="48810" y="57143"/>
                </a:lnTo>
                <a:lnTo>
                  <a:pt x="48810" y="57937"/>
                </a:lnTo>
                <a:lnTo>
                  <a:pt x="48810" y="58730"/>
                </a:lnTo>
                <a:lnTo>
                  <a:pt x="51190" y="63492"/>
                </a:lnTo>
                <a:lnTo>
                  <a:pt x="51190" y="64286"/>
                </a:lnTo>
                <a:lnTo>
                  <a:pt x="51190" y="65079"/>
                </a:lnTo>
                <a:lnTo>
                  <a:pt x="52778" y="67460"/>
                </a:lnTo>
                <a:lnTo>
                  <a:pt x="52778" y="68254"/>
                </a:lnTo>
                <a:lnTo>
                  <a:pt x="52778" y="69048"/>
                </a:lnTo>
                <a:lnTo>
                  <a:pt x="53175" y="69444"/>
                </a:lnTo>
                <a:lnTo>
                  <a:pt x="53968" y="69444"/>
                </a:lnTo>
                <a:lnTo>
                  <a:pt x="55159" y="68254"/>
                </a:lnTo>
                <a:lnTo>
                  <a:pt x="55159" y="67460"/>
                </a:lnTo>
                <a:lnTo>
                  <a:pt x="55159" y="66667"/>
                </a:lnTo>
                <a:lnTo>
                  <a:pt x="55556" y="66270"/>
                </a:lnTo>
                <a:lnTo>
                  <a:pt x="55952" y="65873"/>
                </a:lnTo>
                <a:lnTo>
                  <a:pt x="56349" y="63889"/>
                </a:lnTo>
                <a:lnTo>
                  <a:pt x="56746" y="61905"/>
                </a:lnTo>
                <a:lnTo>
                  <a:pt x="57143" y="61508"/>
                </a:lnTo>
                <a:lnTo>
                  <a:pt x="57540" y="61111"/>
                </a:lnTo>
                <a:lnTo>
                  <a:pt x="57540" y="60317"/>
                </a:lnTo>
                <a:lnTo>
                  <a:pt x="57540" y="59524"/>
                </a:lnTo>
                <a:lnTo>
                  <a:pt x="57937" y="59127"/>
                </a:lnTo>
                <a:lnTo>
                  <a:pt x="58333" y="58730"/>
                </a:lnTo>
                <a:lnTo>
                  <a:pt x="58333" y="57937"/>
                </a:lnTo>
                <a:lnTo>
                  <a:pt x="58333" y="57143"/>
                </a:lnTo>
                <a:lnTo>
                  <a:pt x="58730" y="56746"/>
                </a:lnTo>
                <a:lnTo>
                  <a:pt x="59127" y="56349"/>
                </a:lnTo>
                <a:lnTo>
                  <a:pt x="59127" y="55556"/>
                </a:lnTo>
                <a:lnTo>
                  <a:pt x="59127" y="54762"/>
                </a:lnTo>
                <a:lnTo>
                  <a:pt x="60714" y="52381"/>
                </a:lnTo>
                <a:lnTo>
                  <a:pt x="60714" y="51587"/>
                </a:lnTo>
                <a:lnTo>
                  <a:pt x="60714" y="50794"/>
                </a:lnTo>
                <a:lnTo>
                  <a:pt x="62302" y="47619"/>
                </a:lnTo>
                <a:lnTo>
                  <a:pt x="62302" y="45238"/>
                </a:lnTo>
                <a:lnTo>
                  <a:pt x="61905" y="44841"/>
                </a:lnTo>
                <a:lnTo>
                  <a:pt x="44444" y="44841"/>
                </a:lnTo>
                <a:close/>
                <a:moveTo>
                  <a:pt x="65079" y="44841"/>
                </a:moveTo>
                <a:lnTo>
                  <a:pt x="63889" y="46032"/>
                </a:lnTo>
                <a:lnTo>
                  <a:pt x="63889" y="46825"/>
                </a:lnTo>
                <a:lnTo>
                  <a:pt x="63889" y="47619"/>
                </a:lnTo>
                <a:lnTo>
                  <a:pt x="61508" y="52381"/>
                </a:lnTo>
                <a:lnTo>
                  <a:pt x="60714" y="56349"/>
                </a:lnTo>
                <a:lnTo>
                  <a:pt x="59127" y="58730"/>
                </a:lnTo>
                <a:lnTo>
                  <a:pt x="59127" y="59524"/>
                </a:lnTo>
                <a:lnTo>
                  <a:pt x="59127" y="60317"/>
                </a:lnTo>
                <a:lnTo>
                  <a:pt x="58730" y="60714"/>
                </a:lnTo>
                <a:lnTo>
                  <a:pt x="58333" y="61111"/>
                </a:lnTo>
                <a:lnTo>
                  <a:pt x="57540" y="65079"/>
                </a:lnTo>
                <a:lnTo>
                  <a:pt x="55952" y="67460"/>
                </a:lnTo>
                <a:lnTo>
                  <a:pt x="57937" y="67857"/>
                </a:lnTo>
                <a:lnTo>
                  <a:pt x="58333" y="67460"/>
                </a:lnTo>
                <a:lnTo>
                  <a:pt x="58333" y="66667"/>
                </a:lnTo>
                <a:lnTo>
                  <a:pt x="61905" y="63095"/>
                </a:lnTo>
                <a:lnTo>
                  <a:pt x="62302" y="62698"/>
                </a:lnTo>
                <a:lnTo>
                  <a:pt x="62302" y="61905"/>
                </a:lnTo>
                <a:lnTo>
                  <a:pt x="67063" y="57143"/>
                </a:lnTo>
                <a:lnTo>
                  <a:pt x="67063" y="56349"/>
                </a:lnTo>
                <a:lnTo>
                  <a:pt x="75794" y="46825"/>
                </a:lnTo>
                <a:lnTo>
                  <a:pt x="75397" y="44841"/>
                </a:lnTo>
                <a:lnTo>
                  <a:pt x="65079" y="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Text 44"/>
          <p:cNvSpPr/>
          <p:nvPr/>
        </p:nvSpPr>
        <p:spPr>
          <a:xfrm>
            <a:off x="9208008" y="4846320"/>
            <a:ext cx="2523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Campagnes &amp; canaux</a:t>
            </a:r>
            <a:endParaRPr lang="en-US" sz="1640" dirty="0"/>
          </a:p>
        </p:txBody>
      </p:sp>
      <p:sp>
        <p:nvSpPr>
          <p:cNvPr id="48" name="Text 45"/>
          <p:cNvSpPr/>
          <p:nvPr/>
        </p:nvSpPr>
        <p:spPr>
          <a:xfrm>
            <a:off x="9208008" y="5340096"/>
            <a:ext cx="2514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0,73 campagne acceptée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 moyenne. Achats surtout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par catalogue et en magasin,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peu d’achats en promotion.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14. COMPORTEMENTS D’ACHAT &amp; CANAUX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achats promotionnels et les réponses aux campagnes diffèrent selon les segments.</a:t>
            </a:r>
            <a:endParaRPr lang="en-US" sz="162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639312" cy="3090672"/>
          </a:xfrm>
          <a:prstGeom prst="roundRect">
            <a:avLst>
              <a:gd name="adj" fmla="val 4142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987552" cy="9875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38835" y="2262226"/>
            <a:ext cx="345643" cy="335768"/>
          </a:xfrm>
          <a:prstGeom prst="roundRect">
            <a:avLst>
              <a:gd name="adj" fmla="val 10893"/>
            </a:avLst>
          </a:prstGeom>
          <a:solidFill>
            <a:srgbClr val="FFFFFF">
              <a:alpha val="0"/>
            </a:srgbClr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38835" y="2331354"/>
            <a:ext cx="345643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88213" y="2292840"/>
            <a:ext cx="13826" cy="138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37590" y="2292840"/>
            <a:ext cx="13826" cy="138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86968" y="2292840"/>
            <a:ext cx="13826" cy="138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133856" y="2430109"/>
            <a:ext cx="8888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202985" y="2410358"/>
            <a:ext cx="19751" cy="197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V="1">
            <a:off x="1202985" y="2430109"/>
            <a:ext cx="19751" cy="197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291864" y="2400483"/>
            <a:ext cx="276515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 flipH="1">
            <a:off x="1519001" y="2400483"/>
            <a:ext cx="49378" cy="22713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flipH="1">
            <a:off x="1341242" y="2627620"/>
            <a:ext cx="177759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 flipH="1" flipV="1">
            <a:off x="1291864" y="2400483"/>
            <a:ext cx="49378" cy="22713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 flipV="1">
            <a:off x="1341242" y="2291852"/>
            <a:ext cx="59253" cy="98755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 flipH="1" flipV="1">
            <a:off x="1459748" y="2291852"/>
            <a:ext cx="59253" cy="98755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380744" y="2439985"/>
            <a:ext cx="0" cy="13825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1439997" y="2439985"/>
            <a:ext cx="0" cy="13825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1499250" y="2439985"/>
            <a:ext cx="0" cy="13825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865376" y="2011680"/>
            <a:ext cx="1984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C0 &amp; C1</a:t>
            </a:r>
            <a:endParaRPr lang="en-US" sz="2900" dirty="0"/>
          </a:p>
        </p:txBody>
      </p:sp>
      <p:sp>
        <p:nvSpPr>
          <p:cNvPr id="27" name="Text 24"/>
          <p:cNvSpPr/>
          <p:nvPr/>
        </p:nvSpPr>
        <p:spPr>
          <a:xfrm>
            <a:off x="667512" y="3163824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Visites web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et faibles achats</a:t>
            </a:r>
          </a:p>
        </p:txBody>
      </p:sp>
      <p:sp>
        <p:nvSpPr>
          <p:cNvPr id="28" name="Text 25"/>
          <p:cNvSpPr/>
          <p:nvPr/>
        </p:nvSpPr>
        <p:spPr>
          <a:xfrm>
            <a:off x="667512" y="401421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clients visitent souvent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site, mais achètent peu.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51960" y="1755648"/>
            <a:ext cx="3639312" cy="3090672"/>
          </a:xfrm>
          <a:prstGeom prst="roundRect">
            <a:avLst>
              <a:gd name="adj" fmla="val 4142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4434840" y="1965960"/>
            <a:ext cx="987552" cy="9875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VECTOR_bag_63"/>
          <p:cNvSpPr/>
          <p:nvPr/>
        </p:nvSpPr>
        <p:spPr>
          <a:xfrm>
            <a:off x="4434840" y="1965960"/>
            <a:ext cx="987552" cy="9875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660136" y="2011680"/>
            <a:ext cx="1984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C2</a:t>
            </a:r>
            <a:endParaRPr lang="en-US" sz="2900" dirty="0"/>
          </a:p>
        </p:txBody>
      </p:sp>
      <p:sp>
        <p:nvSpPr>
          <p:cNvPr id="33" name="Text 30"/>
          <p:cNvSpPr/>
          <p:nvPr/>
        </p:nvSpPr>
        <p:spPr>
          <a:xfrm>
            <a:off x="4462272" y="3163824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Web actif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et promotions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4462272" y="401421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 plus actif sur le web,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avec aussi de nombreux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achats en magasin.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046720" y="1755648"/>
            <a:ext cx="3639312" cy="3090672"/>
          </a:xfrm>
          <a:prstGeom prst="roundRect">
            <a:avLst>
              <a:gd name="adj" fmla="val 4142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8229600" y="1965960"/>
            <a:ext cx="987552" cy="98755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VECTOR_diamond_64"/>
          <p:cNvSpPr/>
          <p:nvPr/>
        </p:nvSpPr>
        <p:spPr>
          <a:xfrm>
            <a:off x="8229600" y="1965960"/>
            <a:ext cx="987552" cy="987552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0873" y="27778"/>
                </a:moveTo>
                <a:lnTo>
                  <a:pt x="41270" y="27381"/>
                </a:lnTo>
                <a:lnTo>
                  <a:pt x="42063" y="27381"/>
                </a:lnTo>
                <a:lnTo>
                  <a:pt x="42460" y="27778"/>
                </a:lnTo>
                <a:lnTo>
                  <a:pt x="42857" y="28175"/>
                </a:lnTo>
                <a:lnTo>
                  <a:pt x="57937" y="28175"/>
                </a:lnTo>
                <a:lnTo>
                  <a:pt x="58333" y="27778"/>
                </a:lnTo>
                <a:lnTo>
                  <a:pt x="58730" y="27381"/>
                </a:lnTo>
                <a:lnTo>
                  <a:pt x="59524" y="27381"/>
                </a:lnTo>
                <a:lnTo>
                  <a:pt x="60317" y="27381"/>
                </a:lnTo>
                <a:lnTo>
                  <a:pt x="60714" y="27778"/>
                </a:lnTo>
                <a:lnTo>
                  <a:pt x="61111" y="28175"/>
                </a:lnTo>
                <a:lnTo>
                  <a:pt x="66667" y="28175"/>
                </a:lnTo>
                <a:lnTo>
                  <a:pt x="71825" y="34127"/>
                </a:lnTo>
                <a:lnTo>
                  <a:pt x="71825" y="34921"/>
                </a:lnTo>
                <a:lnTo>
                  <a:pt x="74206" y="37302"/>
                </a:lnTo>
                <a:lnTo>
                  <a:pt x="74206" y="38095"/>
                </a:lnTo>
                <a:lnTo>
                  <a:pt x="78175" y="42063"/>
                </a:lnTo>
                <a:lnTo>
                  <a:pt x="78968" y="43651"/>
                </a:lnTo>
                <a:lnTo>
                  <a:pt x="78968" y="44444"/>
                </a:lnTo>
                <a:lnTo>
                  <a:pt x="78968" y="45238"/>
                </a:lnTo>
                <a:lnTo>
                  <a:pt x="76587" y="47619"/>
                </a:lnTo>
                <a:lnTo>
                  <a:pt x="76587" y="48413"/>
                </a:lnTo>
                <a:lnTo>
                  <a:pt x="71825" y="53175"/>
                </a:lnTo>
                <a:lnTo>
                  <a:pt x="71825" y="53968"/>
                </a:lnTo>
                <a:lnTo>
                  <a:pt x="67063" y="58730"/>
                </a:lnTo>
                <a:lnTo>
                  <a:pt x="67063" y="59524"/>
                </a:lnTo>
                <a:lnTo>
                  <a:pt x="59921" y="67460"/>
                </a:lnTo>
                <a:lnTo>
                  <a:pt x="57540" y="69841"/>
                </a:lnTo>
                <a:lnTo>
                  <a:pt x="57540" y="70635"/>
                </a:lnTo>
                <a:lnTo>
                  <a:pt x="53968" y="74206"/>
                </a:lnTo>
                <a:lnTo>
                  <a:pt x="53175" y="74206"/>
                </a:lnTo>
                <a:lnTo>
                  <a:pt x="41667" y="61905"/>
                </a:lnTo>
                <a:lnTo>
                  <a:pt x="41667" y="61111"/>
                </a:lnTo>
                <a:lnTo>
                  <a:pt x="32143" y="50794"/>
                </a:lnTo>
                <a:lnTo>
                  <a:pt x="32143" y="50000"/>
                </a:lnTo>
                <a:lnTo>
                  <a:pt x="28175" y="46032"/>
                </a:lnTo>
                <a:lnTo>
                  <a:pt x="27381" y="44444"/>
                </a:lnTo>
                <a:lnTo>
                  <a:pt x="28175" y="42857"/>
                </a:lnTo>
                <a:lnTo>
                  <a:pt x="33730" y="36508"/>
                </a:lnTo>
                <a:lnTo>
                  <a:pt x="33730" y="35714"/>
                </a:lnTo>
                <a:lnTo>
                  <a:pt x="40873" y="27778"/>
                </a:lnTo>
                <a:close/>
                <a:moveTo>
                  <a:pt x="42063" y="28968"/>
                </a:moveTo>
                <a:lnTo>
                  <a:pt x="35317" y="36508"/>
                </a:lnTo>
                <a:lnTo>
                  <a:pt x="35317" y="37302"/>
                </a:lnTo>
                <a:lnTo>
                  <a:pt x="30556" y="42857"/>
                </a:lnTo>
                <a:lnTo>
                  <a:pt x="30952" y="43254"/>
                </a:lnTo>
                <a:lnTo>
                  <a:pt x="34921" y="43254"/>
                </a:lnTo>
                <a:lnTo>
                  <a:pt x="42063" y="43254"/>
                </a:lnTo>
                <a:lnTo>
                  <a:pt x="42460" y="42857"/>
                </a:lnTo>
                <a:lnTo>
                  <a:pt x="43254" y="41270"/>
                </a:lnTo>
                <a:lnTo>
                  <a:pt x="43254" y="40476"/>
                </a:lnTo>
                <a:lnTo>
                  <a:pt x="43254" y="39683"/>
                </a:lnTo>
                <a:lnTo>
                  <a:pt x="43651" y="39286"/>
                </a:lnTo>
                <a:lnTo>
                  <a:pt x="44048" y="38889"/>
                </a:lnTo>
                <a:lnTo>
                  <a:pt x="44048" y="38095"/>
                </a:lnTo>
                <a:lnTo>
                  <a:pt x="44048" y="37302"/>
                </a:lnTo>
                <a:lnTo>
                  <a:pt x="44444" y="36905"/>
                </a:lnTo>
                <a:lnTo>
                  <a:pt x="44841" y="36508"/>
                </a:lnTo>
                <a:lnTo>
                  <a:pt x="44841" y="34127"/>
                </a:lnTo>
                <a:lnTo>
                  <a:pt x="45238" y="33730"/>
                </a:lnTo>
                <a:lnTo>
                  <a:pt x="45635" y="33333"/>
                </a:lnTo>
                <a:lnTo>
                  <a:pt x="46429" y="29365"/>
                </a:lnTo>
                <a:lnTo>
                  <a:pt x="46032" y="28968"/>
                </a:lnTo>
                <a:lnTo>
                  <a:pt x="42063" y="28968"/>
                </a:lnTo>
                <a:close/>
                <a:moveTo>
                  <a:pt x="48413" y="28968"/>
                </a:moveTo>
                <a:lnTo>
                  <a:pt x="47222" y="30952"/>
                </a:lnTo>
                <a:lnTo>
                  <a:pt x="47222" y="31746"/>
                </a:lnTo>
                <a:lnTo>
                  <a:pt x="47222" y="32540"/>
                </a:lnTo>
                <a:lnTo>
                  <a:pt x="46825" y="32937"/>
                </a:lnTo>
                <a:lnTo>
                  <a:pt x="46429" y="33333"/>
                </a:lnTo>
                <a:lnTo>
                  <a:pt x="46429" y="35714"/>
                </a:lnTo>
                <a:lnTo>
                  <a:pt x="46032" y="36111"/>
                </a:lnTo>
                <a:lnTo>
                  <a:pt x="45635" y="36508"/>
                </a:lnTo>
                <a:lnTo>
                  <a:pt x="45635" y="37302"/>
                </a:lnTo>
                <a:lnTo>
                  <a:pt x="45635" y="38095"/>
                </a:lnTo>
                <a:lnTo>
                  <a:pt x="45238" y="38492"/>
                </a:lnTo>
                <a:lnTo>
                  <a:pt x="44841" y="38889"/>
                </a:lnTo>
                <a:lnTo>
                  <a:pt x="44841" y="41270"/>
                </a:lnTo>
                <a:lnTo>
                  <a:pt x="44048" y="42857"/>
                </a:lnTo>
                <a:lnTo>
                  <a:pt x="44444" y="43254"/>
                </a:lnTo>
                <a:lnTo>
                  <a:pt x="58730" y="43254"/>
                </a:lnTo>
                <a:lnTo>
                  <a:pt x="62698" y="43254"/>
                </a:lnTo>
                <a:lnTo>
                  <a:pt x="63095" y="42857"/>
                </a:lnTo>
                <a:lnTo>
                  <a:pt x="62698" y="42460"/>
                </a:lnTo>
                <a:lnTo>
                  <a:pt x="62302" y="42063"/>
                </a:lnTo>
                <a:lnTo>
                  <a:pt x="62302" y="39683"/>
                </a:lnTo>
                <a:lnTo>
                  <a:pt x="61905" y="39286"/>
                </a:lnTo>
                <a:lnTo>
                  <a:pt x="61508" y="38889"/>
                </a:lnTo>
                <a:lnTo>
                  <a:pt x="61508" y="38095"/>
                </a:lnTo>
                <a:lnTo>
                  <a:pt x="61508" y="37302"/>
                </a:lnTo>
                <a:lnTo>
                  <a:pt x="61111" y="36905"/>
                </a:lnTo>
                <a:lnTo>
                  <a:pt x="60714" y="36508"/>
                </a:lnTo>
                <a:lnTo>
                  <a:pt x="60714" y="34127"/>
                </a:lnTo>
                <a:lnTo>
                  <a:pt x="60317" y="33730"/>
                </a:lnTo>
                <a:lnTo>
                  <a:pt x="59921" y="33333"/>
                </a:lnTo>
                <a:lnTo>
                  <a:pt x="59921" y="32540"/>
                </a:lnTo>
                <a:lnTo>
                  <a:pt x="59921" y="31746"/>
                </a:lnTo>
                <a:lnTo>
                  <a:pt x="59127" y="30159"/>
                </a:lnTo>
                <a:lnTo>
                  <a:pt x="57937" y="28968"/>
                </a:lnTo>
                <a:lnTo>
                  <a:pt x="48413" y="28968"/>
                </a:lnTo>
                <a:close/>
                <a:moveTo>
                  <a:pt x="61111" y="28968"/>
                </a:moveTo>
                <a:lnTo>
                  <a:pt x="60714" y="31746"/>
                </a:lnTo>
                <a:lnTo>
                  <a:pt x="61111" y="32143"/>
                </a:lnTo>
                <a:lnTo>
                  <a:pt x="61508" y="32540"/>
                </a:lnTo>
                <a:lnTo>
                  <a:pt x="61508" y="33333"/>
                </a:lnTo>
                <a:lnTo>
                  <a:pt x="61508" y="34127"/>
                </a:lnTo>
                <a:lnTo>
                  <a:pt x="63095" y="37302"/>
                </a:lnTo>
                <a:lnTo>
                  <a:pt x="63095" y="39683"/>
                </a:lnTo>
                <a:lnTo>
                  <a:pt x="63492" y="40079"/>
                </a:lnTo>
                <a:lnTo>
                  <a:pt x="63889" y="40476"/>
                </a:lnTo>
                <a:lnTo>
                  <a:pt x="64286" y="43254"/>
                </a:lnTo>
                <a:lnTo>
                  <a:pt x="76190" y="43254"/>
                </a:lnTo>
                <a:lnTo>
                  <a:pt x="76587" y="42857"/>
                </a:lnTo>
                <a:lnTo>
                  <a:pt x="74206" y="40476"/>
                </a:lnTo>
                <a:lnTo>
                  <a:pt x="74206" y="39683"/>
                </a:lnTo>
                <a:lnTo>
                  <a:pt x="71825" y="37302"/>
                </a:lnTo>
                <a:lnTo>
                  <a:pt x="71825" y="36508"/>
                </a:lnTo>
                <a:lnTo>
                  <a:pt x="65079" y="28968"/>
                </a:lnTo>
                <a:lnTo>
                  <a:pt x="61111" y="28968"/>
                </a:lnTo>
                <a:close/>
                <a:moveTo>
                  <a:pt x="30952" y="44841"/>
                </a:moveTo>
                <a:lnTo>
                  <a:pt x="30556" y="45238"/>
                </a:lnTo>
                <a:lnTo>
                  <a:pt x="30556" y="46032"/>
                </a:lnTo>
                <a:lnTo>
                  <a:pt x="32937" y="48413"/>
                </a:lnTo>
                <a:lnTo>
                  <a:pt x="32937" y="49206"/>
                </a:lnTo>
                <a:lnTo>
                  <a:pt x="39286" y="55556"/>
                </a:lnTo>
                <a:lnTo>
                  <a:pt x="39286" y="56349"/>
                </a:lnTo>
                <a:lnTo>
                  <a:pt x="44048" y="61111"/>
                </a:lnTo>
                <a:lnTo>
                  <a:pt x="44048" y="61905"/>
                </a:lnTo>
                <a:lnTo>
                  <a:pt x="50000" y="67857"/>
                </a:lnTo>
                <a:lnTo>
                  <a:pt x="50794" y="67857"/>
                </a:lnTo>
                <a:lnTo>
                  <a:pt x="51190" y="67460"/>
                </a:lnTo>
                <a:lnTo>
                  <a:pt x="49603" y="65079"/>
                </a:lnTo>
                <a:lnTo>
                  <a:pt x="49603" y="64286"/>
                </a:lnTo>
                <a:lnTo>
                  <a:pt x="49603" y="63492"/>
                </a:lnTo>
                <a:lnTo>
                  <a:pt x="47222" y="58730"/>
                </a:lnTo>
                <a:lnTo>
                  <a:pt x="46429" y="54762"/>
                </a:lnTo>
                <a:lnTo>
                  <a:pt x="44841" y="52381"/>
                </a:lnTo>
                <a:lnTo>
                  <a:pt x="44841" y="51587"/>
                </a:lnTo>
                <a:lnTo>
                  <a:pt x="44841" y="50794"/>
                </a:lnTo>
                <a:lnTo>
                  <a:pt x="42460" y="46032"/>
                </a:lnTo>
                <a:lnTo>
                  <a:pt x="41270" y="44841"/>
                </a:lnTo>
                <a:lnTo>
                  <a:pt x="30952" y="44841"/>
                </a:lnTo>
                <a:close/>
                <a:moveTo>
                  <a:pt x="44444" y="44841"/>
                </a:moveTo>
                <a:lnTo>
                  <a:pt x="44048" y="46825"/>
                </a:lnTo>
                <a:lnTo>
                  <a:pt x="44444" y="47222"/>
                </a:lnTo>
                <a:lnTo>
                  <a:pt x="44841" y="47619"/>
                </a:lnTo>
                <a:lnTo>
                  <a:pt x="44841" y="48413"/>
                </a:lnTo>
                <a:lnTo>
                  <a:pt x="44841" y="49206"/>
                </a:lnTo>
                <a:lnTo>
                  <a:pt x="47222" y="53175"/>
                </a:lnTo>
                <a:lnTo>
                  <a:pt x="47222" y="53968"/>
                </a:lnTo>
                <a:lnTo>
                  <a:pt x="47222" y="54762"/>
                </a:lnTo>
                <a:lnTo>
                  <a:pt x="48810" y="57143"/>
                </a:lnTo>
                <a:lnTo>
                  <a:pt x="48810" y="57937"/>
                </a:lnTo>
                <a:lnTo>
                  <a:pt x="48810" y="58730"/>
                </a:lnTo>
                <a:lnTo>
                  <a:pt x="51190" y="63492"/>
                </a:lnTo>
                <a:lnTo>
                  <a:pt x="51190" y="64286"/>
                </a:lnTo>
                <a:lnTo>
                  <a:pt x="51190" y="65079"/>
                </a:lnTo>
                <a:lnTo>
                  <a:pt x="52778" y="67460"/>
                </a:lnTo>
                <a:lnTo>
                  <a:pt x="52778" y="68254"/>
                </a:lnTo>
                <a:lnTo>
                  <a:pt x="52778" y="69048"/>
                </a:lnTo>
                <a:lnTo>
                  <a:pt x="53175" y="69444"/>
                </a:lnTo>
                <a:lnTo>
                  <a:pt x="53968" y="69444"/>
                </a:lnTo>
                <a:lnTo>
                  <a:pt x="55159" y="68254"/>
                </a:lnTo>
                <a:lnTo>
                  <a:pt x="55159" y="67460"/>
                </a:lnTo>
                <a:lnTo>
                  <a:pt x="55159" y="66667"/>
                </a:lnTo>
                <a:lnTo>
                  <a:pt x="55556" y="66270"/>
                </a:lnTo>
                <a:lnTo>
                  <a:pt x="55952" y="65873"/>
                </a:lnTo>
                <a:lnTo>
                  <a:pt x="56349" y="63889"/>
                </a:lnTo>
                <a:lnTo>
                  <a:pt x="56746" y="61905"/>
                </a:lnTo>
                <a:lnTo>
                  <a:pt x="57143" y="61508"/>
                </a:lnTo>
                <a:lnTo>
                  <a:pt x="57540" y="61111"/>
                </a:lnTo>
                <a:lnTo>
                  <a:pt x="57540" y="60317"/>
                </a:lnTo>
                <a:lnTo>
                  <a:pt x="57540" y="59524"/>
                </a:lnTo>
                <a:lnTo>
                  <a:pt x="57937" y="59127"/>
                </a:lnTo>
                <a:lnTo>
                  <a:pt x="58333" y="58730"/>
                </a:lnTo>
                <a:lnTo>
                  <a:pt x="58333" y="57937"/>
                </a:lnTo>
                <a:lnTo>
                  <a:pt x="58333" y="57143"/>
                </a:lnTo>
                <a:lnTo>
                  <a:pt x="58730" y="56746"/>
                </a:lnTo>
                <a:lnTo>
                  <a:pt x="59127" y="56349"/>
                </a:lnTo>
                <a:lnTo>
                  <a:pt x="59127" y="55556"/>
                </a:lnTo>
                <a:lnTo>
                  <a:pt x="59127" y="54762"/>
                </a:lnTo>
                <a:lnTo>
                  <a:pt x="60714" y="52381"/>
                </a:lnTo>
                <a:lnTo>
                  <a:pt x="60714" y="51587"/>
                </a:lnTo>
                <a:lnTo>
                  <a:pt x="60714" y="50794"/>
                </a:lnTo>
                <a:lnTo>
                  <a:pt x="62302" y="47619"/>
                </a:lnTo>
                <a:lnTo>
                  <a:pt x="62302" y="45238"/>
                </a:lnTo>
                <a:lnTo>
                  <a:pt x="61905" y="44841"/>
                </a:lnTo>
                <a:lnTo>
                  <a:pt x="44444" y="44841"/>
                </a:lnTo>
                <a:close/>
                <a:moveTo>
                  <a:pt x="65079" y="44841"/>
                </a:moveTo>
                <a:lnTo>
                  <a:pt x="63889" y="46032"/>
                </a:lnTo>
                <a:lnTo>
                  <a:pt x="63889" y="46825"/>
                </a:lnTo>
                <a:lnTo>
                  <a:pt x="63889" y="47619"/>
                </a:lnTo>
                <a:lnTo>
                  <a:pt x="61508" y="52381"/>
                </a:lnTo>
                <a:lnTo>
                  <a:pt x="60714" y="56349"/>
                </a:lnTo>
                <a:lnTo>
                  <a:pt x="59127" y="58730"/>
                </a:lnTo>
                <a:lnTo>
                  <a:pt x="59127" y="59524"/>
                </a:lnTo>
                <a:lnTo>
                  <a:pt x="59127" y="60317"/>
                </a:lnTo>
                <a:lnTo>
                  <a:pt x="58730" y="60714"/>
                </a:lnTo>
                <a:lnTo>
                  <a:pt x="58333" y="61111"/>
                </a:lnTo>
                <a:lnTo>
                  <a:pt x="57540" y="65079"/>
                </a:lnTo>
                <a:lnTo>
                  <a:pt x="55952" y="67460"/>
                </a:lnTo>
                <a:lnTo>
                  <a:pt x="57937" y="67857"/>
                </a:lnTo>
                <a:lnTo>
                  <a:pt x="58333" y="67460"/>
                </a:lnTo>
                <a:lnTo>
                  <a:pt x="58333" y="66667"/>
                </a:lnTo>
                <a:lnTo>
                  <a:pt x="61905" y="63095"/>
                </a:lnTo>
                <a:lnTo>
                  <a:pt x="62302" y="62698"/>
                </a:lnTo>
                <a:lnTo>
                  <a:pt x="62302" y="61905"/>
                </a:lnTo>
                <a:lnTo>
                  <a:pt x="67063" y="57143"/>
                </a:lnTo>
                <a:lnTo>
                  <a:pt x="67063" y="56349"/>
                </a:lnTo>
                <a:lnTo>
                  <a:pt x="75794" y="46825"/>
                </a:lnTo>
                <a:lnTo>
                  <a:pt x="75397" y="44841"/>
                </a:lnTo>
                <a:lnTo>
                  <a:pt x="65079" y="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9454896" y="2011680"/>
            <a:ext cx="1984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C3</a:t>
            </a:r>
            <a:endParaRPr lang="en-US" sz="2900" dirty="0"/>
          </a:p>
        </p:txBody>
      </p:sp>
      <p:sp>
        <p:nvSpPr>
          <p:cNvPr id="39" name="Text 36"/>
          <p:cNvSpPr/>
          <p:nvPr/>
        </p:nvSpPr>
        <p:spPr>
          <a:xfrm>
            <a:off x="8257032" y="3163824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Catalogue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et magasin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8257032" y="401421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Peu de visites web.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Réponses positives plus fréquentes.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Peu d’achats en promotion.</a:t>
            </a:r>
          </a:p>
        </p:txBody>
      </p:sp>
      <p:sp>
        <p:nvSpPr>
          <p:cNvPr id="41" name="Shape 38"/>
          <p:cNvSpPr/>
          <p:nvPr/>
        </p:nvSpPr>
        <p:spPr>
          <a:xfrm>
            <a:off x="457200" y="5038344"/>
            <a:ext cx="11228832" cy="1225296"/>
          </a:xfrm>
          <a:prstGeom prst="roundRect">
            <a:avLst>
              <a:gd name="adj" fmla="val 10448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740664" y="5239512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≈ 8 sur 10</a:t>
            </a:r>
            <a:endParaRPr lang="en-US" sz="4300" dirty="0"/>
          </a:p>
        </p:txBody>
      </p:sp>
      <p:sp>
        <p:nvSpPr>
          <p:cNvPr id="43" name="Text 40"/>
          <p:cNvSpPr/>
          <p:nvPr/>
        </p:nvSpPr>
        <p:spPr>
          <a:xfrm>
            <a:off x="4014216" y="5266944"/>
            <a:ext cx="4434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clients n’ont accepté aucune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des cinq campagnes passées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833104" y="5303520"/>
            <a:ext cx="2487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Associations descriptives.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Aucun effet causal démontré.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15. HYPOTHÈSES MARKETING À TESTER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chaque action à un groupe témoin avant de conclure à un effet commercial.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773936"/>
            <a:ext cx="5550408" cy="2084832"/>
          </a:xfrm>
          <a:prstGeom prst="roundRect">
            <a:avLst>
              <a:gd name="adj" fmla="val 614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76656" y="1984248"/>
            <a:ext cx="969264" cy="9692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773582" y="2275027"/>
            <a:ext cx="339242" cy="329550"/>
          </a:xfrm>
          <a:prstGeom prst="roundRect">
            <a:avLst>
              <a:gd name="adj" fmla="val 11099"/>
            </a:avLst>
          </a:prstGeom>
          <a:solidFill>
            <a:srgbClr val="FFFFFF">
              <a:alpha val="0"/>
            </a:srgbClr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73582" y="2342876"/>
            <a:ext cx="339242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22046" y="2305074"/>
            <a:ext cx="13570" cy="13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70509" y="2305074"/>
            <a:ext cx="13570" cy="13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918972" y="2305074"/>
            <a:ext cx="13570" cy="1357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161288" y="2439802"/>
            <a:ext cx="8723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229136" y="2420417"/>
            <a:ext cx="19385" cy="19385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 flipV="1">
            <a:off x="1229136" y="2439802"/>
            <a:ext cx="19385" cy="19385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316370" y="2410724"/>
            <a:ext cx="27139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 flipH="1">
            <a:off x="1539301" y="2410724"/>
            <a:ext cx="48463" cy="22293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 flipH="1">
            <a:off x="1364833" y="2633655"/>
            <a:ext cx="17446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 flipH="1" flipV="1">
            <a:off x="1316370" y="2410724"/>
            <a:ext cx="48463" cy="22293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 flipV="1">
            <a:off x="1364833" y="2304105"/>
            <a:ext cx="58156" cy="96926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 flipH="1" flipV="1">
            <a:off x="1481145" y="2304105"/>
            <a:ext cx="58156" cy="96926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1403604" y="2449495"/>
            <a:ext cx="0" cy="13569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1461760" y="2449495"/>
            <a:ext cx="0" cy="13569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1519916" y="2449495"/>
            <a:ext cx="0" cy="13569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874520" y="1984248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C0 · Jeunes foyers modestes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874520" y="2441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le parcours web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874520" y="2926080"/>
            <a:ext cx="3831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plusieurs messages</a:t>
            </a:r>
            <a:endParaRPr lang="en-US" sz="142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Mesurer visites et achats sur la même période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Évaluer les achats additionnels</a:t>
            </a:r>
          </a:p>
        </p:txBody>
      </p:sp>
      <p:sp>
        <p:nvSpPr>
          <p:cNvPr id="29" name="Shape 26"/>
          <p:cNvSpPr/>
          <p:nvPr/>
        </p:nvSpPr>
        <p:spPr>
          <a:xfrm>
            <a:off x="6217920" y="1773936"/>
            <a:ext cx="5550408" cy="2084832"/>
          </a:xfrm>
          <a:prstGeom prst="roundRect">
            <a:avLst>
              <a:gd name="adj" fmla="val 6140"/>
            </a:avLst>
          </a:prstGeom>
          <a:solidFill>
            <a:srgbClr val="F0FDFA"/>
          </a:solidFill>
          <a:ln w="12700">
            <a:solidFill>
              <a:srgbClr val="F0FD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6437376" y="1984248"/>
            <a:ext cx="969264" cy="9692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VECTOR_target2_65"/>
          <p:cNvSpPr/>
          <p:nvPr/>
        </p:nvSpPr>
        <p:spPr>
          <a:xfrm>
            <a:off x="6437376" y="1984248"/>
            <a:ext cx="969264" cy="96926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71875" y="19643"/>
                </a:moveTo>
                <a:lnTo>
                  <a:pt x="72321" y="19196"/>
                </a:lnTo>
                <a:lnTo>
                  <a:pt x="72768" y="19643"/>
                </a:lnTo>
                <a:lnTo>
                  <a:pt x="72768" y="24107"/>
                </a:lnTo>
                <a:lnTo>
                  <a:pt x="73214" y="24554"/>
                </a:lnTo>
                <a:lnTo>
                  <a:pt x="73661" y="25000"/>
                </a:lnTo>
                <a:lnTo>
                  <a:pt x="73661" y="25893"/>
                </a:lnTo>
                <a:lnTo>
                  <a:pt x="73661" y="26786"/>
                </a:lnTo>
                <a:lnTo>
                  <a:pt x="75000" y="28125"/>
                </a:lnTo>
                <a:lnTo>
                  <a:pt x="80357" y="28125"/>
                </a:lnTo>
                <a:lnTo>
                  <a:pt x="80804" y="28571"/>
                </a:lnTo>
                <a:lnTo>
                  <a:pt x="72321" y="37054"/>
                </a:lnTo>
                <a:lnTo>
                  <a:pt x="71875" y="36607"/>
                </a:lnTo>
                <a:lnTo>
                  <a:pt x="71429" y="36161"/>
                </a:lnTo>
                <a:lnTo>
                  <a:pt x="68750" y="36161"/>
                </a:lnTo>
                <a:lnTo>
                  <a:pt x="66964" y="35268"/>
                </a:lnTo>
                <a:lnTo>
                  <a:pt x="57589" y="44643"/>
                </a:lnTo>
                <a:lnTo>
                  <a:pt x="54464" y="48661"/>
                </a:lnTo>
                <a:lnTo>
                  <a:pt x="52679" y="49554"/>
                </a:lnTo>
                <a:lnTo>
                  <a:pt x="51339" y="48214"/>
                </a:lnTo>
                <a:lnTo>
                  <a:pt x="64732" y="34821"/>
                </a:lnTo>
                <a:lnTo>
                  <a:pt x="64732" y="26786"/>
                </a:lnTo>
                <a:lnTo>
                  <a:pt x="71875" y="19643"/>
                </a:lnTo>
                <a:close/>
                <a:moveTo>
                  <a:pt x="70536" y="23661"/>
                </a:moveTo>
                <a:lnTo>
                  <a:pt x="66518" y="27679"/>
                </a:lnTo>
                <a:lnTo>
                  <a:pt x="66518" y="33036"/>
                </a:lnTo>
                <a:lnTo>
                  <a:pt x="67857" y="34375"/>
                </a:lnTo>
                <a:lnTo>
                  <a:pt x="72321" y="34375"/>
                </a:lnTo>
                <a:lnTo>
                  <a:pt x="75000" y="31696"/>
                </a:lnTo>
                <a:lnTo>
                  <a:pt x="75893" y="31696"/>
                </a:lnTo>
                <a:lnTo>
                  <a:pt x="76339" y="31250"/>
                </a:lnTo>
                <a:lnTo>
                  <a:pt x="76339" y="30357"/>
                </a:lnTo>
                <a:lnTo>
                  <a:pt x="76339" y="29464"/>
                </a:lnTo>
                <a:lnTo>
                  <a:pt x="72321" y="29018"/>
                </a:lnTo>
                <a:lnTo>
                  <a:pt x="71875" y="28571"/>
                </a:lnTo>
                <a:lnTo>
                  <a:pt x="71875" y="24107"/>
                </a:lnTo>
                <a:lnTo>
                  <a:pt x="71429" y="23661"/>
                </a:lnTo>
                <a:lnTo>
                  <a:pt x="70536" y="23661"/>
                </a:lnTo>
                <a:close/>
                <a:moveTo>
                  <a:pt x="45982" y="27679"/>
                </a:moveTo>
                <a:lnTo>
                  <a:pt x="46429" y="27232"/>
                </a:lnTo>
                <a:lnTo>
                  <a:pt x="51786" y="27232"/>
                </a:lnTo>
                <a:lnTo>
                  <a:pt x="52232" y="27679"/>
                </a:lnTo>
                <a:lnTo>
                  <a:pt x="52679" y="28125"/>
                </a:lnTo>
                <a:lnTo>
                  <a:pt x="55357" y="28125"/>
                </a:lnTo>
                <a:lnTo>
                  <a:pt x="55804" y="28571"/>
                </a:lnTo>
                <a:lnTo>
                  <a:pt x="56250" y="29018"/>
                </a:lnTo>
                <a:lnTo>
                  <a:pt x="57143" y="29018"/>
                </a:lnTo>
                <a:lnTo>
                  <a:pt x="58036" y="29018"/>
                </a:lnTo>
                <a:lnTo>
                  <a:pt x="59821" y="29911"/>
                </a:lnTo>
                <a:lnTo>
                  <a:pt x="60268" y="30357"/>
                </a:lnTo>
                <a:lnTo>
                  <a:pt x="60268" y="31250"/>
                </a:lnTo>
                <a:lnTo>
                  <a:pt x="59821" y="31696"/>
                </a:lnTo>
                <a:lnTo>
                  <a:pt x="58929" y="31696"/>
                </a:lnTo>
                <a:lnTo>
                  <a:pt x="56250" y="29911"/>
                </a:lnTo>
                <a:lnTo>
                  <a:pt x="52679" y="29911"/>
                </a:lnTo>
                <a:lnTo>
                  <a:pt x="52232" y="29464"/>
                </a:lnTo>
                <a:lnTo>
                  <a:pt x="51786" y="29018"/>
                </a:lnTo>
                <a:lnTo>
                  <a:pt x="47321" y="29018"/>
                </a:lnTo>
                <a:lnTo>
                  <a:pt x="46875" y="29464"/>
                </a:lnTo>
                <a:lnTo>
                  <a:pt x="46429" y="29911"/>
                </a:lnTo>
                <a:lnTo>
                  <a:pt x="43750" y="29911"/>
                </a:lnTo>
                <a:lnTo>
                  <a:pt x="43304" y="30357"/>
                </a:lnTo>
                <a:lnTo>
                  <a:pt x="42857" y="30804"/>
                </a:lnTo>
                <a:lnTo>
                  <a:pt x="41964" y="30804"/>
                </a:lnTo>
                <a:lnTo>
                  <a:pt x="41071" y="30804"/>
                </a:lnTo>
                <a:lnTo>
                  <a:pt x="37500" y="32589"/>
                </a:lnTo>
                <a:lnTo>
                  <a:pt x="30804" y="39286"/>
                </a:lnTo>
                <a:lnTo>
                  <a:pt x="29018" y="42857"/>
                </a:lnTo>
                <a:lnTo>
                  <a:pt x="29018" y="43750"/>
                </a:lnTo>
                <a:lnTo>
                  <a:pt x="29018" y="44643"/>
                </a:lnTo>
                <a:lnTo>
                  <a:pt x="28571" y="45089"/>
                </a:lnTo>
                <a:lnTo>
                  <a:pt x="28125" y="45536"/>
                </a:lnTo>
                <a:lnTo>
                  <a:pt x="28125" y="54464"/>
                </a:lnTo>
                <a:lnTo>
                  <a:pt x="28571" y="54911"/>
                </a:lnTo>
                <a:lnTo>
                  <a:pt x="29018" y="55357"/>
                </a:lnTo>
                <a:lnTo>
                  <a:pt x="29018" y="58036"/>
                </a:lnTo>
                <a:lnTo>
                  <a:pt x="31696" y="63393"/>
                </a:lnTo>
                <a:lnTo>
                  <a:pt x="37500" y="69196"/>
                </a:lnTo>
                <a:lnTo>
                  <a:pt x="44643" y="72768"/>
                </a:lnTo>
                <a:lnTo>
                  <a:pt x="53571" y="72768"/>
                </a:lnTo>
                <a:lnTo>
                  <a:pt x="54018" y="72321"/>
                </a:lnTo>
                <a:lnTo>
                  <a:pt x="54464" y="71875"/>
                </a:lnTo>
                <a:lnTo>
                  <a:pt x="57143" y="71875"/>
                </a:lnTo>
                <a:lnTo>
                  <a:pt x="62500" y="69196"/>
                </a:lnTo>
                <a:lnTo>
                  <a:pt x="67411" y="64286"/>
                </a:lnTo>
                <a:lnTo>
                  <a:pt x="67411" y="63393"/>
                </a:lnTo>
                <a:lnTo>
                  <a:pt x="70089" y="59821"/>
                </a:lnTo>
                <a:lnTo>
                  <a:pt x="70089" y="58929"/>
                </a:lnTo>
                <a:lnTo>
                  <a:pt x="70089" y="58036"/>
                </a:lnTo>
                <a:lnTo>
                  <a:pt x="71875" y="54464"/>
                </a:lnTo>
                <a:lnTo>
                  <a:pt x="71875" y="50000"/>
                </a:lnTo>
                <a:lnTo>
                  <a:pt x="71429" y="49554"/>
                </a:lnTo>
                <a:lnTo>
                  <a:pt x="70982" y="49107"/>
                </a:lnTo>
                <a:lnTo>
                  <a:pt x="70982" y="45536"/>
                </a:lnTo>
                <a:lnTo>
                  <a:pt x="68304" y="41071"/>
                </a:lnTo>
                <a:lnTo>
                  <a:pt x="69643" y="39732"/>
                </a:lnTo>
                <a:lnTo>
                  <a:pt x="71875" y="41964"/>
                </a:lnTo>
                <a:lnTo>
                  <a:pt x="71875" y="42857"/>
                </a:lnTo>
                <a:lnTo>
                  <a:pt x="71875" y="43750"/>
                </a:lnTo>
                <a:lnTo>
                  <a:pt x="72321" y="44196"/>
                </a:lnTo>
                <a:lnTo>
                  <a:pt x="72768" y="44643"/>
                </a:lnTo>
                <a:lnTo>
                  <a:pt x="72768" y="47321"/>
                </a:lnTo>
                <a:lnTo>
                  <a:pt x="73214" y="47768"/>
                </a:lnTo>
                <a:lnTo>
                  <a:pt x="73661" y="48214"/>
                </a:lnTo>
                <a:lnTo>
                  <a:pt x="73661" y="54464"/>
                </a:lnTo>
                <a:lnTo>
                  <a:pt x="73214" y="54911"/>
                </a:lnTo>
                <a:lnTo>
                  <a:pt x="72768" y="55357"/>
                </a:lnTo>
                <a:lnTo>
                  <a:pt x="72768" y="58036"/>
                </a:lnTo>
                <a:lnTo>
                  <a:pt x="72321" y="58482"/>
                </a:lnTo>
                <a:lnTo>
                  <a:pt x="71875" y="58929"/>
                </a:lnTo>
                <a:lnTo>
                  <a:pt x="71875" y="59821"/>
                </a:lnTo>
                <a:lnTo>
                  <a:pt x="71875" y="60714"/>
                </a:lnTo>
                <a:lnTo>
                  <a:pt x="69196" y="64286"/>
                </a:lnTo>
                <a:lnTo>
                  <a:pt x="69196" y="65179"/>
                </a:lnTo>
                <a:lnTo>
                  <a:pt x="64286" y="70089"/>
                </a:lnTo>
                <a:lnTo>
                  <a:pt x="63393" y="70089"/>
                </a:lnTo>
                <a:lnTo>
                  <a:pt x="61607" y="71875"/>
                </a:lnTo>
                <a:lnTo>
                  <a:pt x="58036" y="73661"/>
                </a:lnTo>
                <a:lnTo>
                  <a:pt x="57143" y="73661"/>
                </a:lnTo>
                <a:lnTo>
                  <a:pt x="56250" y="73661"/>
                </a:lnTo>
                <a:lnTo>
                  <a:pt x="55804" y="74107"/>
                </a:lnTo>
                <a:lnTo>
                  <a:pt x="55357" y="74554"/>
                </a:lnTo>
                <a:lnTo>
                  <a:pt x="44643" y="74554"/>
                </a:lnTo>
                <a:lnTo>
                  <a:pt x="44196" y="74107"/>
                </a:lnTo>
                <a:lnTo>
                  <a:pt x="43750" y="73661"/>
                </a:lnTo>
                <a:lnTo>
                  <a:pt x="39286" y="72768"/>
                </a:lnTo>
                <a:lnTo>
                  <a:pt x="37500" y="70982"/>
                </a:lnTo>
                <a:lnTo>
                  <a:pt x="33929" y="69196"/>
                </a:lnTo>
                <a:lnTo>
                  <a:pt x="29018" y="63393"/>
                </a:lnTo>
                <a:lnTo>
                  <a:pt x="27232" y="59821"/>
                </a:lnTo>
                <a:lnTo>
                  <a:pt x="27232" y="57143"/>
                </a:lnTo>
                <a:lnTo>
                  <a:pt x="26786" y="56696"/>
                </a:lnTo>
                <a:lnTo>
                  <a:pt x="26339" y="56250"/>
                </a:lnTo>
                <a:lnTo>
                  <a:pt x="26339" y="44643"/>
                </a:lnTo>
                <a:lnTo>
                  <a:pt x="26786" y="44196"/>
                </a:lnTo>
                <a:lnTo>
                  <a:pt x="27232" y="43750"/>
                </a:lnTo>
                <a:lnTo>
                  <a:pt x="27232" y="42857"/>
                </a:lnTo>
                <a:lnTo>
                  <a:pt x="27232" y="41964"/>
                </a:lnTo>
                <a:lnTo>
                  <a:pt x="29018" y="38393"/>
                </a:lnTo>
                <a:lnTo>
                  <a:pt x="30804" y="36607"/>
                </a:lnTo>
                <a:lnTo>
                  <a:pt x="30804" y="35714"/>
                </a:lnTo>
                <a:lnTo>
                  <a:pt x="34821" y="31696"/>
                </a:lnTo>
                <a:lnTo>
                  <a:pt x="41964" y="28125"/>
                </a:lnTo>
                <a:lnTo>
                  <a:pt x="45982" y="27679"/>
                </a:lnTo>
                <a:close/>
                <a:moveTo>
                  <a:pt x="45089" y="37500"/>
                </a:moveTo>
                <a:lnTo>
                  <a:pt x="45536" y="37054"/>
                </a:lnTo>
                <a:lnTo>
                  <a:pt x="52679" y="37054"/>
                </a:lnTo>
                <a:lnTo>
                  <a:pt x="54464" y="37946"/>
                </a:lnTo>
                <a:lnTo>
                  <a:pt x="54911" y="38393"/>
                </a:lnTo>
                <a:lnTo>
                  <a:pt x="54911" y="39286"/>
                </a:lnTo>
                <a:lnTo>
                  <a:pt x="51786" y="39732"/>
                </a:lnTo>
                <a:lnTo>
                  <a:pt x="51339" y="39286"/>
                </a:lnTo>
                <a:lnTo>
                  <a:pt x="50893" y="38839"/>
                </a:lnTo>
                <a:lnTo>
                  <a:pt x="45536" y="38839"/>
                </a:lnTo>
                <a:lnTo>
                  <a:pt x="43750" y="39732"/>
                </a:lnTo>
                <a:lnTo>
                  <a:pt x="38839" y="44643"/>
                </a:lnTo>
                <a:lnTo>
                  <a:pt x="37946" y="46429"/>
                </a:lnTo>
                <a:lnTo>
                  <a:pt x="37946" y="49107"/>
                </a:lnTo>
                <a:lnTo>
                  <a:pt x="37054" y="50893"/>
                </a:lnTo>
                <a:lnTo>
                  <a:pt x="37500" y="51339"/>
                </a:lnTo>
                <a:lnTo>
                  <a:pt x="37946" y="51786"/>
                </a:lnTo>
                <a:lnTo>
                  <a:pt x="37946" y="54464"/>
                </a:lnTo>
                <a:lnTo>
                  <a:pt x="38393" y="54911"/>
                </a:lnTo>
                <a:lnTo>
                  <a:pt x="38839" y="55357"/>
                </a:lnTo>
                <a:lnTo>
                  <a:pt x="38839" y="56250"/>
                </a:lnTo>
                <a:lnTo>
                  <a:pt x="38839" y="57143"/>
                </a:lnTo>
                <a:lnTo>
                  <a:pt x="44643" y="62946"/>
                </a:lnTo>
                <a:lnTo>
                  <a:pt x="45536" y="62946"/>
                </a:lnTo>
                <a:lnTo>
                  <a:pt x="46429" y="62946"/>
                </a:lnTo>
                <a:lnTo>
                  <a:pt x="46875" y="63393"/>
                </a:lnTo>
                <a:lnTo>
                  <a:pt x="47321" y="63839"/>
                </a:lnTo>
                <a:lnTo>
                  <a:pt x="51786" y="63839"/>
                </a:lnTo>
                <a:lnTo>
                  <a:pt x="52232" y="63393"/>
                </a:lnTo>
                <a:lnTo>
                  <a:pt x="52679" y="62946"/>
                </a:lnTo>
                <a:lnTo>
                  <a:pt x="53571" y="62946"/>
                </a:lnTo>
                <a:lnTo>
                  <a:pt x="54464" y="62946"/>
                </a:lnTo>
                <a:lnTo>
                  <a:pt x="56250" y="62054"/>
                </a:lnTo>
                <a:lnTo>
                  <a:pt x="60268" y="58036"/>
                </a:lnTo>
                <a:lnTo>
                  <a:pt x="62054" y="54464"/>
                </a:lnTo>
                <a:lnTo>
                  <a:pt x="62054" y="50000"/>
                </a:lnTo>
                <a:lnTo>
                  <a:pt x="61161" y="48214"/>
                </a:lnTo>
                <a:lnTo>
                  <a:pt x="61161" y="47321"/>
                </a:lnTo>
                <a:lnTo>
                  <a:pt x="61161" y="46429"/>
                </a:lnTo>
                <a:lnTo>
                  <a:pt x="62500" y="45089"/>
                </a:lnTo>
                <a:lnTo>
                  <a:pt x="63839" y="47321"/>
                </a:lnTo>
                <a:lnTo>
                  <a:pt x="63839" y="55357"/>
                </a:lnTo>
                <a:lnTo>
                  <a:pt x="62054" y="58929"/>
                </a:lnTo>
                <a:lnTo>
                  <a:pt x="58036" y="62946"/>
                </a:lnTo>
                <a:lnTo>
                  <a:pt x="54464" y="64732"/>
                </a:lnTo>
                <a:lnTo>
                  <a:pt x="48214" y="65625"/>
                </a:lnTo>
                <a:lnTo>
                  <a:pt x="47768" y="65179"/>
                </a:lnTo>
                <a:lnTo>
                  <a:pt x="47321" y="64732"/>
                </a:lnTo>
                <a:lnTo>
                  <a:pt x="42857" y="63839"/>
                </a:lnTo>
                <a:lnTo>
                  <a:pt x="41071" y="62054"/>
                </a:lnTo>
                <a:lnTo>
                  <a:pt x="40179" y="62054"/>
                </a:lnTo>
                <a:lnTo>
                  <a:pt x="37946" y="59821"/>
                </a:lnTo>
                <a:lnTo>
                  <a:pt x="35268" y="54464"/>
                </a:lnTo>
                <a:lnTo>
                  <a:pt x="35268" y="48214"/>
                </a:lnTo>
                <a:lnTo>
                  <a:pt x="35714" y="47768"/>
                </a:lnTo>
                <a:lnTo>
                  <a:pt x="36161" y="47321"/>
                </a:lnTo>
                <a:lnTo>
                  <a:pt x="36161" y="46429"/>
                </a:lnTo>
                <a:lnTo>
                  <a:pt x="36161" y="45536"/>
                </a:lnTo>
                <a:lnTo>
                  <a:pt x="37946" y="41964"/>
                </a:lnTo>
                <a:lnTo>
                  <a:pt x="40179" y="39732"/>
                </a:lnTo>
                <a:lnTo>
                  <a:pt x="45089" y="37500"/>
                </a:lnTo>
                <a:close/>
                <a:moveTo>
                  <a:pt x="47768" y="45536"/>
                </a:moveTo>
                <a:lnTo>
                  <a:pt x="48214" y="45089"/>
                </a:lnTo>
                <a:lnTo>
                  <a:pt x="50446" y="45536"/>
                </a:lnTo>
                <a:lnTo>
                  <a:pt x="45982" y="50000"/>
                </a:lnTo>
                <a:lnTo>
                  <a:pt x="45982" y="50893"/>
                </a:lnTo>
                <a:lnTo>
                  <a:pt x="49107" y="54018"/>
                </a:lnTo>
                <a:lnTo>
                  <a:pt x="50000" y="54018"/>
                </a:lnTo>
                <a:lnTo>
                  <a:pt x="50893" y="54018"/>
                </a:lnTo>
                <a:lnTo>
                  <a:pt x="54464" y="50446"/>
                </a:lnTo>
                <a:lnTo>
                  <a:pt x="54911" y="50893"/>
                </a:lnTo>
                <a:lnTo>
                  <a:pt x="54911" y="51786"/>
                </a:lnTo>
                <a:lnTo>
                  <a:pt x="54911" y="52679"/>
                </a:lnTo>
                <a:lnTo>
                  <a:pt x="54911" y="53571"/>
                </a:lnTo>
                <a:lnTo>
                  <a:pt x="52679" y="55804"/>
                </a:lnTo>
                <a:lnTo>
                  <a:pt x="51786" y="55804"/>
                </a:lnTo>
                <a:lnTo>
                  <a:pt x="50893" y="55804"/>
                </a:lnTo>
                <a:lnTo>
                  <a:pt x="50446" y="56250"/>
                </a:lnTo>
                <a:lnTo>
                  <a:pt x="50000" y="56696"/>
                </a:lnTo>
                <a:lnTo>
                  <a:pt x="49554" y="56250"/>
                </a:lnTo>
                <a:lnTo>
                  <a:pt x="49107" y="55804"/>
                </a:lnTo>
                <a:lnTo>
                  <a:pt x="48214" y="55804"/>
                </a:lnTo>
                <a:lnTo>
                  <a:pt x="47321" y="55804"/>
                </a:lnTo>
                <a:lnTo>
                  <a:pt x="44196" y="52679"/>
                </a:lnTo>
                <a:lnTo>
                  <a:pt x="44196" y="49107"/>
                </a:lnTo>
                <a:lnTo>
                  <a:pt x="45089" y="47321"/>
                </a:lnTo>
                <a:lnTo>
                  <a:pt x="47768" y="45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635240" y="1984248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C1 · Foyers avec enfants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635240" y="2441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plusieurs offres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635240" y="2926080"/>
            <a:ext cx="3831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des offres pour les foyers avec enfants</a:t>
            </a:r>
            <a:endParaRPr lang="en-US" sz="142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à un groupe témoin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Mesurer réponses et achats supplémentaires</a:t>
            </a:r>
          </a:p>
        </p:txBody>
      </p:sp>
      <p:sp>
        <p:nvSpPr>
          <p:cNvPr id="35" name="Shape 32"/>
          <p:cNvSpPr/>
          <p:nvPr/>
        </p:nvSpPr>
        <p:spPr>
          <a:xfrm>
            <a:off x="457200" y="4050792"/>
            <a:ext cx="5550408" cy="2084832"/>
          </a:xfrm>
          <a:prstGeom prst="roundRect">
            <a:avLst>
              <a:gd name="adj" fmla="val 614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676656" y="4261104"/>
            <a:ext cx="969264" cy="9692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VECTOR_bag_66"/>
          <p:cNvSpPr/>
          <p:nvPr/>
        </p:nvSpPr>
        <p:spPr>
          <a:xfrm>
            <a:off x="676656" y="4261104"/>
            <a:ext cx="969264" cy="96926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000" y="24615"/>
                </a:moveTo>
                <a:lnTo>
                  <a:pt x="45385" y="24231"/>
                </a:lnTo>
                <a:lnTo>
                  <a:pt x="51538" y="24231"/>
                </a:lnTo>
                <a:lnTo>
                  <a:pt x="54615" y="25769"/>
                </a:lnTo>
                <a:lnTo>
                  <a:pt x="57308" y="28462"/>
                </a:lnTo>
                <a:lnTo>
                  <a:pt x="58846" y="31538"/>
                </a:lnTo>
                <a:lnTo>
                  <a:pt x="58846" y="37692"/>
                </a:lnTo>
                <a:lnTo>
                  <a:pt x="59231" y="38077"/>
                </a:lnTo>
                <a:lnTo>
                  <a:pt x="66154" y="38077"/>
                </a:lnTo>
                <a:lnTo>
                  <a:pt x="68077" y="40000"/>
                </a:lnTo>
                <a:lnTo>
                  <a:pt x="68077" y="44615"/>
                </a:lnTo>
                <a:lnTo>
                  <a:pt x="68462" y="45000"/>
                </a:lnTo>
                <a:lnTo>
                  <a:pt x="68846" y="45385"/>
                </a:lnTo>
                <a:lnTo>
                  <a:pt x="68846" y="51538"/>
                </a:lnTo>
                <a:lnTo>
                  <a:pt x="69231" y="51923"/>
                </a:lnTo>
                <a:lnTo>
                  <a:pt x="69615" y="52308"/>
                </a:lnTo>
                <a:lnTo>
                  <a:pt x="69615" y="57692"/>
                </a:lnTo>
                <a:lnTo>
                  <a:pt x="70000" y="58077"/>
                </a:lnTo>
                <a:lnTo>
                  <a:pt x="70385" y="58462"/>
                </a:lnTo>
                <a:lnTo>
                  <a:pt x="70385" y="63846"/>
                </a:lnTo>
                <a:lnTo>
                  <a:pt x="70769" y="64231"/>
                </a:lnTo>
                <a:lnTo>
                  <a:pt x="71154" y="64615"/>
                </a:lnTo>
                <a:lnTo>
                  <a:pt x="71154" y="70769"/>
                </a:lnTo>
                <a:lnTo>
                  <a:pt x="71538" y="71154"/>
                </a:lnTo>
                <a:lnTo>
                  <a:pt x="71923" y="71538"/>
                </a:lnTo>
                <a:lnTo>
                  <a:pt x="71923" y="76923"/>
                </a:lnTo>
                <a:lnTo>
                  <a:pt x="70000" y="78077"/>
                </a:lnTo>
                <a:lnTo>
                  <a:pt x="52308" y="78077"/>
                </a:lnTo>
                <a:lnTo>
                  <a:pt x="26923" y="78077"/>
                </a:lnTo>
                <a:lnTo>
                  <a:pt x="25000" y="76154"/>
                </a:lnTo>
                <a:lnTo>
                  <a:pt x="25000" y="73846"/>
                </a:lnTo>
                <a:lnTo>
                  <a:pt x="25385" y="73462"/>
                </a:lnTo>
                <a:lnTo>
                  <a:pt x="25769" y="73077"/>
                </a:lnTo>
                <a:lnTo>
                  <a:pt x="25769" y="67692"/>
                </a:lnTo>
                <a:lnTo>
                  <a:pt x="26154" y="67308"/>
                </a:lnTo>
                <a:lnTo>
                  <a:pt x="26538" y="66923"/>
                </a:lnTo>
                <a:lnTo>
                  <a:pt x="26538" y="62308"/>
                </a:lnTo>
                <a:lnTo>
                  <a:pt x="26923" y="61923"/>
                </a:lnTo>
                <a:lnTo>
                  <a:pt x="27308" y="61538"/>
                </a:lnTo>
                <a:lnTo>
                  <a:pt x="27308" y="56154"/>
                </a:lnTo>
                <a:lnTo>
                  <a:pt x="27692" y="55769"/>
                </a:lnTo>
                <a:lnTo>
                  <a:pt x="28077" y="55385"/>
                </a:lnTo>
                <a:lnTo>
                  <a:pt x="28077" y="49231"/>
                </a:lnTo>
                <a:lnTo>
                  <a:pt x="28462" y="48846"/>
                </a:lnTo>
                <a:lnTo>
                  <a:pt x="28846" y="48462"/>
                </a:lnTo>
                <a:lnTo>
                  <a:pt x="28846" y="43846"/>
                </a:lnTo>
                <a:lnTo>
                  <a:pt x="29231" y="43462"/>
                </a:lnTo>
                <a:lnTo>
                  <a:pt x="29615" y="43077"/>
                </a:lnTo>
                <a:lnTo>
                  <a:pt x="29615" y="39231"/>
                </a:lnTo>
                <a:lnTo>
                  <a:pt x="30769" y="38077"/>
                </a:lnTo>
                <a:lnTo>
                  <a:pt x="37692" y="38077"/>
                </a:lnTo>
                <a:lnTo>
                  <a:pt x="38077" y="37692"/>
                </a:lnTo>
                <a:lnTo>
                  <a:pt x="38077" y="32308"/>
                </a:lnTo>
                <a:lnTo>
                  <a:pt x="38462" y="31923"/>
                </a:lnTo>
                <a:lnTo>
                  <a:pt x="38846" y="31538"/>
                </a:lnTo>
                <a:lnTo>
                  <a:pt x="38846" y="30769"/>
                </a:lnTo>
                <a:lnTo>
                  <a:pt x="38846" y="30000"/>
                </a:lnTo>
                <a:lnTo>
                  <a:pt x="39615" y="28462"/>
                </a:lnTo>
                <a:lnTo>
                  <a:pt x="42308" y="25769"/>
                </a:lnTo>
                <a:lnTo>
                  <a:pt x="45000" y="24615"/>
                </a:lnTo>
                <a:close/>
                <a:moveTo>
                  <a:pt x="46154" y="26538"/>
                </a:moveTo>
                <a:lnTo>
                  <a:pt x="44615" y="27308"/>
                </a:lnTo>
                <a:lnTo>
                  <a:pt x="41923" y="30000"/>
                </a:lnTo>
                <a:lnTo>
                  <a:pt x="41154" y="31538"/>
                </a:lnTo>
                <a:lnTo>
                  <a:pt x="41154" y="37692"/>
                </a:lnTo>
                <a:lnTo>
                  <a:pt x="41538" y="38077"/>
                </a:lnTo>
                <a:lnTo>
                  <a:pt x="51538" y="38077"/>
                </a:lnTo>
                <a:lnTo>
                  <a:pt x="56154" y="38077"/>
                </a:lnTo>
                <a:lnTo>
                  <a:pt x="56538" y="37692"/>
                </a:lnTo>
                <a:lnTo>
                  <a:pt x="56538" y="33077"/>
                </a:lnTo>
                <a:lnTo>
                  <a:pt x="56154" y="32692"/>
                </a:lnTo>
                <a:lnTo>
                  <a:pt x="55769" y="32308"/>
                </a:lnTo>
                <a:lnTo>
                  <a:pt x="55769" y="31538"/>
                </a:lnTo>
                <a:lnTo>
                  <a:pt x="55769" y="30769"/>
                </a:lnTo>
                <a:lnTo>
                  <a:pt x="52308" y="27308"/>
                </a:lnTo>
                <a:lnTo>
                  <a:pt x="51538" y="27308"/>
                </a:lnTo>
                <a:lnTo>
                  <a:pt x="50769" y="27308"/>
                </a:lnTo>
                <a:lnTo>
                  <a:pt x="50385" y="26923"/>
                </a:lnTo>
                <a:lnTo>
                  <a:pt x="50000" y="26538"/>
                </a:lnTo>
                <a:lnTo>
                  <a:pt x="46154" y="26538"/>
                </a:lnTo>
                <a:close/>
                <a:moveTo>
                  <a:pt x="33077" y="41154"/>
                </a:moveTo>
                <a:lnTo>
                  <a:pt x="31923" y="42308"/>
                </a:lnTo>
                <a:lnTo>
                  <a:pt x="31923" y="45385"/>
                </a:lnTo>
                <a:lnTo>
                  <a:pt x="31538" y="45769"/>
                </a:lnTo>
                <a:lnTo>
                  <a:pt x="31154" y="46154"/>
                </a:lnTo>
                <a:lnTo>
                  <a:pt x="31154" y="51538"/>
                </a:lnTo>
                <a:lnTo>
                  <a:pt x="30769" y="51923"/>
                </a:lnTo>
                <a:lnTo>
                  <a:pt x="30385" y="52308"/>
                </a:lnTo>
                <a:lnTo>
                  <a:pt x="30385" y="56923"/>
                </a:lnTo>
                <a:lnTo>
                  <a:pt x="30000" y="57308"/>
                </a:lnTo>
                <a:lnTo>
                  <a:pt x="29615" y="57692"/>
                </a:lnTo>
                <a:lnTo>
                  <a:pt x="29615" y="63077"/>
                </a:lnTo>
                <a:lnTo>
                  <a:pt x="29231" y="63462"/>
                </a:lnTo>
                <a:lnTo>
                  <a:pt x="28846" y="63846"/>
                </a:lnTo>
                <a:lnTo>
                  <a:pt x="28846" y="69231"/>
                </a:lnTo>
                <a:lnTo>
                  <a:pt x="28462" y="69615"/>
                </a:lnTo>
                <a:lnTo>
                  <a:pt x="28077" y="70000"/>
                </a:lnTo>
                <a:lnTo>
                  <a:pt x="28077" y="74615"/>
                </a:lnTo>
                <a:lnTo>
                  <a:pt x="29231" y="75769"/>
                </a:lnTo>
                <a:lnTo>
                  <a:pt x="63077" y="75769"/>
                </a:lnTo>
                <a:lnTo>
                  <a:pt x="63462" y="75385"/>
                </a:lnTo>
                <a:lnTo>
                  <a:pt x="63846" y="75000"/>
                </a:lnTo>
                <a:lnTo>
                  <a:pt x="66923" y="75000"/>
                </a:lnTo>
                <a:lnTo>
                  <a:pt x="67308" y="75385"/>
                </a:lnTo>
                <a:lnTo>
                  <a:pt x="67692" y="75769"/>
                </a:lnTo>
                <a:lnTo>
                  <a:pt x="68846" y="74615"/>
                </a:lnTo>
                <a:lnTo>
                  <a:pt x="68846" y="73846"/>
                </a:lnTo>
                <a:lnTo>
                  <a:pt x="68846" y="68462"/>
                </a:lnTo>
                <a:lnTo>
                  <a:pt x="68462" y="68077"/>
                </a:lnTo>
                <a:lnTo>
                  <a:pt x="68077" y="67692"/>
                </a:lnTo>
                <a:lnTo>
                  <a:pt x="68077" y="61538"/>
                </a:lnTo>
                <a:lnTo>
                  <a:pt x="67692" y="61154"/>
                </a:lnTo>
                <a:lnTo>
                  <a:pt x="67308" y="60769"/>
                </a:lnTo>
                <a:lnTo>
                  <a:pt x="67308" y="55385"/>
                </a:lnTo>
                <a:lnTo>
                  <a:pt x="66923" y="55000"/>
                </a:lnTo>
                <a:lnTo>
                  <a:pt x="66538" y="54615"/>
                </a:lnTo>
                <a:lnTo>
                  <a:pt x="66538" y="49231"/>
                </a:lnTo>
                <a:lnTo>
                  <a:pt x="66154" y="48846"/>
                </a:lnTo>
                <a:lnTo>
                  <a:pt x="65769" y="48462"/>
                </a:lnTo>
                <a:lnTo>
                  <a:pt x="65769" y="43077"/>
                </a:lnTo>
                <a:lnTo>
                  <a:pt x="64615" y="41154"/>
                </a:lnTo>
                <a:lnTo>
                  <a:pt x="59231" y="41154"/>
                </a:lnTo>
                <a:lnTo>
                  <a:pt x="58846" y="43846"/>
                </a:lnTo>
                <a:lnTo>
                  <a:pt x="57692" y="45000"/>
                </a:lnTo>
                <a:lnTo>
                  <a:pt x="56538" y="43846"/>
                </a:lnTo>
                <a:lnTo>
                  <a:pt x="56154" y="41154"/>
                </a:lnTo>
                <a:lnTo>
                  <a:pt x="41538" y="41154"/>
                </a:lnTo>
                <a:lnTo>
                  <a:pt x="41154" y="43846"/>
                </a:lnTo>
                <a:lnTo>
                  <a:pt x="40000" y="45000"/>
                </a:lnTo>
                <a:lnTo>
                  <a:pt x="39231" y="45000"/>
                </a:lnTo>
                <a:lnTo>
                  <a:pt x="38077" y="43846"/>
                </a:lnTo>
                <a:lnTo>
                  <a:pt x="37692" y="41154"/>
                </a:lnTo>
                <a:lnTo>
                  <a:pt x="33077" y="41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874520" y="4261104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C2 · Dépenses intermédiaires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1874520" y="4718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avec et sans remise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874520" y="5202936"/>
            <a:ext cx="3831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la même offre avec et sans remise</a:t>
            </a:r>
            <a:endParaRPr lang="en-US" sz="142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Mesurer les achats additionnels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Intégrer le coût réel et la marge</a:t>
            </a:r>
          </a:p>
        </p:txBody>
      </p:sp>
      <p:sp>
        <p:nvSpPr>
          <p:cNvPr id="41" name="Shape 38"/>
          <p:cNvSpPr/>
          <p:nvPr/>
        </p:nvSpPr>
        <p:spPr>
          <a:xfrm>
            <a:off x="6217920" y="4050792"/>
            <a:ext cx="5550408" cy="2084832"/>
          </a:xfrm>
          <a:prstGeom prst="roundRect">
            <a:avLst>
              <a:gd name="adj" fmla="val 6140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6437376" y="4261104"/>
            <a:ext cx="969264" cy="9692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VECTOR_diamond_67"/>
          <p:cNvSpPr/>
          <p:nvPr/>
        </p:nvSpPr>
        <p:spPr>
          <a:xfrm>
            <a:off x="6437376" y="4261104"/>
            <a:ext cx="969264" cy="96926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0873" y="27778"/>
                </a:moveTo>
                <a:lnTo>
                  <a:pt x="41270" y="27381"/>
                </a:lnTo>
                <a:lnTo>
                  <a:pt x="42063" y="27381"/>
                </a:lnTo>
                <a:lnTo>
                  <a:pt x="42460" y="27778"/>
                </a:lnTo>
                <a:lnTo>
                  <a:pt x="42857" y="28175"/>
                </a:lnTo>
                <a:lnTo>
                  <a:pt x="57937" y="28175"/>
                </a:lnTo>
                <a:lnTo>
                  <a:pt x="58333" y="27778"/>
                </a:lnTo>
                <a:lnTo>
                  <a:pt x="58730" y="27381"/>
                </a:lnTo>
                <a:lnTo>
                  <a:pt x="59524" y="27381"/>
                </a:lnTo>
                <a:lnTo>
                  <a:pt x="60317" y="27381"/>
                </a:lnTo>
                <a:lnTo>
                  <a:pt x="60714" y="27778"/>
                </a:lnTo>
                <a:lnTo>
                  <a:pt x="61111" y="28175"/>
                </a:lnTo>
                <a:lnTo>
                  <a:pt x="66667" y="28175"/>
                </a:lnTo>
                <a:lnTo>
                  <a:pt x="71825" y="34127"/>
                </a:lnTo>
                <a:lnTo>
                  <a:pt x="71825" y="34921"/>
                </a:lnTo>
                <a:lnTo>
                  <a:pt x="74206" y="37302"/>
                </a:lnTo>
                <a:lnTo>
                  <a:pt x="74206" y="38095"/>
                </a:lnTo>
                <a:lnTo>
                  <a:pt x="78175" y="42063"/>
                </a:lnTo>
                <a:lnTo>
                  <a:pt x="78968" y="43651"/>
                </a:lnTo>
                <a:lnTo>
                  <a:pt x="78968" y="44444"/>
                </a:lnTo>
                <a:lnTo>
                  <a:pt x="78968" y="45238"/>
                </a:lnTo>
                <a:lnTo>
                  <a:pt x="76587" y="47619"/>
                </a:lnTo>
                <a:lnTo>
                  <a:pt x="76587" y="48413"/>
                </a:lnTo>
                <a:lnTo>
                  <a:pt x="71825" y="53175"/>
                </a:lnTo>
                <a:lnTo>
                  <a:pt x="71825" y="53968"/>
                </a:lnTo>
                <a:lnTo>
                  <a:pt x="67063" y="58730"/>
                </a:lnTo>
                <a:lnTo>
                  <a:pt x="67063" y="59524"/>
                </a:lnTo>
                <a:lnTo>
                  <a:pt x="59921" y="67460"/>
                </a:lnTo>
                <a:lnTo>
                  <a:pt x="57540" y="69841"/>
                </a:lnTo>
                <a:lnTo>
                  <a:pt x="57540" y="70635"/>
                </a:lnTo>
                <a:lnTo>
                  <a:pt x="53968" y="74206"/>
                </a:lnTo>
                <a:lnTo>
                  <a:pt x="53175" y="74206"/>
                </a:lnTo>
                <a:lnTo>
                  <a:pt x="41667" y="61905"/>
                </a:lnTo>
                <a:lnTo>
                  <a:pt x="41667" y="61111"/>
                </a:lnTo>
                <a:lnTo>
                  <a:pt x="32143" y="50794"/>
                </a:lnTo>
                <a:lnTo>
                  <a:pt x="32143" y="50000"/>
                </a:lnTo>
                <a:lnTo>
                  <a:pt x="28175" y="46032"/>
                </a:lnTo>
                <a:lnTo>
                  <a:pt x="27381" y="44444"/>
                </a:lnTo>
                <a:lnTo>
                  <a:pt x="28175" y="42857"/>
                </a:lnTo>
                <a:lnTo>
                  <a:pt x="33730" y="36508"/>
                </a:lnTo>
                <a:lnTo>
                  <a:pt x="33730" y="35714"/>
                </a:lnTo>
                <a:lnTo>
                  <a:pt x="40873" y="27778"/>
                </a:lnTo>
                <a:close/>
                <a:moveTo>
                  <a:pt x="42063" y="28968"/>
                </a:moveTo>
                <a:lnTo>
                  <a:pt x="35317" y="36508"/>
                </a:lnTo>
                <a:lnTo>
                  <a:pt x="35317" y="37302"/>
                </a:lnTo>
                <a:lnTo>
                  <a:pt x="30556" y="42857"/>
                </a:lnTo>
                <a:lnTo>
                  <a:pt x="30952" y="43254"/>
                </a:lnTo>
                <a:lnTo>
                  <a:pt x="34921" y="43254"/>
                </a:lnTo>
                <a:lnTo>
                  <a:pt x="42063" y="43254"/>
                </a:lnTo>
                <a:lnTo>
                  <a:pt x="42460" y="42857"/>
                </a:lnTo>
                <a:lnTo>
                  <a:pt x="43254" y="41270"/>
                </a:lnTo>
                <a:lnTo>
                  <a:pt x="43254" y="40476"/>
                </a:lnTo>
                <a:lnTo>
                  <a:pt x="43254" y="39683"/>
                </a:lnTo>
                <a:lnTo>
                  <a:pt x="43651" y="39286"/>
                </a:lnTo>
                <a:lnTo>
                  <a:pt x="44048" y="38889"/>
                </a:lnTo>
                <a:lnTo>
                  <a:pt x="44048" y="38095"/>
                </a:lnTo>
                <a:lnTo>
                  <a:pt x="44048" y="37302"/>
                </a:lnTo>
                <a:lnTo>
                  <a:pt x="44444" y="36905"/>
                </a:lnTo>
                <a:lnTo>
                  <a:pt x="44841" y="36508"/>
                </a:lnTo>
                <a:lnTo>
                  <a:pt x="44841" y="34127"/>
                </a:lnTo>
                <a:lnTo>
                  <a:pt x="45238" y="33730"/>
                </a:lnTo>
                <a:lnTo>
                  <a:pt x="45635" y="33333"/>
                </a:lnTo>
                <a:lnTo>
                  <a:pt x="46429" y="29365"/>
                </a:lnTo>
                <a:lnTo>
                  <a:pt x="46032" y="28968"/>
                </a:lnTo>
                <a:lnTo>
                  <a:pt x="42063" y="28968"/>
                </a:lnTo>
                <a:close/>
                <a:moveTo>
                  <a:pt x="48413" y="28968"/>
                </a:moveTo>
                <a:lnTo>
                  <a:pt x="47222" y="30952"/>
                </a:lnTo>
                <a:lnTo>
                  <a:pt x="47222" y="31746"/>
                </a:lnTo>
                <a:lnTo>
                  <a:pt x="47222" y="32540"/>
                </a:lnTo>
                <a:lnTo>
                  <a:pt x="46825" y="32937"/>
                </a:lnTo>
                <a:lnTo>
                  <a:pt x="46429" y="33333"/>
                </a:lnTo>
                <a:lnTo>
                  <a:pt x="46429" y="35714"/>
                </a:lnTo>
                <a:lnTo>
                  <a:pt x="46032" y="36111"/>
                </a:lnTo>
                <a:lnTo>
                  <a:pt x="45635" y="36508"/>
                </a:lnTo>
                <a:lnTo>
                  <a:pt x="45635" y="37302"/>
                </a:lnTo>
                <a:lnTo>
                  <a:pt x="45635" y="38095"/>
                </a:lnTo>
                <a:lnTo>
                  <a:pt x="45238" y="38492"/>
                </a:lnTo>
                <a:lnTo>
                  <a:pt x="44841" y="38889"/>
                </a:lnTo>
                <a:lnTo>
                  <a:pt x="44841" y="41270"/>
                </a:lnTo>
                <a:lnTo>
                  <a:pt x="44048" y="42857"/>
                </a:lnTo>
                <a:lnTo>
                  <a:pt x="44444" y="43254"/>
                </a:lnTo>
                <a:lnTo>
                  <a:pt x="58730" y="43254"/>
                </a:lnTo>
                <a:lnTo>
                  <a:pt x="62698" y="43254"/>
                </a:lnTo>
                <a:lnTo>
                  <a:pt x="63095" y="42857"/>
                </a:lnTo>
                <a:lnTo>
                  <a:pt x="62698" y="42460"/>
                </a:lnTo>
                <a:lnTo>
                  <a:pt x="62302" y="42063"/>
                </a:lnTo>
                <a:lnTo>
                  <a:pt x="62302" y="39683"/>
                </a:lnTo>
                <a:lnTo>
                  <a:pt x="61905" y="39286"/>
                </a:lnTo>
                <a:lnTo>
                  <a:pt x="61508" y="38889"/>
                </a:lnTo>
                <a:lnTo>
                  <a:pt x="61508" y="38095"/>
                </a:lnTo>
                <a:lnTo>
                  <a:pt x="61508" y="37302"/>
                </a:lnTo>
                <a:lnTo>
                  <a:pt x="61111" y="36905"/>
                </a:lnTo>
                <a:lnTo>
                  <a:pt x="60714" y="36508"/>
                </a:lnTo>
                <a:lnTo>
                  <a:pt x="60714" y="34127"/>
                </a:lnTo>
                <a:lnTo>
                  <a:pt x="60317" y="33730"/>
                </a:lnTo>
                <a:lnTo>
                  <a:pt x="59921" y="33333"/>
                </a:lnTo>
                <a:lnTo>
                  <a:pt x="59921" y="32540"/>
                </a:lnTo>
                <a:lnTo>
                  <a:pt x="59921" y="31746"/>
                </a:lnTo>
                <a:lnTo>
                  <a:pt x="59127" y="30159"/>
                </a:lnTo>
                <a:lnTo>
                  <a:pt x="57937" y="28968"/>
                </a:lnTo>
                <a:lnTo>
                  <a:pt x="48413" y="28968"/>
                </a:lnTo>
                <a:close/>
                <a:moveTo>
                  <a:pt x="61111" y="28968"/>
                </a:moveTo>
                <a:lnTo>
                  <a:pt x="60714" y="31746"/>
                </a:lnTo>
                <a:lnTo>
                  <a:pt x="61111" y="32143"/>
                </a:lnTo>
                <a:lnTo>
                  <a:pt x="61508" y="32540"/>
                </a:lnTo>
                <a:lnTo>
                  <a:pt x="61508" y="33333"/>
                </a:lnTo>
                <a:lnTo>
                  <a:pt x="61508" y="34127"/>
                </a:lnTo>
                <a:lnTo>
                  <a:pt x="63095" y="37302"/>
                </a:lnTo>
                <a:lnTo>
                  <a:pt x="63095" y="39683"/>
                </a:lnTo>
                <a:lnTo>
                  <a:pt x="63492" y="40079"/>
                </a:lnTo>
                <a:lnTo>
                  <a:pt x="63889" y="40476"/>
                </a:lnTo>
                <a:lnTo>
                  <a:pt x="64286" y="43254"/>
                </a:lnTo>
                <a:lnTo>
                  <a:pt x="76190" y="43254"/>
                </a:lnTo>
                <a:lnTo>
                  <a:pt x="76587" y="42857"/>
                </a:lnTo>
                <a:lnTo>
                  <a:pt x="74206" y="40476"/>
                </a:lnTo>
                <a:lnTo>
                  <a:pt x="74206" y="39683"/>
                </a:lnTo>
                <a:lnTo>
                  <a:pt x="71825" y="37302"/>
                </a:lnTo>
                <a:lnTo>
                  <a:pt x="71825" y="36508"/>
                </a:lnTo>
                <a:lnTo>
                  <a:pt x="65079" y="28968"/>
                </a:lnTo>
                <a:lnTo>
                  <a:pt x="61111" y="28968"/>
                </a:lnTo>
                <a:close/>
                <a:moveTo>
                  <a:pt x="30952" y="44841"/>
                </a:moveTo>
                <a:lnTo>
                  <a:pt x="30556" y="45238"/>
                </a:lnTo>
                <a:lnTo>
                  <a:pt x="30556" y="46032"/>
                </a:lnTo>
                <a:lnTo>
                  <a:pt x="32937" y="48413"/>
                </a:lnTo>
                <a:lnTo>
                  <a:pt x="32937" y="49206"/>
                </a:lnTo>
                <a:lnTo>
                  <a:pt x="39286" y="55556"/>
                </a:lnTo>
                <a:lnTo>
                  <a:pt x="39286" y="56349"/>
                </a:lnTo>
                <a:lnTo>
                  <a:pt x="44048" y="61111"/>
                </a:lnTo>
                <a:lnTo>
                  <a:pt x="44048" y="61905"/>
                </a:lnTo>
                <a:lnTo>
                  <a:pt x="50000" y="67857"/>
                </a:lnTo>
                <a:lnTo>
                  <a:pt x="50794" y="67857"/>
                </a:lnTo>
                <a:lnTo>
                  <a:pt x="51190" y="67460"/>
                </a:lnTo>
                <a:lnTo>
                  <a:pt x="49603" y="65079"/>
                </a:lnTo>
                <a:lnTo>
                  <a:pt x="49603" y="64286"/>
                </a:lnTo>
                <a:lnTo>
                  <a:pt x="49603" y="63492"/>
                </a:lnTo>
                <a:lnTo>
                  <a:pt x="47222" y="58730"/>
                </a:lnTo>
                <a:lnTo>
                  <a:pt x="46429" y="54762"/>
                </a:lnTo>
                <a:lnTo>
                  <a:pt x="44841" y="52381"/>
                </a:lnTo>
                <a:lnTo>
                  <a:pt x="44841" y="51587"/>
                </a:lnTo>
                <a:lnTo>
                  <a:pt x="44841" y="50794"/>
                </a:lnTo>
                <a:lnTo>
                  <a:pt x="42460" y="46032"/>
                </a:lnTo>
                <a:lnTo>
                  <a:pt x="41270" y="44841"/>
                </a:lnTo>
                <a:lnTo>
                  <a:pt x="30952" y="44841"/>
                </a:lnTo>
                <a:close/>
                <a:moveTo>
                  <a:pt x="44444" y="44841"/>
                </a:moveTo>
                <a:lnTo>
                  <a:pt x="44048" y="46825"/>
                </a:lnTo>
                <a:lnTo>
                  <a:pt x="44444" y="47222"/>
                </a:lnTo>
                <a:lnTo>
                  <a:pt x="44841" y="47619"/>
                </a:lnTo>
                <a:lnTo>
                  <a:pt x="44841" y="48413"/>
                </a:lnTo>
                <a:lnTo>
                  <a:pt x="44841" y="49206"/>
                </a:lnTo>
                <a:lnTo>
                  <a:pt x="47222" y="53175"/>
                </a:lnTo>
                <a:lnTo>
                  <a:pt x="47222" y="53968"/>
                </a:lnTo>
                <a:lnTo>
                  <a:pt x="47222" y="54762"/>
                </a:lnTo>
                <a:lnTo>
                  <a:pt x="48810" y="57143"/>
                </a:lnTo>
                <a:lnTo>
                  <a:pt x="48810" y="57937"/>
                </a:lnTo>
                <a:lnTo>
                  <a:pt x="48810" y="58730"/>
                </a:lnTo>
                <a:lnTo>
                  <a:pt x="51190" y="63492"/>
                </a:lnTo>
                <a:lnTo>
                  <a:pt x="51190" y="64286"/>
                </a:lnTo>
                <a:lnTo>
                  <a:pt x="51190" y="65079"/>
                </a:lnTo>
                <a:lnTo>
                  <a:pt x="52778" y="67460"/>
                </a:lnTo>
                <a:lnTo>
                  <a:pt x="52778" y="68254"/>
                </a:lnTo>
                <a:lnTo>
                  <a:pt x="52778" y="69048"/>
                </a:lnTo>
                <a:lnTo>
                  <a:pt x="53175" y="69444"/>
                </a:lnTo>
                <a:lnTo>
                  <a:pt x="53968" y="69444"/>
                </a:lnTo>
                <a:lnTo>
                  <a:pt x="55159" y="68254"/>
                </a:lnTo>
                <a:lnTo>
                  <a:pt x="55159" y="67460"/>
                </a:lnTo>
                <a:lnTo>
                  <a:pt x="55159" y="66667"/>
                </a:lnTo>
                <a:lnTo>
                  <a:pt x="55556" y="66270"/>
                </a:lnTo>
                <a:lnTo>
                  <a:pt x="55952" y="65873"/>
                </a:lnTo>
                <a:lnTo>
                  <a:pt x="56349" y="63889"/>
                </a:lnTo>
                <a:lnTo>
                  <a:pt x="56746" y="61905"/>
                </a:lnTo>
                <a:lnTo>
                  <a:pt x="57143" y="61508"/>
                </a:lnTo>
                <a:lnTo>
                  <a:pt x="57540" y="61111"/>
                </a:lnTo>
                <a:lnTo>
                  <a:pt x="57540" y="60317"/>
                </a:lnTo>
                <a:lnTo>
                  <a:pt x="57540" y="59524"/>
                </a:lnTo>
                <a:lnTo>
                  <a:pt x="57937" y="59127"/>
                </a:lnTo>
                <a:lnTo>
                  <a:pt x="58333" y="58730"/>
                </a:lnTo>
                <a:lnTo>
                  <a:pt x="58333" y="57937"/>
                </a:lnTo>
                <a:lnTo>
                  <a:pt x="58333" y="57143"/>
                </a:lnTo>
                <a:lnTo>
                  <a:pt x="58730" y="56746"/>
                </a:lnTo>
                <a:lnTo>
                  <a:pt x="59127" y="56349"/>
                </a:lnTo>
                <a:lnTo>
                  <a:pt x="59127" y="55556"/>
                </a:lnTo>
                <a:lnTo>
                  <a:pt x="59127" y="54762"/>
                </a:lnTo>
                <a:lnTo>
                  <a:pt x="60714" y="52381"/>
                </a:lnTo>
                <a:lnTo>
                  <a:pt x="60714" y="51587"/>
                </a:lnTo>
                <a:lnTo>
                  <a:pt x="60714" y="50794"/>
                </a:lnTo>
                <a:lnTo>
                  <a:pt x="62302" y="47619"/>
                </a:lnTo>
                <a:lnTo>
                  <a:pt x="62302" y="45238"/>
                </a:lnTo>
                <a:lnTo>
                  <a:pt x="61905" y="44841"/>
                </a:lnTo>
                <a:lnTo>
                  <a:pt x="44444" y="44841"/>
                </a:lnTo>
                <a:close/>
                <a:moveTo>
                  <a:pt x="65079" y="44841"/>
                </a:moveTo>
                <a:lnTo>
                  <a:pt x="63889" y="46032"/>
                </a:lnTo>
                <a:lnTo>
                  <a:pt x="63889" y="46825"/>
                </a:lnTo>
                <a:lnTo>
                  <a:pt x="63889" y="47619"/>
                </a:lnTo>
                <a:lnTo>
                  <a:pt x="61508" y="52381"/>
                </a:lnTo>
                <a:lnTo>
                  <a:pt x="60714" y="56349"/>
                </a:lnTo>
                <a:lnTo>
                  <a:pt x="59127" y="58730"/>
                </a:lnTo>
                <a:lnTo>
                  <a:pt x="59127" y="59524"/>
                </a:lnTo>
                <a:lnTo>
                  <a:pt x="59127" y="60317"/>
                </a:lnTo>
                <a:lnTo>
                  <a:pt x="58730" y="60714"/>
                </a:lnTo>
                <a:lnTo>
                  <a:pt x="58333" y="61111"/>
                </a:lnTo>
                <a:lnTo>
                  <a:pt x="57540" y="65079"/>
                </a:lnTo>
                <a:lnTo>
                  <a:pt x="55952" y="67460"/>
                </a:lnTo>
                <a:lnTo>
                  <a:pt x="57937" y="67857"/>
                </a:lnTo>
                <a:lnTo>
                  <a:pt x="58333" y="67460"/>
                </a:lnTo>
                <a:lnTo>
                  <a:pt x="58333" y="66667"/>
                </a:lnTo>
                <a:lnTo>
                  <a:pt x="61905" y="63095"/>
                </a:lnTo>
                <a:lnTo>
                  <a:pt x="62302" y="62698"/>
                </a:lnTo>
                <a:lnTo>
                  <a:pt x="62302" y="61905"/>
                </a:lnTo>
                <a:lnTo>
                  <a:pt x="67063" y="57143"/>
                </a:lnTo>
                <a:lnTo>
                  <a:pt x="67063" y="56349"/>
                </a:lnTo>
                <a:lnTo>
                  <a:pt x="75794" y="46825"/>
                </a:lnTo>
                <a:lnTo>
                  <a:pt x="75397" y="44841"/>
                </a:lnTo>
                <a:lnTo>
                  <a:pt x="65079" y="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7635240" y="4261104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C3 · Fortes dépenses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7635240" y="47183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une sélection de produits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7635240" y="5202936"/>
            <a:ext cx="3831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Tester une campagne de sélection de produits</a:t>
            </a:r>
            <a:endParaRPr lang="en-US" sz="142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Comparer à un groupe témoin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Mesurer achats additionnels et marge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3C5F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16. CONCLUSION &amp; LIMITES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75488" y="1106424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Les profils observés suggèrent des hypothèses ; leur efficacité commerciale reste à démontrer.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1234440" cy="1234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VECTOR_database_68"/>
          <p:cNvSpPr/>
          <p:nvPr/>
        </p:nvSpPr>
        <p:spPr>
          <a:xfrm>
            <a:off x="685800" y="1847088"/>
            <a:ext cx="1234440" cy="12344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139696" y="1847088"/>
            <a:ext cx="1234440" cy="1234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VECTOR_hero_family_69"/>
          <p:cNvSpPr/>
          <p:nvPr/>
        </p:nvSpPr>
        <p:spPr>
          <a:xfrm>
            <a:off x="2139696" y="1847088"/>
            <a:ext cx="1234440" cy="1234440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28668" y="25815"/>
                </a:moveTo>
                <a:lnTo>
                  <a:pt x="28804" y="25679"/>
                </a:lnTo>
                <a:lnTo>
                  <a:pt x="32065" y="25679"/>
                </a:lnTo>
                <a:lnTo>
                  <a:pt x="32880" y="26223"/>
                </a:lnTo>
                <a:lnTo>
                  <a:pt x="33152" y="26223"/>
                </a:lnTo>
                <a:lnTo>
                  <a:pt x="33424" y="26223"/>
                </a:lnTo>
                <a:lnTo>
                  <a:pt x="33967" y="26495"/>
                </a:lnTo>
                <a:lnTo>
                  <a:pt x="36005" y="28533"/>
                </a:lnTo>
                <a:lnTo>
                  <a:pt x="36821" y="30163"/>
                </a:lnTo>
                <a:lnTo>
                  <a:pt x="37092" y="32609"/>
                </a:lnTo>
                <a:lnTo>
                  <a:pt x="36957" y="32745"/>
                </a:lnTo>
                <a:lnTo>
                  <a:pt x="36821" y="32880"/>
                </a:lnTo>
                <a:lnTo>
                  <a:pt x="36821" y="33696"/>
                </a:lnTo>
                <a:lnTo>
                  <a:pt x="36685" y="33832"/>
                </a:lnTo>
                <a:lnTo>
                  <a:pt x="36549" y="33967"/>
                </a:lnTo>
                <a:lnTo>
                  <a:pt x="36549" y="34239"/>
                </a:lnTo>
                <a:lnTo>
                  <a:pt x="36549" y="34511"/>
                </a:lnTo>
                <a:lnTo>
                  <a:pt x="36277" y="35054"/>
                </a:lnTo>
                <a:lnTo>
                  <a:pt x="35734" y="35598"/>
                </a:lnTo>
                <a:lnTo>
                  <a:pt x="35734" y="35870"/>
                </a:lnTo>
                <a:lnTo>
                  <a:pt x="34511" y="37092"/>
                </a:lnTo>
                <a:lnTo>
                  <a:pt x="34239" y="37092"/>
                </a:lnTo>
                <a:lnTo>
                  <a:pt x="33152" y="37908"/>
                </a:lnTo>
                <a:lnTo>
                  <a:pt x="32880" y="37908"/>
                </a:lnTo>
                <a:lnTo>
                  <a:pt x="32609" y="37908"/>
                </a:lnTo>
                <a:lnTo>
                  <a:pt x="32065" y="38179"/>
                </a:lnTo>
                <a:lnTo>
                  <a:pt x="31522" y="38451"/>
                </a:lnTo>
                <a:lnTo>
                  <a:pt x="29348" y="38451"/>
                </a:lnTo>
                <a:lnTo>
                  <a:pt x="29212" y="38315"/>
                </a:lnTo>
                <a:lnTo>
                  <a:pt x="29076" y="38179"/>
                </a:lnTo>
                <a:lnTo>
                  <a:pt x="28261" y="38179"/>
                </a:lnTo>
                <a:lnTo>
                  <a:pt x="26630" y="37364"/>
                </a:lnTo>
                <a:lnTo>
                  <a:pt x="24592" y="35326"/>
                </a:lnTo>
                <a:lnTo>
                  <a:pt x="24049" y="34239"/>
                </a:lnTo>
                <a:lnTo>
                  <a:pt x="24049" y="33967"/>
                </a:lnTo>
                <a:lnTo>
                  <a:pt x="24049" y="33696"/>
                </a:lnTo>
                <a:lnTo>
                  <a:pt x="23913" y="33560"/>
                </a:lnTo>
                <a:lnTo>
                  <a:pt x="23777" y="33424"/>
                </a:lnTo>
                <a:lnTo>
                  <a:pt x="23777" y="30707"/>
                </a:lnTo>
                <a:lnTo>
                  <a:pt x="23913" y="30571"/>
                </a:lnTo>
                <a:lnTo>
                  <a:pt x="24049" y="30435"/>
                </a:lnTo>
                <a:lnTo>
                  <a:pt x="24321" y="29076"/>
                </a:lnTo>
                <a:lnTo>
                  <a:pt x="24864" y="28533"/>
                </a:lnTo>
                <a:lnTo>
                  <a:pt x="24864" y="28261"/>
                </a:lnTo>
                <a:lnTo>
                  <a:pt x="26359" y="26766"/>
                </a:lnTo>
                <a:lnTo>
                  <a:pt x="27989" y="25951"/>
                </a:lnTo>
                <a:lnTo>
                  <a:pt x="28668" y="25815"/>
                </a:lnTo>
                <a:close/>
                <a:moveTo>
                  <a:pt x="67255" y="25815"/>
                </a:moveTo>
                <a:lnTo>
                  <a:pt x="67391" y="25679"/>
                </a:lnTo>
                <a:lnTo>
                  <a:pt x="70109" y="25679"/>
                </a:lnTo>
                <a:lnTo>
                  <a:pt x="70245" y="25815"/>
                </a:lnTo>
                <a:lnTo>
                  <a:pt x="70380" y="25951"/>
                </a:lnTo>
                <a:lnTo>
                  <a:pt x="71196" y="25951"/>
                </a:lnTo>
                <a:lnTo>
                  <a:pt x="72826" y="26766"/>
                </a:lnTo>
                <a:lnTo>
                  <a:pt x="74592" y="28533"/>
                </a:lnTo>
                <a:lnTo>
                  <a:pt x="75679" y="30707"/>
                </a:lnTo>
                <a:lnTo>
                  <a:pt x="75679" y="31522"/>
                </a:lnTo>
                <a:lnTo>
                  <a:pt x="75815" y="31658"/>
                </a:lnTo>
                <a:lnTo>
                  <a:pt x="75951" y="31793"/>
                </a:lnTo>
                <a:lnTo>
                  <a:pt x="75951" y="34239"/>
                </a:lnTo>
                <a:lnTo>
                  <a:pt x="76087" y="34375"/>
                </a:lnTo>
                <a:lnTo>
                  <a:pt x="76223" y="34511"/>
                </a:lnTo>
                <a:lnTo>
                  <a:pt x="76223" y="35326"/>
                </a:lnTo>
                <a:lnTo>
                  <a:pt x="76359" y="35462"/>
                </a:lnTo>
                <a:lnTo>
                  <a:pt x="76495" y="35598"/>
                </a:lnTo>
                <a:lnTo>
                  <a:pt x="76495" y="35870"/>
                </a:lnTo>
                <a:lnTo>
                  <a:pt x="76495" y="36141"/>
                </a:lnTo>
                <a:lnTo>
                  <a:pt x="77310" y="37772"/>
                </a:lnTo>
                <a:lnTo>
                  <a:pt x="78397" y="38859"/>
                </a:lnTo>
                <a:lnTo>
                  <a:pt x="77989" y="39810"/>
                </a:lnTo>
                <a:lnTo>
                  <a:pt x="77446" y="40082"/>
                </a:lnTo>
                <a:lnTo>
                  <a:pt x="76630" y="40082"/>
                </a:lnTo>
                <a:lnTo>
                  <a:pt x="76495" y="39402"/>
                </a:lnTo>
                <a:lnTo>
                  <a:pt x="76766" y="38859"/>
                </a:lnTo>
                <a:lnTo>
                  <a:pt x="75679" y="37500"/>
                </a:lnTo>
                <a:lnTo>
                  <a:pt x="75136" y="36141"/>
                </a:lnTo>
                <a:lnTo>
                  <a:pt x="75000" y="36005"/>
                </a:lnTo>
                <a:lnTo>
                  <a:pt x="74728" y="36005"/>
                </a:lnTo>
                <a:lnTo>
                  <a:pt x="73777" y="37228"/>
                </a:lnTo>
                <a:lnTo>
                  <a:pt x="73777" y="37500"/>
                </a:lnTo>
                <a:lnTo>
                  <a:pt x="72826" y="38451"/>
                </a:lnTo>
                <a:lnTo>
                  <a:pt x="71196" y="39266"/>
                </a:lnTo>
                <a:lnTo>
                  <a:pt x="70924" y="39266"/>
                </a:lnTo>
                <a:lnTo>
                  <a:pt x="70652" y="39266"/>
                </a:lnTo>
                <a:lnTo>
                  <a:pt x="70109" y="39538"/>
                </a:lnTo>
                <a:lnTo>
                  <a:pt x="67120" y="39538"/>
                </a:lnTo>
                <a:lnTo>
                  <a:pt x="66984" y="39402"/>
                </a:lnTo>
                <a:lnTo>
                  <a:pt x="66848" y="39266"/>
                </a:lnTo>
                <a:lnTo>
                  <a:pt x="66576" y="39266"/>
                </a:lnTo>
                <a:lnTo>
                  <a:pt x="66304" y="39266"/>
                </a:lnTo>
                <a:lnTo>
                  <a:pt x="65761" y="38995"/>
                </a:lnTo>
                <a:lnTo>
                  <a:pt x="63995" y="37500"/>
                </a:lnTo>
                <a:lnTo>
                  <a:pt x="63995" y="37228"/>
                </a:lnTo>
                <a:lnTo>
                  <a:pt x="63451" y="36685"/>
                </a:lnTo>
                <a:lnTo>
                  <a:pt x="63043" y="35734"/>
                </a:lnTo>
                <a:lnTo>
                  <a:pt x="62772" y="35734"/>
                </a:lnTo>
                <a:lnTo>
                  <a:pt x="62636" y="35870"/>
                </a:lnTo>
                <a:lnTo>
                  <a:pt x="62364" y="36413"/>
                </a:lnTo>
                <a:lnTo>
                  <a:pt x="62364" y="36685"/>
                </a:lnTo>
                <a:lnTo>
                  <a:pt x="62364" y="36957"/>
                </a:lnTo>
                <a:lnTo>
                  <a:pt x="61277" y="38587"/>
                </a:lnTo>
                <a:lnTo>
                  <a:pt x="61277" y="39674"/>
                </a:lnTo>
                <a:lnTo>
                  <a:pt x="61413" y="39810"/>
                </a:lnTo>
                <a:lnTo>
                  <a:pt x="61549" y="39946"/>
                </a:lnTo>
                <a:lnTo>
                  <a:pt x="61141" y="40353"/>
                </a:lnTo>
                <a:lnTo>
                  <a:pt x="60326" y="40082"/>
                </a:lnTo>
                <a:lnTo>
                  <a:pt x="59375" y="38859"/>
                </a:lnTo>
                <a:lnTo>
                  <a:pt x="60734" y="37228"/>
                </a:lnTo>
                <a:lnTo>
                  <a:pt x="61277" y="36141"/>
                </a:lnTo>
                <a:lnTo>
                  <a:pt x="61277" y="35870"/>
                </a:lnTo>
                <a:lnTo>
                  <a:pt x="61277" y="35598"/>
                </a:lnTo>
                <a:lnTo>
                  <a:pt x="61413" y="35462"/>
                </a:lnTo>
                <a:lnTo>
                  <a:pt x="61549" y="35326"/>
                </a:lnTo>
                <a:lnTo>
                  <a:pt x="61549" y="33967"/>
                </a:lnTo>
                <a:lnTo>
                  <a:pt x="61685" y="33832"/>
                </a:lnTo>
                <a:lnTo>
                  <a:pt x="61821" y="33696"/>
                </a:lnTo>
                <a:lnTo>
                  <a:pt x="61821" y="31250"/>
                </a:lnTo>
                <a:lnTo>
                  <a:pt x="61957" y="31114"/>
                </a:lnTo>
                <a:lnTo>
                  <a:pt x="62092" y="30978"/>
                </a:lnTo>
                <a:lnTo>
                  <a:pt x="62092" y="30707"/>
                </a:lnTo>
                <a:lnTo>
                  <a:pt x="62092" y="30435"/>
                </a:lnTo>
                <a:lnTo>
                  <a:pt x="63179" y="28261"/>
                </a:lnTo>
                <a:lnTo>
                  <a:pt x="64402" y="27038"/>
                </a:lnTo>
                <a:lnTo>
                  <a:pt x="64674" y="27038"/>
                </a:lnTo>
                <a:lnTo>
                  <a:pt x="65217" y="26495"/>
                </a:lnTo>
                <a:lnTo>
                  <a:pt x="67255" y="25815"/>
                </a:lnTo>
                <a:close/>
                <a:moveTo>
                  <a:pt x="29076" y="27038"/>
                </a:moveTo>
                <a:lnTo>
                  <a:pt x="26902" y="28125"/>
                </a:lnTo>
                <a:lnTo>
                  <a:pt x="25679" y="29620"/>
                </a:lnTo>
                <a:lnTo>
                  <a:pt x="25408" y="30163"/>
                </a:lnTo>
                <a:lnTo>
                  <a:pt x="25408" y="30435"/>
                </a:lnTo>
                <a:lnTo>
                  <a:pt x="25408" y="30707"/>
                </a:lnTo>
                <a:lnTo>
                  <a:pt x="25272" y="30842"/>
                </a:lnTo>
                <a:lnTo>
                  <a:pt x="25136" y="30978"/>
                </a:lnTo>
                <a:lnTo>
                  <a:pt x="25136" y="33152"/>
                </a:lnTo>
                <a:lnTo>
                  <a:pt x="25951" y="34783"/>
                </a:lnTo>
                <a:lnTo>
                  <a:pt x="27446" y="36277"/>
                </a:lnTo>
                <a:lnTo>
                  <a:pt x="28533" y="36821"/>
                </a:lnTo>
                <a:lnTo>
                  <a:pt x="28804" y="36821"/>
                </a:lnTo>
                <a:lnTo>
                  <a:pt x="29076" y="36821"/>
                </a:lnTo>
                <a:lnTo>
                  <a:pt x="29212" y="36957"/>
                </a:lnTo>
                <a:lnTo>
                  <a:pt x="29348" y="37092"/>
                </a:lnTo>
                <a:lnTo>
                  <a:pt x="31250" y="37092"/>
                </a:lnTo>
                <a:lnTo>
                  <a:pt x="31386" y="36957"/>
                </a:lnTo>
                <a:lnTo>
                  <a:pt x="33152" y="36277"/>
                </a:lnTo>
                <a:lnTo>
                  <a:pt x="34375" y="35326"/>
                </a:lnTo>
                <a:lnTo>
                  <a:pt x="35462" y="33152"/>
                </a:lnTo>
                <a:lnTo>
                  <a:pt x="35462" y="30978"/>
                </a:lnTo>
                <a:lnTo>
                  <a:pt x="34375" y="28804"/>
                </a:lnTo>
                <a:lnTo>
                  <a:pt x="32880" y="27582"/>
                </a:lnTo>
                <a:lnTo>
                  <a:pt x="32337" y="27310"/>
                </a:lnTo>
                <a:lnTo>
                  <a:pt x="32065" y="27310"/>
                </a:lnTo>
                <a:lnTo>
                  <a:pt x="31793" y="27310"/>
                </a:lnTo>
                <a:lnTo>
                  <a:pt x="31658" y="27174"/>
                </a:lnTo>
                <a:lnTo>
                  <a:pt x="31522" y="27038"/>
                </a:lnTo>
                <a:lnTo>
                  <a:pt x="29076" y="27038"/>
                </a:lnTo>
                <a:close/>
                <a:moveTo>
                  <a:pt x="67663" y="27038"/>
                </a:moveTo>
                <a:lnTo>
                  <a:pt x="67527" y="27174"/>
                </a:lnTo>
                <a:lnTo>
                  <a:pt x="67391" y="27310"/>
                </a:lnTo>
                <a:lnTo>
                  <a:pt x="67120" y="27310"/>
                </a:lnTo>
                <a:lnTo>
                  <a:pt x="66848" y="27310"/>
                </a:lnTo>
                <a:lnTo>
                  <a:pt x="65761" y="27853"/>
                </a:lnTo>
                <a:lnTo>
                  <a:pt x="63723" y="29891"/>
                </a:lnTo>
                <a:lnTo>
                  <a:pt x="63451" y="30435"/>
                </a:lnTo>
                <a:lnTo>
                  <a:pt x="63451" y="30707"/>
                </a:lnTo>
                <a:lnTo>
                  <a:pt x="63451" y="30978"/>
                </a:lnTo>
                <a:lnTo>
                  <a:pt x="63315" y="31114"/>
                </a:lnTo>
                <a:lnTo>
                  <a:pt x="63179" y="31250"/>
                </a:lnTo>
                <a:lnTo>
                  <a:pt x="63179" y="32609"/>
                </a:lnTo>
                <a:lnTo>
                  <a:pt x="63995" y="32880"/>
                </a:lnTo>
                <a:lnTo>
                  <a:pt x="63995" y="34511"/>
                </a:lnTo>
                <a:lnTo>
                  <a:pt x="64130" y="34647"/>
                </a:lnTo>
                <a:lnTo>
                  <a:pt x="64266" y="34783"/>
                </a:lnTo>
                <a:lnTo>
                  <a:pt x="64266" y="35054"/>
                </a:lnTo>
                <a:lnTo>
                  <a:pt x="64266" y="35326"/>
                </a:lnTo>
                <a:lnTo>
                  <a:pt x="64538" y="35870"/>
                </a:lnTo>
                <a:lnTo>
                  <a:pt x="66304" y="37636"/>
                </a:lnTo>
                <a:lnTo>
                  <a:pt x="67391" y="38179"/>
                </a:lnTo>
                <a:lnTo>
                  <a:pt x="68207" y="38179"/>
                </a:lnTo>
                <a:lnTo>
                  <a:pt x="68342" y="38315"/>
                </a:lnTo>
                <a:lnTo>
                  <a:pt x="68478" y="38451"/>
                </a:lnTo>
                <a:lnTo>
                  <a:pt x="69293" y="38451"/>
                </a:lnTo>
                <a:lnTo>
                  <a:pt x="69837" y="38179"/>
                </a:lnTo>
                <a:lnTo>
                  <a:pt x="70109" y="38179"/>
                </a:lnTo>
                <a:lnTo>
                  <a:pt x="70380" y="38179"/>
                </a:lnTo>
                <a:lnTo>
                  <a:pt x="71467" y="37364"/>
                </a:lnTo>
                <a:lnTo>
                  <a:pt x="71739" y="37364"/>
                </a:lnTo>
                <a:lnTo>
                  <a:pt x="73505" y="35598"/>
                </a:lnTo>
                <a:lnTo>
                  <a:pt x="73505" y="35326"/>
                </a:lnTo>
                <a:lnTo>
                  <a:pt x="73505" y="35054"/>
                </a:lnTo>
                <a:lnTo>
                  <a:pt x="73641" y="34918"/>
                </a:lnTo>
                <a:lnTo>
                  <a:pt x="73777" y="34783"/>
                </a:lnTo>
                <a:lnTo>
                  <a:pt x="73777" y="33152"/>
                </a:lnTo>
                <a:lnTo>
                  <a:pt x="74049" y="32609"/>
                </a:lnTo>
                <a:lnTo>
                  <a:pt x="74592" y="32337"/>
                </a:lnTo>
                <a:lnTo>
                  <a:pt x="74592" y="32065"/>
                </a:lnTo>
                <a:lnTo>
                  <a:pt x="74457" y="31929"/>
                </a:lnTo>
                <a:lnTo>
                  <a:pt x="74321" y="31793"/>
                </a:lnTo>
                <a:lnTo>
                  <a:pt x="74321" y="30978"/>
                </a:lnTo>
                <a:lnTo>
                  <a:pt x="73777" y="29891"/>
                </a:lnTo>
                <a:lnTo>
                  <a:pt x="72554" y="28397"/>
                </a:lnTo>
                <a:lnTo>
                  <a:pt x="69837" y="27038"/>
                </a:lnTo>
                <a:lnTo>
                  <a:pt x="67663" y="27038"/>
                </a:lnTo>
                <a:close/>
                <a:moveTo>
                  <a:pt x="27853" y="40489"/>
                </a:moveTo>
                <a:lnTo>
                  <a:pt x="27989" y="40353"/>
                </a:lnTo>
                <a:lnTo>
                  <a:pt x="32609" y="40353"/>
                </a:lnTo>
                <a:lnTo>
                  <a:pt x="32745" y="40489"/>
                </a:lnTo>
                <a:lnTo>
                  <a:pt x="32880" y="40625"/>
                </a:lnTo>
                <a:lnTo>
                  <a:pt x="33967" y="40625"/>
                </a:lnTo>
                <a:lnTo>
                  <a:pt x="34103" y="40761"/>
                </a:lnTo>
                <a:lnTo>
                  <a:pt x="34239" y="40897"/>
                </a:lnTo>
                <a:lnTo>
                  <a:pt x="34511" y="40897"/>
                </a:lnTo>
                <a:lnTo>
                  <a:pt x="34783" y="40897"/>
                </a:lnTo>
                <a:lnTo>
                  <a:pt x="36957" y="41984"/>
                </a:lnTo>
                <a:lnTo>
                  <a:pt x="37772" y="42799"/>
                </a:lnTo>
                <a:lnTo>
                  <a:pt x="38043" y="42799"/>
                </a:lnTo>
                <a:lnTo>
                  <a:pt x="39810" y="44837"/>
                </a:lnTo>
                <a:lnTo>
                  <a:pt x="40353" y="45924"/>
                </a:lnTo>
                <a:lnTo>
                  <a:pt x="40353" y="46196"/>
                </a:lnTo>
                <a:lnTo>
                  <a:pt x="40353" y="46467"/>
                </a:lnTo>
                <a:lnTo>
                  <a:pt x="40489" y="46603"/>
                </a:lnTo>
                <a:lnTo>
                  <a:pt x="40625" y="46739"/>
                </a:lnTo>
                <a:lnTo>
                  <a:pt x="40625" y="47826"/>
                </a:lnTo>
                <a:lnTo>
                  <a:pt x="40761" y="47962"/>
                </a:lnTo>
                <a:lnTo>
                  <a:pt x="40897" y="48098"/>
                </a:lnTo>
                <a:lnTo>
                  <a:pt x="40897" y="52174"/>
                </a:lnTo>
                <a:lnTo>
                  <a:pt x="39946" y="52310"/>
                </a:lnTo>
                <a:lnTo>
                  <a:pt x="39538" y="51902"/>
                </a:lnTo>
                <a:lnTo>
                  <a:pt x="39538" y="48913"/>
                </a:lnTo>
                <a:lnTo>
                  <a:pt x="39402" y="48777"/>
                </a:lnTo>
                <a:lnTo>
                  <a:pt x="39266" y="48641"/>
                </a:lnTo>
                <a:lnTo>
                  <a:pt x="39266" y="47554"/>
                </a:lnTo>
                <a:lnTo>
                  <a:pt x="39130" y="47418"/>
                </a:lnTo>
                <a:lnTo>
                  <a:pt x="38995" y="47283"/>
                </a:lnTo>
                <a:lnTo>
                  <a:pt x="38995" y="47011"/>
                </a:lnTo>
                <a:lnTo>
                  <a:pt x="38995" y="46739"/>
                </a:lnTo>
                <a:lnTo>
                  <a:pt x="38179" y="45109"/>
                </a:lnTo>
                <a:lnTo>
                  <a:pt x="36413" y="43342"/>
                </a:lnTo>
                <a:lnTo>
                  <a:pt x="36141" y="43342"/>
                </a:lnTo>
                <a:lnTo>
                  <a:pt x="35598" y="42799"/>
                </a:lnTo>
                <a:lnTo>
                  <a:pt x="34511" y="42255"/>
                </a:lnTo>
                <a:lnTo>
                  <a:pt x="33152" y="41984"/>
                </a:lnTo>
                <a:lnTo>
                  <a:pt x="33016" y="41848"/>
                </a:lnTo>
                <a:lnTo>
                  <a:pt x="32880" y="41712"/>
                </a:lnTo>
                <a:lnTo>
                  <a:pt x="27717" y="41712"/>
                </a:lnTo>
                <a:lnTo>
                  <a:pt x="27582" y="41848"/>
                </a:lnTo>
                <a:lnTo>
                  <a:pt x="27446" y="41984"/>
                </a:lnTo>
                <a:lnTo>
                  <a:pt x="26630" y="41984"/>
                </a:lnTo>
                <a:lnTo>
                  <a:pt x="26495" y="42120"/>
                </a:lnTo>
                <a:lnTo>
                  <a:pt x="26359" y="42255"/>
                </a:lnTo>
                <a:lnTo>
                  <a:pt x="26087" y="42255"/>
                </a:lnTo>
                <a:lnTo>
                  <a:pt x="25815" y="42255"/>
                </a:lnTo>
                <a:lnTo>
                  <a:pt x="24728" y="42799"/>
                </a:lnTo>
                <a:lnTo>
                  <a:pt x="23913" y="43614"/>
                </a:lnTo>
                <a:lnTo>
                  <a:pt x="23641" y="43614"/>
                </a:lnTo>
                <a:lnTo>
                  <a:pt x="22418" y="44837"/>
                </a:lnTo>
                <a:lnTo>
                  <a:pt x="22418" y="45109"/>
                </a:lnTo>
                <a:lnTo>
                  <a:pt x="21875" y="45652"/>
                </a:lnTo>
                <a:lnTo>
                  <a:pt x="21332" y="46739"/>
                </a:lnTo>
                <a:lnTo>
                  <a:pt x="21332" y="47011"/>
                </a:lnTo>
                <a:lnTo>
                  <a:pt x="21332" y="47283"/>
                </a:lnTo>
                <a:lnTo>
                  <a:pt x="21196" y="47418"/>
                </a:lnTo>
                <a:lnTo>
                  <a:pt x="21060" y="47554"/>
                </a:lnTo>
                <a:lnTo>
                  <a:pt x="21060" y="49457"/>
                </a:lnTo>
                <a:lnTo>
                  <a:pt x="20924" y="49592"/>
                </a:lnTo>
                <a:lnTo>
                  <a:pt x="20788" y="49728"/>
                </a:lnTo>
                <a:lnTo>
                  <a:pt x="20788" y="56793"/>
                </a:lnTo>
                <a:lnTo>
                  <a:pt x="20652" y="56929"/>
                </a:lnTo>
                <a:lnTo>
                  <a:pt x="20516" y="57065"/>
                </a:lnTo>
                <a:lnTo>
                  <a:pt x="20516" y="58967"/>
                </a:lnTo>
                <a:lnTo>
                  <a:pt x="20788" y="59511"/>
                </a:lnTo>
                <a:lnTo>
                  <a:pt x="21739" y="60190"/>
                </a:lnTo>
                <a:lnTo>
                  <a:pt x="23098" y="60190"/>
                </a:lnTo>
                <a:lnTo>
                  <a:pt x="23913" y="59103"/>
                </a:lnTo>
                <a:lnTo>
                  <a:pt x="24185" y="59103"/>
                </a:lnTo>
                <a:lnTo>
                  <a:pt x="24592" y="59783"/>
                </a:lnTo>
                <a:lnTo>
                  <a:pt x="24592" y="63315"/>
                </a:lnTo>
                <a:lnTo>
                  <a:pt x="24728" y="63451"/>
                </a:lnTo>
                <a:lnTo>
                  <a:pt x="24864" y="63587"/>
                </a:lnTo>
                <a:lnTo>
                  <a:pt x="24864" y="69837"/>
                </a:lnTo>
                <a:lnTo>
                  <a:pt x="25000" y="69973"/>
                </a:lnTo>
                <a:lnTo>
                  <a:pt x="25136" y="70109"/>
                </a:lnTo>
                <a:lnTo>
                  <a:pt x="25136" y="75543"/>
                </a:lnTo>
                <a:lnTo>
                  <a:pt x="25272" y="75679"/>
                </a:lnTo>
                <a:lnTo>
                  <a:pt x="25408" y="75815"/>
                </a:lnTo>
                <a:lnTo>
                  <a:pt x="25408" y="76630"/>
                </a:lnTo>
                <a:lnTo>
                  <a:pt x="25543" y="76766"/>
                </a:lnTo>
                <a:lnTo>
                  <a:pt x="29348" y="76766"/>
                </a:lnTo>
                <a:lnTo>
                  <a:pt x="29484" y="76630"/>
                </a:lnTo>
                <a:lnTo>
                  <a:pt x="29484" y="72826"/>
                </a:lnTo>
                <a:lnTo>
                  <a:pt x="29620" y="72690"/>
                </a:lnTo>
                <a:lnTo>
                  <a:pt x="29755" y="72554"/>
                </a:lnTo>
                <a:lnTo>
                  <a:pt x="29755" y="68478"/>
                </a:lnTo>
                <a:lnTo>
                  <a:pt x="30163" y="68071"/>
                </a:lnTo>
                <a:lnTo>
                  <a:pt x="30435" y="68071"/>
                </a:lnTo>
                <a:lnTo>
                  <a:pt x="30842" y="68478"/>
                </a:lnTo>
                <a:lnTo>
                  <a:pt x="30842" y="69293"/>
                </a:lnTo>
                <a:lnTo>
                  <a:pt x="30842" y="75815"/>
                </a:lnTo>
                <a:lnTo>
                  <a:pt x="31114" y="76359"/>
                </a:lnTo>
                <a:lnTo>
                  <a:pt x="31522" y="76766"/>
                </a:lnTo>
                <a:lnTo>
                  <a:pt x="35054" y="76766"/>
                </a:lnTo>
                <a:lnTo>
                  <a:pt x="35190" y="76630"/>
                </a:lnTo>
                <a:lnTo>
                  <a:pt x="35190" y="73913"/>
                </a:lnTo>
                <a:lnTo>
                  <a:pt x="35326" y="73777"/>
                </a:lnTo>
                <a:lnTo>
                  <a:pt x="35462" y="73641"/>
                </a:lnTo>
                <a:lnTo>
                  <a:pt x="35462" y="68478"/>
                </a:lnTo>
                <a:lnTo>
                  <a:pt x="35598" y="68342"/>
                </a:lnTo>
                <a:lnTo>
                  <a:pt x="35734" y="68207"/>
                </a:lnTo>
                <a:lnTo>
                  <a:pt x="35734" y="63587"/>
                </a:lnTo>
                <a:lnTo>
                  <a:pt x="35870" y="63451"/>
                </a:lnTo>
                <a:lnTo>
                  <a:pt x="36005" y="63315"/>
                </a:lnTo>
                <a:lnTo>
                  <a:pt x="36005" y="60326"/>
                </a:lnTo>
                <a:lnTo>
                  <a:pt x="36141" y="60190"/>
                </a:lnTo>
                <a:lnTo>
                  <a:pt x="37092" y="61141"/>
                </a:lnTo>
                <a:lnTo>
                  <a:pt x="37364" y="61685"/>
                </a:lnTo>
                <a:lnTo>
                  <a:pt x="37364" y="63587"/>
                </a:lnTo>
                <a:lnTo>
                  <a:pt x="37228" y="63723"/>
                </a:lnTo>
                <a:lnTo>
                  <a:pt x="37092" y="63859"/>
                </a:lnTo>
                <a:lnTo>
                  <a:pt x="37092" y="69565"/>
                </a:lnTo>
                <a:lnTo>
                  <a:pt x="36957" y="69701"/>
                </a:lnTo>
                <a:lnTo>
                  <a:pt x="36821" y="69837"/>
                </a:lnTo>
                <a:lnTo>
                  <a:pt x="36821" y="75272"/>
                </a:lnTo>
                <a:lnTo>
                  <a:pt x="36685" y="75408"/>
                </a:lnTo>
                <a:lnTo>
                  <a:pt x="36549" y="75543"/>
                </a:lnTo>
                <a:lnTo>
                  <a:pt x="36549" y="77717"/>
                </a:lnTo>
                <a:lnTo>
                  <a:pt x="35870" y="78125"/>
                </a:lnTo>
                <a:lnTo>
                  <a:pt x="30978" y="78125"/>
                </a:lnTo>
                <a:lnTo>
                  <a:pt x="30842" y="77989"/>
                </a:lnTo>
                <a:lnTo>
                  <a:pt x="30707" y="77853"/>
                </a:lnTo>
                <a:lnTo>
                  <a:pt x="29891" y="77853"/>
                </a:lnTo>
                <a:lnTo>
                  <a:pt x="29755" y="77989"/>
                </a:lnTo>
                <a:lnTo>
                  <a:pt x="29620" y="78125"/>
                </a:lnTo>
                <a:lnTo>
                  <a:pt x="24457" y="78125"/>
                </a:lnTo>
                <a:lnTo>
                  <a:pt x="24049" y="77717"/>
                </a:lnTo>
                <a:lnTo>
                  <a:pt x="24049" y="76359"/>
                </a:lnTo>
                <a:lnTo>
                  <a:pt x="23913" y="76223"/>
                </a:lnTo>
                <a:lnTo>
                  <a:pt x="23777" y="76087"/>
                </a:lnTo>
                <a:lnTo>
                  <a:pt x="23777" y="70109"/>
                </a:lnTo>
                <a:lnTo>
                  <a:pt x="23641" y="69973"/>
                </a:lnTo>
                <a:lnTo>
                  <a:pt x="23505" y="69837"/>
                </a:lnTo>
                <a:lnTo>
                  <a:pt x="23505" y="63587"/>
                </a:lnTo>
                <a:lnTo>
                  <a:pt x="23370" y="63451"/>
                </a:lnTo>
                <a:lnTo>
                  <a:pt x="23234" y="63315"/>
                </a:lnTo>
                <a:lnTo>
                  <a:pt x="23234" y="61685"/>
                </a:lnTo>
                <a:lnTo>
                  <a:pt x="23098" y="61549"/>
                </a:lnTo>
                <a:lnTo>
                  <a:pt x="21467" y="61549"/>
                </a:lnTo>
                <a:lnTo>
                  <a:pt x="20380" y="61005"/>
                </a:lnTo>
                <a:lnTo>
                  <a:pt x="19429" y="60054"/>
                </a:lnTo>
                <a:lnTo>
                  <a:pt x="19429" y="59783"/>
                </a:lnTo>
                <a:lnTo>
                  <a:pt x="19429" y="59511"/>
                </a:lnTo>
                <a:lnTo>
                  <a:pt x="19293" y="59375"/>
                </a:lnTo>
                <a:lnTo>
                  <a:pt x="19158" y="59239"/>
                </a:lnTo>
                <a:lnTo>
                  <a:pt x="19158" y="57065"/>
                </a:lnTo>
                <a:lnTo>
                  <a:pt x="19293" y="56929"/>
                </a:lnTo>
                <a:lnTo>
                  <a:pt x="19429" y="56793"/>
                </a:lnTo>
                <a:lnTo>
                  <a:pt x="19429" y="48913"/>
                </a:lnTo>
                <a:lnTo>
                  <a:pt x="19565" y="48777"/>
                </a:lnTo>
                <a:lnTo>
                  <a:pt x="19701" y="48641"/>
                </a:lnTo>
                <a:lnTo>
                  <a:pt x="19701" y="47283"/>
                </a:lnTo>
                <a:lnTo>
                  <a:pt x="19837" y="47147"/>
                </a:lnTo>
                <a:lnTo>
                  <a:pt x="19973" y="47011"/>
                </a:lnTo>
                <a:lnTo>
                  <a:pt x="20245" y="45652"/>
                </a:lnTo>
                <a:lnTo>
                  <a:pt x="21060" y="44565"/>
                </a:lnTo>
                <a:lnTo>
                  <a:pt x="21060" y="44293"/>
                </a:lnTo>
                <a:lnTo>
                  <a:pt x="23098" y="42255"/>
                </a:lnTo>
                <a:lnTo>
                  <a:pt x="25815" y="40897"/>
                </a:lnTo>
                <a:lnTo>
                  <a:pt x="27853" y="40489"/>
                </a:lnTo>
                <a:close/>
                <a:moveTo>
                  <a:pt x="67527" y="41576"/>
                </a:moveTo>
                <a:lnTo>
                  <a:pt x="67663" y="41440"/>
                </a:lnTo>
                <a:lnTo>
                  <a:pt x="70109" y="41440"/>
                </a:lnTo>
                <a:lnTo>
                  <a:pt x="70245" y="41576"/>
                </a:lnTo>
                <a:lnTo>
                  <a:pt x="70380" y="41712"/>
                </a:lnTo>
                <a:lnTo>
                  <a:pt x="71467" y="41712"/>
                </a:lnTo>
                <a:lnTo>
                  <a:pt x="71603" y="41848"/>
                </a:lnTo>
                <a:lnTo>
                  <a:pt x="71739" y="41984"/>
                </a:lnTo>
                <a:lnTo>
                  <a:pt x="73098" y="42255"/>
                </a:lnTo>
                <a:lnTo>
                  <a:pt x="74185" y="42799"/>
                </a:lnTo>
                <a:lnTo>
                  <a:pt x="74728" y="43342"/>
                </a:lnTo>
                <a:lnTo>
                  <a:pt x="75000" y="43342"/>
                </a:lnTo>
                <a:lnTo>
                  <a:pt x="77038" y="45380"/>
                </a:lnTo>
                <a:lnTo>
                  <a:pt x="78125" y="47554"/>
                </a:lnTo>
                <a:lnTo>
                  <a:pt x="78125" y="48370"/>
                </a:lnTo>
                <a:lnTo>
                  <a:pt x="78261" y="48505"/>
                </a:lnTo>
                <a:lnTo>
                  <a:pt x="78397" y="48641"/>
                </a:lnTo>
                <a:lnTo>
                  <a:pt x="78668" y="51087"/>
                </a:lnTo>
                <a:lnTo>
                  <a:pt x="78804" y="51223"/>
                </a:lnTo>
                <a:lnTo>
                  <a:pt x="78940" y="51359"/>
                </a:lnTo>
                <a:lnTo>
                  <a:pt x="78940" y="52174"/>
                </a:lnTo>
                <a:lnTo>
                  <a:pt x="79076" y="52310"/>
                </a:lnTo>
                <a:lnTo>
                  <a:pt x="79212" y="52446"/>
                </a:lnTo>
                <a:lnTo>
                  <a:pt x="79212" y="53261"/>
                </a:lnTo>
                <a:lnTo>
                  <a:pt x="79348" y="53397"/>
                </a:lnTo>
                <a:lnTo>
                  <a:pt x="79484" y="53533"/>
                </a:lnTo>
                <a:lnTo>
                  <a:pt x="79484" y="54348"/>
                </a:lnTo>
                <a:lnTo>
                  <a:pt x="79620" y="54484"/>
                </a:lnTo>
                <a:lnTo>
                  <a:pt x="79755" y="54620"/>
                </a:lnTo>
                <a:lnTo>
                  <a:pt x="79755" y="55435"/>
                </a:lnTo>
                <a:lnTo>
                  <a:pt x="79891" y="55571"/>
                </a:lnTo>
                <a:lnTo>
                  <a:pt x="80027" y="55707"/>
                </a:lnTo>
                <a:lnTo>
                  <a:pt x="80027" y="56793"/>
                </a:lnTo>
                <a:lnTo>
                  <a:pt x="80163" y="56929"/>
                </a:lnTo>
                <a:lnTo>
                  <a:pt x="80299" y="57065"/>
                </a:lnTo>
                <a:lnTo>
                  <a:pt x="80299" y="57880"/>
                </a:lnTo>
                <a:lnTo>
                  <a:pt x="80435" y="58016"/>
                </a:lnTo>
                <a:lnTo>
                  <a:pt x="80571" y="58152"/>
                </a:lnTo>
                <a:lnTo>
                  <a:pt x="80571" y="60326"/>
                </a:lnTo>
                <a:lnTo>
                  <a:pt x="79620" y="61277"/>
                </a:lnTo>
                <a:lnTo>
                  <a:pt x="79076" y="61549"/>
                </a:lnTo>
                <a:lnTo>
                  <a:pt x="78261" y="61549"/>
                </a:lnTo>
                <a:lnTo>
                  <a:pt x="77853" y="61957"/>
                </a:lnTo>
                <a:lnTo>
                  <a:pt x="77989" y="62092"/>
                </a:lnTo>
                <a:lnTo>
                  <a:pt x="78125" y="62228"/>
                </a:lnTo>
                <a:lnTo>
                  <a:pt x="78397" y="64130"/>
                </a:lnTo>
                <a:lnTo>
                  <a:pt x="78533" y="64266"/>
                </a:lnTo>
                <a:lnTo>
                  <a:pt x="78668" y="64402"/>
                </a:lnTo>
                <a:lnTo>
                  <a:pt x="78668" y="64674"/>
                </a:lnTo>
                <a:lnTo>
                  <a:pt x="78668" y="64946"/>
                </a:lnTo>
                <a:lnTo>
                  <a:pt x="79212" y="66033"/>
                </a:lnTo>
                <a:lnTo>
                  <a:pt x="79212" y="66848"/>
                </a:lnTo>
                <a:lnTo>
                  <a:pt x="79348" y="66984"/>
                </a:lnTo>
                <a:lnTo>
                  <a:pt x="79484" y="67120"/>
                </a:lnTo>
                <a:lnTo>
                  <a:pt x="79484" y="67935"/>
                </a:lnTo>
                <a:lnTo>
                  <a:pt x="79620" y="68071"/>
                </a:lnTo>
                <a:lnTo>
                  <a:pt x="79755" y="68207"/>
                </a:lnTo>
                <a:lnTo>
                  <a:pt x="79076" y="68886"/>
                </a:lnTo>
                <a:lnTo>
                  <a:pt x="75000" y="68886"/>
                </a:lnTo>
                <a:lnTo>
                  <a:pt x="74864" y="69022"/>
                </a:lnTo>
                <a:lnTo>
                  <a:pt x="74864" y="70652"/>
                </a:lnTo>
                <a:lnTo>
                  <a:pt x="74728" y="70788"/>
                </a:lnTo>
                <a:lnTo>
                  <a:pt x="74592" y="70924"/>
                </a:lnTo>
                <a:lnTo>
                  <a:pt x="74592" y="76087"/>
                </a:lnTo>
                <a:lnTo>
                  <a:pt x="74457" y="76223"/>
                </a:lnTo>
                <a:lnTo>
                  <a:pt x="74321" y="76359"/>
                </a:lnTo>
                <a:lnTo>
                  <a:pt x="74321" y="77717"/>
                </a:lnTo>
                <a:lnTo>
                  <a:pt x="73913" y="78125"/>
                </a:lnTo>
                <a:lnTo>
                  <a:pt x="69293" y="78125"/>
                </a:lnTo>
                <a:lnTo>
                  <a:pt x="69158" y="77989"/>
                </a:lnTo>
                <a:lnTo>
                  <a:pt x="69022" y="77853"/>
                </a:lnTo>
                <a:lnTo>
                  <a:pt x="68750" y="77853"/>
                </a:lnTo>
                <a:lnTo>
                  <a:pt x="68478" y="77853"/>
                </a:lnTo>
                <a:lnTo>
                  <a:pt x="68342" y="77989"/>
                </a:lnTo>
                <a:lnTo>
                  <a:pt x="68207" y="78125"/>
                </a:lnTo>
                <a:lnTo>
                  <a:pt x="63587" y="78125"/>
                </a:lnTo>
                <a:lnTo>
                  <a:pt x="63179" y="77717"/>
                </a:lnTo>
                <a:lnTo>
                  <a:pt x="63179" y="75543"/>
                </a:lnTo>
                <a:lnTo>
                  <a:pt x="63043" y="75408"/>
                </a:lnTo>
                <a:lnTo>
                  <a:pt x="62908" y="75272"/>
                </a:lnTo>
                <a:lnTo>
                  <a:pt x="62908" y="70109"/>
                </a:lnTo>
                <a:lnTo>
                  <a:pt x="62772" y="69973"/>
                </a:lnTo>
                <a:lnTo>
                  <a:pt x="62636" y="69837"/>
                </a:lnTo>
                <a:lnTo>
                  <a:pt x="62636" y="69022"/>
                </a:lnTo>
                <a:lnTo>
                  <a:pt x="62500" y="68886"/>
                </a:lnTo>
                <a:lnTo>
                  <a:pt x="58696" y="68886"/>
                </a:lnTo>
                <a:lnTo>
                  <a:pt x="58016" y="68207"/>
                </a:lnTo>
                <a:lnTo>
                  <a:pt x="58016" y="67935"/>
                </a:lnTo>
                <a:lnTo>
                  <a:pt x="58152" y="67799"/>
                </a:lnTo>
                <a:lnTo>
                  <a:pt x="58288" y="67663"/>
                </a:lnTo>
                <a:lnTo>
                  <a:pt x="58288" y="66848"/>
                </a:lnTo>
                <a:lnTo>
                  <a:pt x="58424" y="66712"/>
                </a:lnTo>
                <a:lnTo>
                  <a:pt x="58560" y="66576"/>
                </a:lnTo>
                <a:lnTo>
                  <a:pt x="58832" y="65217"/>
                </a:lnTo>
                <a:lnTo>
                  <a:pt x="60326" y="63723"/>
                </a:lnTo>
                <a:lnTo>
                  <a:pt x="60462" y="64674"/>
                </a:lnTo>
                <a:lnTo>
                  <a:pt x="60326" y="64810"/>
                </a:lnTo>
                <a:lnTo>
                  <a:pt x="60190" y="64946"/>
                </a:lnTo>
                <a:lnTo>
                  <a:pt x="60190" y="65761"/>
                </a:lnTo>
                <a:lnTo>
                  <a:pt x="59647" y="66848"/>
                </a:lnTo>
                <a:lnTo>
                  <a:pt x="59647" y="67120"/>
                </a:lnTo>
                <a:lnTo>
                  <a:pt x="59783" y="67255"/>
                </a:lnTo>
                <a:lnTo>
                  <a:pt x="63859" y="67255"/>
                </a:lnTo>
                <a:lnTo>
                  <a:pt x="63995" y="67391"/>
                </a:lnTo>
                <a:lnTo>
                  <a:pt x="64130" y="67527"/>
                </a:lnTo>
                <a:lnTo>
                  <a:pt x="65082" y="67663"/>
                </a:lnTo>
                <a:lnTo>
                  <a:pt x="65082" y="68478"/>
                </a:lnTo>
                <a:lnTo>
                  <a:pt x="64674" y="68886"/>
                </a:lnTo>
                <a:lnTo>
                  <a:pt x="63995" y="69022"/>
                </a:lnTo>
                <a:lnTo>
                  <a:pt x="63995" y="70924"/>
                </a:lnTo>
                <a:lnTo>
                  <a:pt x="64130" y="71060"/>
                </a:lnTo>
                <a:lnTo>
                  <a:pt x="64266" y="71196"/>
                </a:lnTo>
                <a:lnTo>
                  <a:pt x="64266" y="76359"/>
                </a:lnTo>
                <a:lnTo>
                  <a:pt x="64674" y="76766"/>
                </a:lnTo>
                <a:lnTo>
                  <a:pt x="64946" y="76766"/>
                </a:lnTo>
                <a:lnTo>
                  <a:pt x="65217" y="76766"/>
                </a:lnTo>
                <a:lnTo>
                  <a:pt x="67663" y="76766"/>
                </a:lnTo>
                <a:lnTo>
                  <a:pt x="68071" y="76359"/>
                </a:lnTo>
                <a:lnTo>
                  <a:pt x="68071" y="73913"/>
                </a:lnTo>
                <a:lnTo>
                  <a:pt x="68207" y="73777"/>
                </a:lnTo>
                <a:lnTo>
                  <a:pt x="68342" y="73641"/>
                </a:lnTo>
                <a:lnTo>
                  <a:pt x="68342" y="71467"/>
                </a:lnTo>
                <a:lnTo>
                  <a:pt x="68478" y="71332"/>
                </a:lnTo>
                <a:lnTo>
                  <a:pt x="69158" y="71467"/>
                </a:lnTo>
                <a:lnTo>
                  <a:pt x="69158" y="72554"/>
                </a:lnTo>
                <a:lnTo>
                  <a:pt x="69293" y="72690"/>
                </a:lnTo>
                <a:lnTo>
                  <a:pt x="69429" y="72826"/>
                </a:lnTo>
                <a:lnTo>
                  <a:pt x="69429" y="76359"/>
                </a:lnTo>
                <a:lnTo>
                  <a:pt x="69837" y="76766"/>
                </a:lnTo>
                <a:lnTo>
                  <a:pt x="72826" y="76766"/>
                </a:lnTo>
                <a:lnTo>
                  <a:pt x="73234" y="76359"/>
                </a:lnTo>
                <a:lnTo>
                  <a:pt x="73234" y="72554"/>
                </a:lnTo>
                <a:lnTo>
                  <a:pt x="73370" y="72418"/>
                </a:lnTo>
                <a:lnTo>
                  <a:pt x="73505" y="72283"/>
                </a:lnTo>
                <a:lnTo>
                  <a:pt x="73505" y="69022"/>
                </a:lnTo>
                <a:lnTo>
                  <a:pt x="72554" y="68614"/>
                </a:lnTo>
                <a:lnTo>
                  <a:pt x="72418" y="67935"/>
                </a:lnTo>
                <a:lnTo>
                  <a:pt x="72826" y="67527"/>
                </a:lnTo>
                <a:lnTo>
                  <a:pt x="77717" y="67527"/>
                </a:lnTo>
                <a:lnTo>
                  <a:pt x="78125" y="67120"/>
                </a:lnTo>
                <a:lnTo>
                  <a:pt x="77853" y="66576"/>
                </a:lnTo>
                <a:lnTo>
                  <a:pt x="77853" y="65761"/>
                </a:lnTo>
                <a:lnTo>
                  <a:pt x="77717" y="65625"/>
                </a:lnTo>
                <a:lnTo>
                  <a:pt x="77582" y="65489"/>
                </a:lnTo>
                <a:lnTo>
                  <a:pt x="77582" y="65217"/>
                </a:lnTo>
                <a:lnTo>
                  <a:pt x="77582" y="64946"/>
                </a:lnTo>
                <a:lnTo>
                  <a:pt x="77446" y="64810"/>
                </a:lnTo>
                <a:lnTo>
                  <a:pt x="77310" y="64674"/>
                </a:lnTo>
                <a:lnTo>
                  <a:pt x="77310" y="64402"/>
                </a:lnTo>
                <a:lnTo>
                  <a:pt x="77310" y="64130"/>
                </a:lnTo>
                <a:lnTo>
                  <a:pt x="77174" y="63995"/>
                </a:lnTo>
                <a:lnTo>
                  <a:pt x="77038" y="63859"/>
                </a:lnTo>
                <a:lnTo>
                  <a:pt x="77038" y="63587"/>
                </a:lnTo>
                <a:lnTo>
                  <a:pt x="77038" y="63315"/>
                </a:lnTo>
                <a:lnTo>
                  <a:pt x="76495" y="62228"/>
                </a:lnTo>
                <a:lnTo>
                  <a:pt x="76223" y="60326"/>
                </a:lnTo>
                <a:lnTo>
                  <a:pt x="77174" y="60190"/>
                </a:lnTo>
                <a:lnTo>
                  <a:pt x="77310" y="60326"/>
                </a:lnTo>
                <a:lnTo>
                  <a:pt x="77446" y="60462"/>
                </a:lnTo>
                <a:lnTo>
                  <a:pt x="78261" y="60462"/>
                </a:lnTo>
                <a:lnTo>
                  <a:pt x="79212" y="59783"/>
                </a:lnTo>
                <a:lnTo>
                  <a:pt x="79212" y="58152"/>
                </a:lnTo>
                <a:lnTo>
                  <a:pt x="79076" y="58016"/>
                </a:lnTo>
                <a:lnTo>
                  <a:pt x="78940" y="57880"/>
                </a:lnTo>
                <a:lnTo>
                  <a:pt x="78940" y="57065"/>
                </a:lnTo>
                <a:lnTo>
                  <a:pt x="78804" y="56929"/>
                </a:lnTo>
                <a:lnTo>
                  <a:pt x="78668" y="56793"/>
                </a:lnTo>
                <a:lnTo>
                  <a:pt x="78668" y="55978"/>
                </a:lnTo>
                <a:lnTo>
                  <a:pt x="78533" y="55842"/>
                </a:lnTo>
                <a:lnTo>
                  <a:pt x="78397" y="55707"/>
                </a:lnTo>
                <a:lnTo>
                  <a:pt x="78397" y="54620"/>
                </a:lnTo>
                <a:lnTo>
                  <a:pt x="78261" y="54484"/>
                </a:lnTo>
                <a:lnTo>
                  <a:pt x="78125" y="54348"/>
                </a:lnTo>
                <a:lnTo>
                  <a:pt x="78125" y="53533"/>
                </a:lnTo>
                <a:lnTo>
                  <a:pt x="77989" y="53397"/>
                </a:lnTo>
                <a:lnTo>
                  <a:pt x="77853" y="53261"/>
                </a:lnTo>
                <a:lnTo>
                  <a:pt x="77853" y="52446"/>
                </a:lnTo>
                <a:lnTo>
                  <a:pt x="77717" y="52310"/>
                </a:lnTo>
                <a:lnTo>
                  <a:pt x="77582" y="52174"/>
                </a:lnTo>
                <a:lnTo>
                  <a:pt x="77582" y="51087"/>
                </a:lnTo>
                <a:lnTo>
                  <a:pt x="77446" y="50951"/>
                </a:lnTo>
                <a:lnTo>
                  <a:pt x="77310" y="50815"/>
                </a:lnTo>
                <a:lnTo>
                  <a:pt x="77310" y="50000"/>
                </a:lnTo>
                <a:lnTo>
                  <a:pt x="77174" y="49864"/>
                </a:lnTo>
                <a:lnTo>
                  <a:pt x="77038" y="49728"/>
                </a:lnTo>
                <a:lnTo>
                  <a:pt x="77038" y="48641"/>
                </a:lnTo>
                <a:lnTo>
                  <a:pt x="76902" y="48505"/>
                </a:lnTo>
                <a:lnTo>
                  <a:pt x="76766" y="48370"/>
                </a:lnTo>
                <a:lnTo>
                  <a:pt x="76766" y="48098"/>
                </a:lnTo>
                <a:lnTo>
                  <a:pt x="76766" y="47826"/>
                </a:lnTo>
                <a:lnTo>
                  <a:pt x="75951" y="46196"/>
                </a:lnTo>
                <a:lnTo>
                  <a:pt x="73913" y="44158"/>
                </a:lnTo>
                <a:lnTo>
                  <a:pt x="72826" y="43614"/>
                </a:lnTo>
                <a:lnTo>
                  <a:pt x="72554" y="43614"/>
                </a:lnTo>
                <a:lnTo>
                  <a:pt x="72283" y="43614"/>
                </a:lnTo>
                <a:lnTo>
                  <a:pt x="71196" y="43071"/>
                </a:lnTo>
                <a:lnTo>
                  <a:pt x="69837" y="43071"/>
                </a:lnTo>
                <a:lnTo>
                  <a:pt x="69701" y="42935"/>
                </a:lnTo>
                <a:lnTo>
                  <a:pt x="69565" y="42799"/>
                </a:lnTo>
                <a:lnTo>
                  <a:pt x="67663" y="42799"/>
                </a:lnTo>
                <a:lnTo>
                  <a:pt x="67527" y="42935"/>
                </a:lnTo>
                <a:lnTo>
                  <a:pt x="67391" y="43071"/>
                </a:lnTo>
                <a:lnTo>
                  <a:pt x="66304" y="43071"/>
                </a:lnTo>
                <a:lnTo>
                  <a:pt x="66168" y="43207"/>
                </a:lnTo>
                <a:lnTo>
                  <a:pt x="66033" y="43342"/>
                </a:lnTo>
                <a:lnTo>
                  <a:pt x="65761" y="43342"/>
                </a:lnTo>
                <a:lnTo>
                  <a:pt x="65489" y="43342"/>
                </a:lnTo>
                <a:lnTo>
                  <a:pt x="63859" y="44158"/>
                </a:lnTo>
                <a:lnTo>
                  <a:pt x="62092" y="45652"/>
                </a:lnTo>
                <a:lnTo>
                  <a:pt x="62092" y="45924"/>
                </a:lnTo>
                <a:lnTo>
                  <a:pt x="61005" y="47283"/>
                </a:lnTo>
                <a:lnTo>
                  <a:pt x="61005" y="47554"/>
                </a:lnTo>
                <a:lnTo>
                  <a:pt x="61005" y="47826"/>
                </a:lnTo>
                <a:lnTo>
                  <a:pt x="60462" y="48913"/>
                </a:lnTo>
                <a:lnTo>
                  <a:pt x="60462" y="49728"/>
                </a:lnTo>
                <a:lnTo>
                  <a:pt x="60326" y="49864"/>
                </a:lnTo>
                <a:lnTo>
                  <a:pt x="60190" y="50000"/>
                </a:lnTo>
                <a:lnTo>
                  <a:pt x="60190" y="50815"/>
                </a:lnTo>
                <a:lnTo>
                  <a:pt x="60054" y="50951"/>
                </a:lnTo>
                <a:lnTo>
                  <a:pt x="59918" y="51087"/>
                </a:lnTo>
                <a:lnTo>
                  <a:pt x="59918" y="51902"/>
                </a:lnTo>
                <a:lnTo>
                  <a:pt x="59239" y="52310"/>
                </a:lnTo>
                <a:lnTo>
                  <a:pt x="58560" y="52174"/>
                </a:lnTo>
                <a:lnTo>
                  <a:pt x="58560" y="51902"/>
                </a:lnTo>
                <a:lnTo>
                  <a:pt x="58560" y="51630"/>
                </a:lnTo>
                <a:lnTo>
                  <a:pt x="58696" y="51495"/>
                </a:lnTo>
                <a:lnTo>
                  <a:pt x="58832" y="51359"/>
                </a:lnTo>
                <a:lnTo>
                  <a:pt x="58832" y="50272"/>
                </a:lnTo>
                <a:lnTo>
                  <a:pt x="58967" y="50136"/>
                </a:lnTo>
                <a:lnTo>
                  <a:pt x="59103" y="50000"/>
                </a:lnTo>
                <a:lnTo>
                  <a:pt x="59103" y="48913"/>
                </a:lnTo>
                <a:lnTo>
                  <a:pt x="59239" y="48777"/>
                </a:lnTo>
                <a:lnTo>
                  <a:pt x="59375" y="48641"/>
                </a:lnTo>
                <a:lnTo>
                  <a:pt x="59375" y="47826"/>
                </a:lnTo>
                <a:lnTo>
                  <a:pt x="60734" y="45109"/>
                </a:lnTo>
                <a:lnTo>
                  <a:pt x="62500" y="43342"/>
                </a:lnTo>
                <a:lnTo>
                  <a:pt x="62772" y="43342"/>
                </a:lnTo>
                <a:lnTo>
                  <a:pt x="63315" y="42799"/>
                </a:lnTo>
                <a:lnTo>
                  <a:pt x="64402" y="42255"/>
                </a:lnTo>
                <a:lnTo>
                  <a:pt x="64674" y="42255"/>
                </a:lnTo>
                <a:lnTo>
                  <a:pt x="64946" y="42255"/>
                </a:lnTo>
                <a:lnTo>
                  <a:pt x="65082" y="42120"/>
                </a:lnTo>
                <a:lnTo>
                  <a:pt x="65217" y="41984"/>
                </a:lnTo>
                <a:lnTo>
                  <a:pt x="66033" y="41984"/>
                </a:lnTo>
                <a:lnTo>
                  <a:pt x="66168" y="41848"/>
                </a:lnTo>
                <a:lnTo>
                  <a:pt x="66304" y="41712"/>
                </a:lnTo>
                <a:lnTo>
                  <a:pt x="67527" y="41576"/>
                </a:lnTo>
                <a:close/>
                <a:moveTo>
                  <a:pt x="48505" y="47826"/>
                </a:moveTo>
                <a:lnTo>
                  <a:pt x="48641" y="47690"/>
                </a:lnTo>
                <a:lnTo>
                  <a:pt x="50815" y="47690"/>
                </a:lnTo>
                <a:lnTo>
                  <a:pt x="50951" y="47826"/>
                </a:lnTo>
                <a:lnTo>
                  <a:pt x="51087" y="47962"/>
                </a:lnTo>
                <a:lnTo>
                  <a:pt x="51359" y="47962"/>
                </a:lnTo>
                <a:lnTo>
                  <a:pt x="51630" y="47962"/>
                </a:lnTo>
                <a:lnTo>
                  <a:pt x="52717" y="48505"/>
                </a:lnTo>
                <a:lnTo>
                  <a:pt x="54484" y="50272"/>
                </a:lnTo>
                <a:lnTo>
                  <a:pt x="54755" y="50815"/>
                </a:lnTo>
                <a:lnTo>
                  <a:pt x="54755" y="51087"/>
                </a:lnTo>
                <a:lnTo>
                  <a:pt x="54755" y="51359"/>
                </a:lnTo>
                <a:lnTo>
                  <a:pt x="54891" y="51495"/>
                </a:lnTo>
                <a:lnTo>
                  <a:pt x="55027" y="51630"/>
                </a:lnTo>
                <a:lnTo>
                  <a:pt x="55027" y="54076"/>
                </a:lnTo>
                <a:lnTo>
                  <a:pt x="54891" y="54212"/>
                </a:lnTo>
                <a:lnTo>
                  <a:pt x="54755" y="54348"/>
                </a:lnTo>
                <a:lnTo>
                  <a:pt x="54755" y="54620"/>
                </a:lnTo>
                <a:lnTo>
                  <a:pt x="54755" y="54891"/>
                </a:lnTo>
                <a:lnTo>
                  <a:pt x="54484" y="55435"/>
                </a:lnTo>
                <a:lnTo>
                  <a:pt x="52717" y="57201"/>
                </a:lnTo>
                <a:lnTo>
                  <a:pt x="50951" y="57880"/>
                </a:lnTo>
                <a:lnTo>
                  <a:pt x="50815" y="58016"/>
                </a:lnTo>
                <a:lnTo>
                  <a:pt x="48641" y="58016"/>
                </a:lnTo>
                <a:lnTo>
                  <a:pt x="48505" y="57880"/>
                </a:lnTo>
                <a:lnTo>
                  <a:pt x="48370" y="57745"/>
                </a:lnTo>
                <a:lnTo>
                  <a:pt x="48098" y="57745"/>
                </a:lnTo>
                <a:lnTo>
                  <a:pt x="47826" y="57745"/>
                </a:lnTo>
                <a:lnTo>
                  <a:pt x="47283" y="57473"/>
                </a:lnTo>
                <a:lnTo>
                  <a:pt x="45516" y="55978"/>
                </a:lnTo>
                <a:lnTo>
                  <a:pt x="44701" y="54348"/>
                </a:lnTo>
                <a:lnTo>
                  <a:pt x="44701" y="53261"/>
                </a:lnTo>
                <a:lnTo>
                  <a:pt x="44429" y="52717"/>
                </a:lnTo>
                <a:lnTo>
                  <a:pt x="44565" y="52582"/>
                </a:lnTo>
                <a:lnTo>
                  <a:pt x="44701" y="52446"/>
                </a:lnTo>
                <a:lnTo>
                  <a:pt x="44701" y="51359"/>
                </a:lnTo>
                <a:lnTo>
                  <a:pt x="44837" y="51223"/>
                </a:lnTo>
                <a:lnTo>
                  <a:pt x="44973" y="51087"/>
                </a:lnTo>
                <a:lnTo>
                  <a:pt x="44973" y="50815"/>
                </a:lnTo>
                <a:lnTo>
                  <a:pt x="44973" y="50543"/>
                </a:lnTo>
                <a:lnTo>
                  <a:pt x="46467" y="48777"/>
                </a:lnTo>
                <a:lnTo>
                  <a:pt x="46739" y="48777"/>
                </a:lnTo>
                <a:lnTo>
                  <a:pt x="47826" y="47962"/>
                </a:lnTo>
                <a:lnTo>
                  <a:pt x="48505" y="47826"/>
                </a:lnTo>
                <a:close/>
                <a:moveTo>
                  <a:pt x="48913" y="49049"/>
                </a:moveTo>
                <a:lnTo>
                  <a:pt x="47826" y="49592"/>
                </a:lnTo>
                <a:lnTo>
                  <a:pt x="46332" y="51087"/>
                </a:lnTo>
                <a:lnTo>
                  <a:pt x="46332" y="51359"/>
                </a:lnTo>
                <a:lnTo>
                  <a:pt x="46332" y="51630"/>
                </a:lnTo>
                <a:lnTo>
                  <a:pt x="46196" y="51766"/>
                </a:lnTo>
                <a:lnTo>
                  <a:pt x="46060" y="51902"/>
                </a:lnTo>
                <a:lnTo>
                  <a:pt x="46060" y="53804"/>
                </a:lnTo>
                <a:lnTo>
                  <a:pt x="46196" y="53940"/>
                </a:lnTo>
                <a:lnTo>
                  <a:pt x="46332" y="54076"/>
                </a:lnTo>
                <a:lnTo>
                  <a:pt x="46332" y="54348"/>
                </a:lnTo>
                <a:lnTo>
                  <a:pt x="46332" y="54620"/>
                </a:lnTo>
                <a:lnTo>
                  <a:pt x="47826" y="56114"/>
                </a:lnTo>
                <a:lnTo>
                  <a:pt x="48913" y="56658"/>
                </a:lnTo>
                <a:lnTo>
                  <a:pt x="50543" y="56658"/>
                </a:lnTo>
                <a:lnTo>
                  <a:pt x="50679" y="56522"/>
                </a:lnTo>
                <a:lnTo>
                  <a:pt x="51359" y="56386"/>
                </a:lnTo>
                <a:lnTo>
                  <a:pt x="53125" y="54891"/>
                </a:lnTo>
                <a:lnTo>
                  <a:pt x="53668" y="53804"/>
                </a:lnTo>
                <a:lnTo>
                  <a:pt x="53668" y="51902"/>
                </a:lnTo>
                <a:lnTo>
                  <a:pt x="52853" y="50815"/>
                </a:lnTo>
                <a:lnTo>
                  <a:pt x="52853" y="50543"/>
                </a:lnTo>
                <a:lnTo>
                  <a:pt x="51359" y="49321"/>
                </a:lnTo>
                <a:lnTo>
                  <a:pt x="51087" y="49321"/>
                </a:lnTo>
                <a:lnTo>
                  <a:pt x="50815" y="49321"/>
                </a:lnTo>
                <a:lnTo>
                  <a:pt x="50679" y="49185"/>
                </a:lnTo>
                <a:lnTo>
                  <a:pt x="50543" y="49049"/>
                </a:lnTo>
                <a:lnTo>
                  <a:pt x="48913" y="49049"/>
                </a:lnTo>
                <a:close/>
                <a:moveTo>
                  <a:pt x="38179" y="53533"/>
                </a:moveTo>
                <a:lnTo>
                  <a:pt x="38315" y="53397"/>
                </a:lnTo>
                <a:lnTo>
                  <a:pt x="40489" y="53397"/>
                </a:lnTo>
                <a:lnTo>
                  <a:pt x="42255" y="54891"/>
                </a:lnTo>
                <a:lnTo>
                  <a:pt x="42255" y="55163"/>
                </a:lnTo>
                <a:lnTo>
                  <a:pt x="43886" y="56793"/>
                </a:lnTo>
                <a:lnTo>
                  <a:pt x="43886" y="57065"/>
                </a:lnTo>
                <a:lnTo>
                  <a:pt x="44565" y="57745"/>
                </a:lnTo>
                <a:lnTo>
                  <a:pt x="46196" y="58560"/>
                </a:lnTo>
                <a:lnTo>
                  <a:pt x="46603" y="58967"/>
                </a:lnTo>
                <a:lnTo>
                  <a:pt x="46603" y="59239"/>
                </a:lnTo>
                <a:lnTo>
                  <a:pt x="47147" y="59511"/>
                </a:lnTo>
                <a:lnTo>
                  <a:pt x="47147" y="59783"/>
                </a:lnTo>
                <a:lnTo>
                  <a:pt x="47011" y="59918"/>
                </a:lnTo>
                <a:lnTo>
                  <a:pt x="46739" y="59918"/>
                </a:lnTo>
                <a:lnTo>
                  <a:pt x="46603" y="59783"/>
                </a:lnTo>
                <a:lnTo>
                  <a:pt x="46467" y="59647"/>
                </a:lnTo>
                <a:lnTo>
                  <a:pt x="45109" y="59647"/>
                </a:lnTo>
                <a:lnTo>
                  <a:pt x="44022" y="59103"/>
                </a:lnTo>
                <a:lnTo>
                  <a:pt x="39946" y="54755"/>
                </a:lnTo>
                <a:lnTo>
                  <a:pt x="38859" y="54755"/>
                </a:lnTo>
                <a:lnTo>
                  <a:pt x="37908" y="55707"/>
                </a:lnTo>
                <a:lnTo>
                  <a:pt x="37908" y="55978"/>
                </a:lnTo>
                <a:lnTo>
                  <a:pt x="37908" y="56250"/>
                </a:lnTo>
                <a:lnTo>
                  <a:pt x="38451" y="57337"/>
                </a:lnTo>
                <a:lnTo>
                  <a:pt x="38995" y="57880"/>
                </a:lnTo>
                <a:lnTo>
                  <a:pt x="39538" y="58967"/>
                </a:lnTo>
                <a:lnTo>
                  <a:pt x="41168" y="60598"/>
                </a:lnTo>
                <a:lnTo>
                  <a:pt x="41168" y="60870"/>
                </a:lnTo>
                <a:lnTo>
                  <a:pt x="41576" y="61277"/>
                </a:lnTo>
                <a:lnTo>
                  <a:pt x="41848" y="61277"/>
                </a:lnTo>
                <a:lnTo>
                  <a:pt x="42935" y="62364"/>
                </a:lnTo>
                <a:lnTo>
                  <a:pt x="44565" y="63179"/>
                </a:lnTo>
                <a:lnTo>
                  <a:pt x="45245" y="63859"/>
                </a:lnTo>
                <a:lnTo>
                  <a:pt x="45245" y="68478"/>
                </a:lnTo>
                <a:lnTo>
                  <a:pt x="45380" y="68614"/>
                </a:lnTo>
                <a:lnTo>
                  <a:pt x="45516" y="68750"/>
                </a:lnTo>
                <a:lnTo>
                  <a:pt x="45516" y="76359"/>
                </a:lnTo>
                <a:lnTo>
                  <a:pt x="45924" y="76766"/>
                </a:lnTo>
                <a:lnTo>
                  <a:pt x="48641" y="76766"/>
                </a:lnTo>
                <a:lnTo>
                  <a:pt x="49049" y="76087"/>
                </a:lnTo>
                <a:lnTo>
                  <a:pt x="49049" y="75815"/>
                </a:lnTo>
                <a:lnTo>
                  <a:pt x="49049" y="75543"/>
                </a:lnTo>
                <a:lnTo>
                  <a:pt x="49457" y="75136"/>
                </a:lnTo>
                <a:lnTo>
                  <a:pt x="49728" y="75136"/>
                </a:lnTo>
                <a:lnTo>
                  <a:pt x="50000" y="75136"/>
                </a:lnTo>
                <a:lnTo>
                  <a:pt x="50408" y="75543"/>
                </a:lnTo>
                <a:lnTo>
                  <a:pt x="50408" y="75815"/>
                </a:lnTo>
                <a:lnTo>
                  <a:pt x="50408" y="76087"/>
                </a:lnTo>
                <a:lnTo>
                  <a:pt x="50815" y="76766"/>
                </a:lnTo>
                <a:lnTo>
                  <a:pt x="53804" y="76766"/>
                </a:lnTo>
                <a:lnTo>
                  <a:pt x="53940" y="76630"/>
                </a:lnTo>
                <a:lnTo>
                  <a:pt x="53940" y="71467"/>
                </a:lnTo>
                <a:lnTo>
                  <a:pt x="54076" y="71332"/>
                </a:lnTo>
                <a:lnTo>
                  <a:pt x="54212" y="71196"/>
                </a:lnTo>
                <a:lnTo>
                  <a:pt x="54212" y="66848"/>
                </a:lnTo>
                <a:lnTo>
                  <a:pt x="54348" y="66712"/>
                </a:lnTo>
                <a:lnTo>
                  <a:pt x="54484" y="66576"/>
                </a:lnTo>
                <a:lnTo>
                  <a:pt x="54484" y="66304"/>
                </a:lnTo>
                <a:lnTo>
                  <a:pt x="54484" y="66033"/>
                </a:lnTo>
                <a:lnTo>
                  <a:pt x="54348" y="65897"/>
                </a:lnTo>
                <a:lnTo>
                  <a:pt x="54212" y="65761"/>
                </a:lnTo>
                <a:lnTo>
                  <a:pt x="54348" y="65625"/>
                </a:lnTo>
                <a:lnTo>
                  <a:pt x="54484" y="65489"/>
                </a:lnTo>
                <a:lnTo>
                  <a:pt x="54484" y="63587"/>
                </a:lnTo>
                <a:lnTo>
                  <a:pt x="55978" y="62908"/>
                </a:lnTo>
                <a:lnTo>
                  <a:pt x="56793" y="62092"/>
                </a:lnTo>
                <a:lnTo>
                  <a:pt x="57065" y="62092"/>
                </a:lnTo>
                <a:lnTo>
                  <a:pt x="59103" y="60054"/>
                </a:lnTo>
                <a:lnTo>
                  <a:pt x="59103" y="59783"/>
                </a:lnTo>
                <a:lnTo>
                  <a:pt x="60462" y="58424"/>
                </a:lnTo>
                <a:lnTo>
                  <a:pt x="60462" y="58152"/>
                </a:lnTo>
                <a:lnTo>
                  <a:pt x="61005" y="57609"/>
                </a:lnTo>
                <a:lnTo>
                  <a:pt x="61821" y="55978"/>
                </a:lnTo>
                <a:lnTo>
                  <a:pt x="60870" y="54755"/>
                </a:lnTo>
                <a:lnTo>
                  <a:pt x="59783" y="54755"/>
                </a:lnTo>
                <a:lnTo>
                  <a:pt x="58967" y="55571"/>
                </a:lnTo>
                <a:lnTo>
                  <a:pt x="55435" y="59103"/>
                </a:lnTo>
                <a:lnTo>
                  <a:pt x="54348" y="59647"/>
                </a:lnTo>
                <a:lnTo>
                  <a:pt x="52717" y="59647"/>
                </a:lnTo>
                <a:lnTo>
                  <a:pt x="52582" y="59511"/>
                </a:lnTo>
                <a:lnTo>
                  <a:pt x="53261" y="58560"/>
                </a:lnTo>
                <a:lnTo>
                  <a:pt x="54620" y="58016"/>
                </a:lnTo>
                <a:lnTo>
                  <a:pt x="57201" y="55435"/>
                </a:lnTo>
                <a:lnTo>
                  <a:pt x="57201" y="55163"/>
                </a:lnTo>
                <a:lnTo>
                  <a:pt x="58424" y="53940"/>
                </a:lnTo>
                <a:lnTo>
                  <a:pt x="59511" y="53397"/>
                </a:lnTo>
                <a:lnTo>
                  <a:pt x="61413" y="53397"/>
                </a:lnTo>
                <a:lnTo>
                  <a:pt x="61957" y="53668"/>
                </a:lnTo>
                <a:lnTo>
                  <a:pt x="62636" y="54348"/>
                </a:lnTo>
                <a:lnTo>
                  <a:pt x="63179" y="55435"/>
                </a:lnTo>
                <a:lnTo>
                  <a:pt x="63179" y="56250"/>
                </a:lnTo>
                <a:lnTo>
                  <a:pt x="62364" y="57880"/>
                </a:lnTo>
                <a:lnTo>
                  <a:pt x="61821" y="58424"/>
                </a:lnTo>
                <a:lnTo>
                  <a:pt x="61549" y="59239"/>
                </a:lnTo>
                <a:lnTo>
                  <a:pt x="61005" y="59783"/>
                </a:lnTo>
                <a:lnTo>
                  <a:pt x="61005" y="60054"/>
                </a:lnTo>
                <a:lnTo>
                  <a:pt x="58967" y="62364"/>
                </a:lnTo>
                <a:lnTo>
                  <a:pt x="58696" y="62364"/>
                </a:lnTo>
                <a:lnTo>
                  <a:pt x="57880" y="63179"/>
                </a:lnTo>
                <a:lnTo>
                  <a:pt x="57609" y="63179"/>
                </a:lnTo>
                <a:lnTo>
                  <a:pt x="57065" y="63723"/>
                </a:lnTo>
                <a:lnTo>
                  <a:pt x="56793" y="63723"/>
                </a:lnTo>
                <a:lnTo>
                  <a:pt x="56250" y="64266"/>
                </a:lnTo>
                <a:lnTo>
                  <a:pt x="55978" y="64266"/>
                </a:lnTo>
                <a:lnTo>
                  <a:pt x="55842" y="64402"/>
                </a:lnTo>
                <a:lnTo>
                  <a:pt x="55842" y="65489"/>
                </a:lnTo>
                <a:lnTo>
                  <a:pt x="55707" y="65625"/>
                </a:lnTo>
                <a:lnTo>
                  <a:pt x="55571" y="65761"/>
                </a:lnTo>
                <a:lnTo>
                  <a:pt x="55571" y="71196"/>
                </a:lnTo>
                <a:lnTo>
                  <a:pt x="55435" y="71332"/>
                </a:lnTo>
                <a:lnTo>
                  <a:pt x="55299" y="71467"/>
                </a:lnTo>
                <a:lnTo>
                  <a:pt x="55299" y="77446"/>
                </a:lnTo>
                <a:lnTo>
                  <a:pt x="54620" y="78125"/>
                </a:lnTo>
                <a:lnTo>
                  <a:pt x="50272" y="78125"/>
                </a:lnTo>
                <a:lnTo>
                  <a:pt x="50136" y="77989"/>
                </a:lnTo>
                <a:lnTo>
                  <a:pt x="50000" y="77853"/>
                </a:lnTo>
                <a:lnTo>
                  <a:pt x="49728" y="77853"/>
                </a:lnTo>
                <a:lnTo>
                  <a:pt x="49457" y="77853"/>
                </a:lnTo>
                <a:lnTo>
                  <a:pt x="49321" y="77989"/>
                </a:lnTo>
                <a:lnTo>
                  <a:pt x="49185" y="78125"/>
                </a:lnTo>
                <a:lnTo>
                  <a:pt x="44837" y="78125"/>
                </a:lnTo>
                <a:lnTo>
                  <a:pt x="44429" y="77717"/>
                </a:lnTo>
                <a:lnTo>
                  <a:pt x="44429" y="76630"/>
                </a:lnTo>
                <a:lnTo>
                  <a:pt x="44293" y="76495"/>
                </a:lnTo>
                <a:lnTo>
                  <a:pt x="44158" y="76359"/>
                </a:lnTo>
                <a:lnTo>
                  <a:pt x="44158" y="70924"/>
                </a:lnTo>
                <a:lnTo>
                  <a:pt x="44022" y="70788"/>
                </a:lnTo>
                <a:lnTo>
                  <a:pt x="43886" y="70652"/>
                </a:lnTo>
                <a:lnTo>
                  <a:pt x="43886" y="64674"/>
                </a:lnTo>
                <a:lnTo>
                  <a:pt x="43207" y="63995"/>
                </a:lnTo>
                <a:lnTo>
                  <a:pt x="42935" y="63995"/>
                </a:lnTo>
                <a:lnTo>
                  <a:pt x="41304" y="62636"/>
                </a:lnTo>
                <a:lnTo>
                  <a:pt x="41033" y="62636"/>
                </a:lnTo>
                <a:lnTo>
                  <a:pt x="38995" y="60598"/>
                </a:lnTo>
                <a:lnTo>
                  <a:pt x="38451" y="59511"/>
                </a:lnTo>
                <a:lnTo>
                  <a:pt x="37092" y="57880"/>
                </a:lnTo>
                <a:lnTo>
                  <a:pt x="36549" y="56793"/>
                </a:lnTo>
                <a:lnTo>
                  <a:pt x="36549" y="55163"/>
                </a:lnTo>
                <a:lnTo>
                  <a:pt x="36821" y="54620"/>
                </a:lnTo>
                <a:lnTo>
                  <a:pt x="37772" y="53668"/>
                </a:lnTo>
                <a:lnTo>
                  <a:pt x="38043" y="53668"/>
                </a:lnTo>
                <a:lnTo>
                  <a:pt x="38179" y="535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76656" y="3346704"/>
            <a:ext cx="4133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Revenu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&amp; présence d’enfants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76656" y="4526280"/>
            <a:ext cx="4123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Des comportements observés différents.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Des actions ciblées à tester.</a:t>
            </a:r>
          </a:p>
        </p:txBody>
      </p:sp>
      <p:sp>
        <p:nvSpPr>
          <p:cNvPr id="10" name="Text 8"/>
          <p:cNvSpPr/>
          <p:nvPr/>
        </p:nvSpPr>
        <p:spPr>
          <a:xfrm>
            <a:off x="676656" y="5532120"/>
            <a:ext cx="4087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Des hypothèses commerciales</a:t>
            </a:r>
            <a:endParaRPr lang="en-US" sz="2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à valider expérimentalement</a:t>
            </a:r>
          </a:p>
        </p:txBody>
      </p:sp>
      <p:sp>
        <p:nvSpPr>
          <p:cNvPr id="11" name="Shape 9"/>
          <p:cNvSpPr/>
          <p:nvPr/>
        </p:nvSpPr>
        <p:spPr>
          <a:xfrm>
            <a:off x="5102352" y="1792224"/>
            <a:ext cx="6583680" cy="4544568"/>
          </a:xfrm>
          <a:prstGeom prst="roundRect">
            <a:avLst>
              <a:gd name="adj" fmla="val 2817"/>
            </a:avLst>
          </a:prstGeom>
          <a:solidFill>
            <a:srgbClr val="243F59"/>
          </a:solidFill>
          <a:ln w="12700">
            <a:solidFill>
              <a:srgbClr val="243F5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76672" y="2029968"/>
            <a:ext cx="6007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Limites à garder en vue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5394960" y="2798064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22392" y="281635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61304" y="27249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Séparation modérée : silhouette 0,304.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Deux et trois groupes ont de meilleurs indices.</a:t>
            </a:r>
          </a:p>
        </p:txBody>
      </p:sp>
      <p:sp>
        <p:nvSpPr>
          <p:cNvPr id="16" name="Shape 14"/>
          <p:cNvSpPr/>
          <p:nvPr/>
        </p:nvSpPr>
        <p:spPr>
          <a:xfrm>
            <a:off x="5394960" y="3493008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22392" y="3511296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61304" y="34198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Quatre axes conservent 61,0 % de variance.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Coude KMeans ; modèle final Ward.</a:t>
            </a:r>
          </a:p>
        </p:txBody>
      </p:sp>
      <p:sp>
        <p:nvSpPr>
          <p:cNvPr id="19" name="Shape 17"/>
          <p:cNvSpPr/>
          <p:nvPr/>
        </p:nvSpPr>
        <p:spPr>
          <a:xfrm>
            <a:off x="5394960" y="4187952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22392" y="42062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61304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Variables de dépenses et de foyer redondantes.</a:t>
            </a:r>
            <a:endParaRPr lang="en-US" sz="1600" dirty="0"/>
          </a:p>
          <a:p>
            <a:pPr marL="0" indent="0">
              <a:buNone/>
            </a:pPr>
            <a:r>
              <a:rPr lang="fr-FR" sz="140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Sans elles : 78 % des affectations conservées.</a:t>
            </a:r>
            <a:endParaRPr lang="en-US" sz="1400" dirty="0">
              <a:solidFill>
                <a:srgbClr val="FFFFFF"/>
              </a:solidFill>
              <a:latin typeface="Aptos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94960" y="4882896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22392" y="490118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61304" y="48097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Achats promotionnels inclus dans le clustering.</a:t>
            </a:r>
            <a:endParaRPr lang="en-US" sz="1600" dirty="0"/>
          </a:p>
          <a:p>
            <a:pPr marL="0" indent="0">
              <a:buNone/>
            </a:pPr>
            <a:r>
              <a:rPr lang="fr-FR" sz="140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Stabilité sur sous-échantillons : médiane 0,81.</a:t>
            </a:r>
            <a:endParaRPr lang="en-US" sz="1400" dirty="0">
              <a:solidFill>
                <a:srgbClr val="FFFFFF"/>
              </a:solidFill>
              <a:latin typeface="Aptos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94960" y="5577840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22392" y="559612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61304" y="55046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24 revenus supprimés : biais à évaluer.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Aucun effet causal des actions n’est démontré.</a:t>
            </a:r>
          </a:p>
        </p:txBody>
      </p:sp>
      <p:sp>
        <p:nvSpPr>
          <p:cNvPr id="28" name="Text 26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17. SOURCES &amp; ÉQUIPE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88136"/>
            <a:ext cx="11228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70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Sources, équipe d’origine et reprise individuelle.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93192" y="651052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 </a:t>
            </a:r>
            <a:r>
              <a:rPr lang="en-US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</a:t>
            </a:r>
            <a:r>
              <a:rPr lang="fr-FR" sz="10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Projet de groupe ENSEA repris par Abdoulaye KONE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58016" y="64922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" y="1783080"/>
            <a:ext cx="11201400" cy="1316736"/>
          </a:xfrm>
          <a:prstGeom prst="roundRect">
            <a:avLst>
              <a:gd name="adj" fmla="val 9722"/>
            </a:avLst>
          </a:prstGeom>
          <a:solidFill>
            <a:srgbClr val="EFF6FF"/>
          </a:solidFill>
          <a:ln w="12700">
            <a:solidFill>
              <a:srgbClr val="71AE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94944" y="1975104"/>
            <a:ext cx="923544" cy="9235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VECTOR_database_70"/>
          <p:cNvSpPr/>
          <p:nvPr/>
        </p:nvSpPr>
        <p:spPr>
          <a:xfrm>
            <a:off x="694944" y="1975104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1154" y="22308"/>
                </a:moveTo>
                <a:lnTo>
                  <a:pt x="41538" y="21923"/>
                </a:lnTo>
                <a:lnTo>
                  <a:pt x="53846" y="21923"/>
                </a:lnTo>
                <a:lnTo>
                  <a:pt x="54231" y="22308"/>
                </a:lnTo>
                <a:lnTo>
                  <a:pt x="54615" y="22692"/>
                </a:lnTo>
                <a:lnTo>
                  <a:pt x="58462" y="22692"/>
                </a:lnTo>
                <a:lnTo>
                  <a:pt x="58846" y="23077"/>
                </a:lnTo>
                <a:lnTo>
                  <a:pt x="59231" y="23462"/>
                </a:lnTo>
                <a:lnTo>
                  <a:pt x="60000" y="23462"/>
                </a:lnTo>
                <a:lnTo>
                  <a:pt x="60769" y="23462"/>
                </a:lnTo>
                <a:lnTo>
                  <a:pt x="62308" y="24231"/>
                </a:lnTo>
                <a:lnTo>
                  <a:pt x="65769" y="27692"/>
                </a:lnTo>
                <a:lnTo>
                  <a:pt x="65769" y="63077"/>
                </a:lnTo>
                <a:lnTo>
                  <a:pt x="63077" y="65769"/>
                </a:lnTo>
                <a:lnTo>
                  <a:pt x="60000" y="67308"/>
                </a:lnTo>
                <a:lnTo>
                  <a:pt x="52308" y="68846"/>
                </a:lnTo>
                <a:lnTo>
                  <a:pt x="40769" y="68846"/>
                </a:lnTo>
                <a:lnTo>
                  <a:pt x="40385" y="68462"/>
                </a:lnTo>
                <a:lnTo>
                  <a:pt x="40000" y="68077"/>
                </a:lnTo>
                <a:lnTo>
                  <a:pt x="36923" y="68077"/>
                </a:lnTo>
                <a:lnTo>
                  <a:pt x="36538" y="67692"/>
                </a:lnTo>
                <a:lnTo>
                  <a:pt x="36154" y="67308"/>
                </a:lnTo>
                <a:lnTo>
                  <a:pt x="35385" y="67308"/>
                </a:lnTo>
                <a:lnTo>
                  <a:pt x="34615" y="67308"/>
                </a:lnTo>
                <a:lnTo>
                  <a:pt x="31538" y="65769"/>
                </a:lnTo>
                <a:lnTo>
                  <a:pt x="28846" y="63077"/>
                </a:lnTo>
                <a:lnTo>
                  <a:pt x="28846" y="55385"/>
                </a:lnTo>
                <a:lnTo>
                  <a:pt x="29231" y="55000"/>
                </a:lnTo>
                <a:lnTo>
                  <a:pt x="29615" y="54615"/>
                </a:lnTo>
                <a:lnTo>
                  <a:pt x="28846" y="53077"/>
                </a:lnTo>
                <a:lnTo>
                  <a:pt x="28846" y="46923"/>
                </a:lnTo>
                <a:lnTo>
                  <a:pt x="29231" y="46538"/>
                </a:lnTo>
                <a:lnTo>
                  <a:pt x="29615" y="46154"/>
                </a:lnTo>
                <a:lnTo>
                  <a:pt x="29615" y="43846"/>
                </a:lnTo>
                <a:lnTo>
                  <a:pt x="29231" y="43462"/>
                </a:lnTo>
                <a:lnTo>
                  <a:pt x="28846" y="43077"/>
                </a:lnTo>
                <a:lnTo>
                  <a:pt x="28846" y="28462"/>
                </a:lnTo>
                <a:lnTo>
                  <a:pt x="31538" y="25000"/>
                </a:lnTo>
                <a:lnTo>
                  <a:pt x="34615" y="23462"/>
                </a:lnTo>
                <a:lnTo>
                  <a:pt x="35385" y="23462"/>
                </a:lnTo>
                <a:lnTo>
                  <a:pt x="36154" y="23462"/>
                </a:lnTo>
                <a:lnTo>
                  <a:pt x="36538" y="23077"/>
                </a:lnTo>
                <a:lnTo>
                  <a:pt x="36923" y="22692"/>
                </a:lnTo>
                <a:lnTo>
                  <a:pt x="40769" y="22692"/>
                </a:lnTo>
                <a:lnTo>
                  <a:pt x="41154" y="22308"/>
                </a:lnTo>
                <a:close/>
                <a:moveTo>
                  <a:pt x="40769" y="24231"/>
                </a:moveTo>
                <a:lnTo>
                  <a:pt x="40385" y="24615"/>
                </a:lnTo>
                <a:lnTo>
                  <a:pt x="40000" y="25000"/>
                </a:lnTo>
                <a:lnTo>
                  <a:pt x="37692" y="25000"/>
                </a:lnTo>
                <a:lnTo>
                  <a:pt x="37308" y="25385"/>
                </a:lnTo>
                <a:lnTo>
                  <a:pt x="36923" y="25769"/>
                </a:lnTo>
                <a:lnTo>
                  <a:pt x="36154" y="25769"/>
                </a:lnTo>
                <a:lnTo>
                  <a:pt x="35385" y="25769"/>
                </a:lnTo>
                <a:lnTo>
                  <a:pt x="33846" y="26538"/>
                </a:lnTo>
                <a:lnTo>
                  <a:pt x="31154" y="29231"/>
                </a:lnTo>
                <a:lnTo>
                  <a:pt x="31154" y="30000"/>
                </a:lnTo>
                <a:lnTo>
                  <a:pt x="31154" y="30769"/>
                </a:lnTo>
                <a:lnTo>
                  <a:pt x="33846" y="33462"/>
                </a:lnTo>
                <a:lnTo>
                  <a:pt x="35385" y="34231"/>
                </a:lnTo>
                <a:lnTo>
                  <a:pt x="36154" y="34231"/>
                </a:lnTo>
                <a:lnTo>
                  <a:pt x="36923" y="34231"/>
                </a:lnTo>
                <a:lnTo>
                  <a:pt x="37308" y="34615"/>
                </a:lnTo>
                <a:lnTo>
                  <a:pt x="37692" y="35000"/>
                </a:lnTo>
                <a:lnTo>
                  <a:pt x="40000" y="35000"/>
                </a:lnTo>
                <a:lnTo>
                  <a:pt x="40385" y="35385"/>
                </a:lnTo>
                <a:lnTo>
                  <a:pt x="40769" y="35769"/>
                </a:lnTo>
                <a:lnTo>
                  <a:pt x="53077" y="35769"/>
                </a:lnTo>
                <a:lnTo>
                  <a:pt x="53462" y="35385"/>
                </a:lnTo>
                <a:lnTo>
                  <a:pt x="56923" y="35000"/>
                </a:lnTo>
                <a:lnTo>
                  <a:pt x="57308" y="34615"/>
                </a:lnTo>
                <a:lnTo>
                  <a:pt x="57692" y="34231"/>
                </a:lnTo>
                <a:lnTo>
                  <a:pt x="58462" y="34231"/>
                </a:lnTo>
                <a:lnTo>
                  <a:pt x="59231" y="34231"/>
                </a:lnTo>
                <a:lnTo>
                  <a:pt x="62308" y="32692"/>
                </a:lnTo>
                <a:lnTo>
                  <a:pt x="63462" y="31538"/>
                </a:lnTo>
                <a:lnTo>
                  <a:pt x="63462" y="28462"/>
                </a:lnTo>
                <a:lnTo>
                  <a:pt x="62308" y="27308"/>
                </a:lnTo>
                <a:lnTo>
                  <a:pt x="59231" y="25769"/>
                </a:lnTo>
                <a:lnTo>
                  <a:pt x="58462" y="25769"/>
                </a:lnTo>
                <a:lnTo>
                  <a:pt x="57692" y="25769"/>
                </a:lnTo>
                <a:lnTo>
                  <a:pt x="57308" y="25385"/>
                </a:lnTo>
                <a:lnTo>
                  <a:pt x="56923" y="25000"/>
                </a:lnTo>
                <a:lnTo>
                  <a:pt x="54615" y="25000"/>
                </a:lnTo>
                <a:lnTo>
                  <a:pt x="54231" y="24615"/>
                </a:lnTo>
                <a:lnTo>
                  <a:pt x="53846" y="24231"/>
                </a:lnTo>
                <a:lnTo>
                  <a:pt x="40769" y="24231"/>
                </a:lnTo>
                <a:close/>
                <a:moveTo>
                  <a:pt x="31538" y="35000"/>
                </a:moveTo>
                <a:lnTo>
                  <a:pt x="31154" y="35385"/>
                </a:lnTo>
                <a:lnTo>
                  <a:pt x="31154" y="41538"/>
                </a:lnTo>
                <a:lnTo>
                  <a:pt x="34615" y="44231"/>
                </a:lnTo>
                <a:lnTo>
                  <a:pt x="35385" y="44231"/>
                </a:lnTo>
                <a:lnTo>
                  <a:pt x="36154" y="44231"/>
                </a:lnTo>
                <a:lnTo>
                  <a:pt x="36538" y="44615"/>
                </a:lnTo>
                <a:lnTo>
                  <a:pt x="36923" y="45000"/>
                </a:lnTo>
                <a:lnTo>
                  <a:pt x="40000" y="45000"/>
                </a:lnTo>
                <a:lnTo>
                  <a:pt x="40385" y="45385"/>
                </a:lnTo>
                <a:lnTo>
                  <a:pt x="40769" y="45769"/>
                </a:lnTo>
                <a:lnTo>
                  <a:pt x="53846" y="45769"/>
                </a:lnTo>
                <a:lnTo>
                  <a:pt x="54231" y="45385"/>
                </a:lnTo>
                <a:lnTo>
                  <a:pt x="54615" y="45000"/>
                </a:lnTo>
                <a:lnTo>
                  <a:pt x="56923" y="45000"/>
                </a:lnTo>
                <a:lnTo>
                  <a:pt x="57308" y="44615"/>
                </a:lnTo>
                <a:lnTo>
                  <a:pt x="57692" y="44231"/>
                </a:lnTo>
                <a:lnTo>
                  <a:pt x="58462" y="44231"/>
                </a:lnTo>
                <a:lnTo>
                  <a:pt x="59231" y="44231"/>
                </a:lnTo>
                <a:lnTo>
                  <a:pt x="62308" y="42692"/>
                </a:lnTo>
                <a:lnTo>
                  <a:pt x="63462" y="41538"/>
                </a:lnTo>
                <a:lnTo>
                  <a:pt x="63462" y="40769"/>
                </a:lnTo>
                <a:lnTo>
                  <a:pt x="63462" y="40000"/>
                </a:lnTo>
                <a:lnTo>
                  <a:pt x="63462" y="35385"/>
                </a:lnTo>
                <a:lnTo>
                  <a:pt x="63077" y="35000"/>
                </a:lnTo>
                <a:lnTo>
                  <a:pt x="61538" y="35769"/>
                </a:lnTo>
                <a:lnTo>
                  <a:pt x="60769" y="35769"/>
                </a:lnTo>
                <a:lnTo>
                  <a:pt x="60000" y="35769"/>
                </a:lnTo>
                <a:lnTo>
                  <a:pt x="59615" y="36154"/>
                </a:lnTo>
                <a:lnTo>
                  <a:pt x="59231" y="36538"/>
                </a:lnTo>
                <a:lnTo>
                  <a:pt x="58462" y="36538"/>
                </a:lnTo>
                <a:lnTo>
                  <a:pt x="57692" y="36538"/>
                </a:lnTo>
                <a:lnTo>
                  <a:pt x="57308" y="36923"/>
                </a:lnTo>
                <a:lnTo>
                  <a:pt x="56923" y="37308"/>
                </a:lnTo>
                <a:lnTo>
                  <a:pt x="56154" y="37308"/>
                </a:lnTo>
                <a:lnTo>
                  <a:pt x="55385" y="37308"/>
                </a:lnTo>
                <a:lnTo>
                  <a:pt x="55000" y="37692"/>
                </a:lnTo>
                <a:lnTo>
                  <a:pt x="54615" y="38077"/>
                </a:lnTo>
                <a:lnTo>
                  <a:pt x="49231" y="38077"/>
                </a:lnTo>
                <a:lnTo>
                  <a:pt x="47308" y="39231"/>
                </a:lnTo>
                <a:lnTo>
                  <a:pt x="46923" y="41154"/>
                </a:lnTo>
                <a:lnTo>
                  <a:pt x="46538" y="39231"/>
                </a:lnTo>
                <a:lnTo>
                  <a:pt x="45385" y="38077"/>
                </a:lnTo>
                <a:lnTo>
                  <a:pt x="40000" y="38077"/>
                </a:lnTo>
                <a:lnTo>
                  <a:pt x="39615" y="37692"/>
                </a:lnTo>
                <a:lnTo>
                  <a:pt x="39231" y="37308"/>
                </a:lnTo>
                <a:lnTo>
                  <a:pt x="36923" y="37308"/>
                </a:lnTo>
                <a:lnTo>
                  <a:pt x="36538" y="36923"/>
                </a:lnTo>
                <a:lnTo>
                  <a:pt x="36154" y="36538"/>
                </a:lnTo>
                <a:lnTo>
                  <a:pt x="35385" y="36538"/>
                </a:lnTo>
                <a:lnTo>
                  <a:pt x="34615" y="36538"/>
                </a:lnTo>
                <a:lnTo>
                  <a:pt x="31538" y="35000"/>
                </a:lnTo>
                <a:close/>
                <a:moveTo>
                  <a:pt x="32308" y="45000"/>
                </a:moveTo>
                <a:lnTo>
                  <a:pt x="31154" y="46154"/>
                </a:lnTo>
                <a:lnTo>
                  <a:pt x="31154" y="51538"/>
                </a:lnTo>
                <a:lnTo>
                  <a:pt x="32308" y="52692"/>
                </a:lnTo>
                <a:lnTo>
                  <a:pt x="35385" y="54231"/>
                </a:lnTo>
                <a:lnTo>
                  <a:pt x="36154" y="54231"/>
                </a:lnTo>
                <a:lnTo>
                  <a:pt x="36923" y="54231"/>
                </a:lnTo>
                <a:lnTo>
                  <a:pt x="40000" y="55769"/>
                </a:lnTo>
                <a:lnTo>
                  <a:pt x="54615" y="55769"/>
                </a:lnTo>
                <a:lnTo>
                  <a:pt x="55000" y="55385"/>
                </a:lnTo>
                <a:lnTo>
                  <a:pt x="55385" y="55000"/>
                </a:lnTo>
                <a:lnTo>
                  <a:pt x="58462" y="55000"/>
                </a:lnTo>
                <a:lnTo>
                  <a:pt x="62308" y="52692"/>
                </a:lnTo>
                <a:lnTo>
                  <a:pt x="63077" y="52692"/>
                </a:lnTo>
                <a:lnTo>
                  <a:pt x="63462" y="52308"/>
                </a:lnTo>
                <a:lnTo>
                  <a:pt x="63462" y="45385"/>
                </a:lnTo>
                <a:lnTo>
                  <a:pt x="63077" y="45000"/>
                </a:lnTo>
                <a:lnTo>
                  <a:pt x="60000" y="46538"/>
                </a:lnTo>
                <a:lnTo>
                  <a:pt x="56154" y="47308"/>
                </a:lnTo>
                <a:lnTo>
                  <a:pt x="55769" y="47692"/>
                </a:lnTo>
                <a:lnTo>
                  <a:pt x="55385" y="48077"/>
                </a:lnTo>
                <a:lnTo>
                  <a:pt x="39231" y="48077"/>
                </a:lnTo>
                <a:lnTo>
                  <a:pt x="38846" y="47692"/>
                </a:lnTo>
                <a:lnTo>
                  <a:pt x="38462" y="47308"/>
                </a:lnTo>
                <a:lnTo>
                  <a:pt x="37692" y="47308"/>
                </a:lnTo>
                <a:lnTo>
                  <a:pt x="36923" y="47308"/>
                </a:lnTo>
                <a:lnTo>
                  <a:pt x="32308" y="45000"/>
                </a:lnTo>
                <a:close/>
                <a:moveTo>
                  <a:pt x="62308" y="55000"/>
                </a:moveTo>
                <a:lnTo>
                  <a:pt x="60769" y="56538"/>
                </a:lnTo>
                <a:lnTo>
                  <a:pt x="60000" y="56538"/>
                </a:lnTo>
                <a:lnTo>
                  <a:pt x="59231" y="56538"/>
                </a:lnTo>
                <a:lnTo>
                  <a:pt x="58846" y="56923"/>
                </a:lnTo>
                <a:lnTo>
                  <a:pt x="58462" y="57308"/>
                </a:lnTo>
                <a:lnTo>
                  <a:pt x="56154" y="57308"/>
                </a:lnTo>
                <a:lnTo>
                  <a:pt x="53077" y="58846"/>
                </a:lnTo>
                <a:lnTo>
                  <a:pt x="52692" y="58462"/>
                </a:lnTo>
                <a:lnTo>
                  <a:pt x="52308" y="58077"/>
                </a:lnTo>
                <a:lnTo>
                  <a:pt x="50000" y="58077"/>
                </a:lnTo>
                <a:lnTo>
                  <a:pt x="48462" y="58846"/>
                </a:lnTo>
                <a:lnTo>
                  <a:pt x="47692" y="60385"/>
                </a:lnTo>
                <a:lnTo>
                  <a:pt x="45385" y="58077"/>
                </a:lnTo>
                <a:lnTo>
                  <a:pt x="40000" y="58077"/>
                </a:lnTo>
                <a:lnTo>
                  <a:pt x="39615" y="57692"/>
                </a:lnTo>
                <a:lnTo>
                  <a:pt x="39231" y="57308"/>
                </a:lnTo>
                <a:lnTo>
                  <a:pt x="36154" y="57308"/>
                </a:lnTo>
                <a:lnTo>
                  <a:pt x="35769" y="56923"/>
                </a:lnTo>
                <a:lnTo>
                  <a:pt x="35385" y="56538"/>
                </a:lnTo>
                <a:lnTo>
                  <a:pt x="31538" y="55769"/>
                </a:lnTo>
                <a:lnTo>
                  <a:pt x="31154" y="56154"/>
                </a:lnTo>
                <a:lnTo>
                  <a:pt x="31154" y="61538"/>
                </a:lnTo>
                <a:lnTo>
                  <a:pt x="31538" y="61923"/>
                </a:lnTo>
                <a:lnTo>
                  <a:pt x="33846" y="64231"/>
                </a:lnTo>
                <a:lnTo>
                  <a:pt x="35385" y="65000"/>
                </a:lnTo>
                <a:lnTo>
                  <a:pt x="37692" y="65000"/>
                </a:lnTo>
                <a:lnTo>
                  <a:pt x="38077" y="65385"/>
                </a:lnTo>
                <a:lnTo>
                  <a:pt x="38462" y="65769"/>
                </a:lnTo>
                <a:lnTo>
                  <a:pt x="43077" y="65769"/>
                </a:lnTo>
                <a:lnTo>
                  <a:pt x="43462" y="66154"/>
                </a:lnTo>
                <a:lnTo>
                  <a:pt x="43846" y="66538"/>
                </a:lnTo>
                <a:lnTo>
                  <a:pt x="51538" y="66538"/>
                </a:lnTo>
                <a:lnTo>
                  <a:pt x="51923" y="66154"/>
                </a:lnTo>
                <a:lnTo>
                  <a:pt x="52308" y="65769"/>
                </a:lnTo>
                <a:lnTo>
                  <a:pt x="56923" y="65769"/>
                </a:lnTo>
                <a:lnTo>
                  <a:pt x="57308" y="65385"/>
                </a:lnTo>
                <a:lnTo>
                  <a:pt x="57692" y="65000"/>
                </a:lnTo>
                <a:lnTo>
                  <a:pt x="58462" y="65000"/>
                </a:lnTo>
                <a:lnTo>
                  <a:pt x="59231" y="65000"/>
                </a:lnTo>
                <a:lnTo>
                  <a:pt x="62308" y="63462"/>
                </a:lnTo>
                <a:lnTo>
                  <a:pt x="63462" y="62308"/>
                </a:lnTo>
                <a:lnTo>
                  <a:pt x="63462" y="55385"/>
                </a:lnTo>
                <a:lnTo>
                  <a:pt x="63077" y="55000"/>
                </a:lnTo>
                <a:lnTo>
                  <a:pt x="62308" y="55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920240" y="1993392"/>
            <a:ext cx="2532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20240" y="2368296"/>
            <a:ext cx="9390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Personality Analysis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1920240" y="277063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Dataset public Kaggle, par Akash Patel.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6344" y="3300984"/>
            <a:ext cx="11201400" cy="1316736"/>
          </a:xfrm>
          <a:prstGeom prst="roundRect">
            <a:avLst>
              <a:gd name="adj" fmla="val 9722"/>
            </a:avLst>
          </a:prstGeom>
          <a:solidFill>
            <a:srgbClr val="F0FDFA"/>
          </a:solidFill>
          <a:ln w="12700">
            <a:solidFill>
              <a:srgbClr val="A7F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94944" y="3493008"/>
            <a:ext cx="923544" cy="92354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VECTOR_document_71"/>
          <p:cNvSpPr/>
          <p:nvPr/>
        </p:nvSpPr>
        <p:spPr>
          <a:xfrm>
            <a:off x="694944" y="349300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39286" y="25325"/>
                </a:moveTo>
                <a:lnTo>
                  <a:pt x="39610" y="25000"/>
                </a:lnTo>
                <a:lnTo>
                  <a:pt x="49351" y="25000"/>
                </a:lnTo>
                <a:lnTo>
                  <a:pt x="49675" y="25325"/>
                </a:lnTo>
                <a:lnTo>
                  <a:pt x="50000" y="25649"/>
                </a:lnTo>
                <a:lnTo>
                  <a:pt x="60390" y="25649"/>
                </a:lnTo>
                <a:lnTo>
                  <a:pt x="73052" y="38312"/>
                </a:lnTo>
                <a:lnTo>
                  <a:pt x="73701" y="39610"/>
                </a:lnTo>
                <a:lnTo>
                  <a:pt x="73701" y="72727"/>
                </a:lnTo>
                <a:lnTo>
                  <a:pt x="73052" y="74026"/>
                </a:lnTo>
                <a:lnTo>
                  <a:pt x="70779" y="76299"/>
                </a:lnTo>
                <a:lnTo>
                  <a:pt x="69156" y="76623"/>
                </a:lnTo>
                <a:lnTo>
                  <a:pt x="68831" y="76948"/>
                </a:lnTo>
                <a:lnTo>
                  <a:pt x="39610" y="76948"/>
                </a:lnTo>
                <a:lnTo>
                  <a:pt x="39286" y="76623"/>
                </a:lnTo>
                <a:lnTo>
                  <a:pt x="38961" y="76299"/>
                </a:lnTo>
                <a:lnTo>
                  <a:pt x="38312" y="76299"/>
                </a:lnTo>
                <a:lnTo>
                  <a:pt x="37662" y="76299"/>
                </a:lnTo>
                <a:lnTo>
                  <a:pt x="35390" y="74026"/>
                </a:lnTo>
                <a:lnTo>
                  <a:pt x="34740" y="72727"/>
                </a:lnTo>
                <a:lnTo>
                  <a:pt x="34740" y="29221"/>
                </a:lnTo>
                <a:lnTo>
                  <a:pt x="35390" y="27922"/>
                </a:lnTo>
                <a:lnTo>
                  <a:pt x="37662" y="25649"/>
                </a:lnTo>
                <a:lnTo>
                  <a:pt x="39286" y="25325"/>
                </a:lnTo>
                <a:close/>
                <a:moveTo>
                  <a:pt x="39610" y="28247"/>
                </a:moveTo>
                <a:lnTo>
                  <a:pt x="37987" y="29870"/>
                </a:lnTo>
                <a:lnTo>
                  <a:pt x="37987" y="72078"/>
                </a:lnTo>
                <a:lnTo>
                  <a:pt x="39610" y="73701"/>
                </a:lnTo>
                <a:lnTo>
                  <a:pt x="68831" y="73701"/>
                </a:lnTo>
                <a:lnTo>
                  <a:pt x="70455" y="72078"/>
                </a:lnTo>
                <a:lnTo>
                  <a:pt x="70455" y="41558"/>
                </a:lnTo>
                <a:lnTo>
                  <a:pt x="70130" y="41234"/>
                </a:lnTo>
                <a:lnTo>
                  <a:pt x="60390" y="41234"/>
                </a:lnTo>
                <a:lnTo>
                  <a:pt x="58117" y="38961"/>
                </a:lnTo>
                <a:lnTo>
                  <a:pt x="58117" y="29221"/>
                </a:lnTo>
                <a:lnTo>
                  <a:pt x="57143" y="28247"/>
                </a:lnTo>
                <a:lnTo>
                  <a:pt x="39610" y="28247"/>
                </a:lnTo>
                <a:close/>
                <a:moveTo>
                  <a:pt x="61039" y="30844"/>
                </a:moveTo>
                <a:lnTo>
                  <a:pt x="60714" y="31169"/>
                </a:lnTo>
                <a:lnTo>
                  <a:pt x="60714" y="37013"/>
                </a:lnTo>
                <a:lnTo>
                  <a:pt x="61688" y="37987"/>
                </a:lnTo>
                <a:lnTo>
                  <a:pt x="67532" y="37987"/>
                </a:lnTo>
                <a:lnTo>
                  <a:pt x="67857" y="37662"/>
                </a:lnTo>
                <a:lnTo>
                  <a:pt x="67857" y="37013"/>
                </a:lnTo>
                <a:lnTo>
                  <a:pt x="67532" y="36688"/>
                </a:lnTo>
                <a:lnTo>
                  <a:pt x="66883" y="36688"/>
                </a:lnTo>
                <a:lnTo>
                  <a:pt x="66558" y="36364"/>
                </a:lnTo>
                <a:lnTo>
                  <a:pt x="66558" y="35714"/>
                </a:lnTo>
                <a:lnTo>
                  <a:pt x="61688" y="30844"/>
                </a:lnTo>
                <a:lnTo>
                  <a:pt x="61039" y="30844"/>
                </a:lnTo>
                <a:close/>
                <a:moveTo>
                  <a:pt x="45130" y="47403"/>
                </a:moveTo>
                <a:lnTo>
                  <a:pt x="45455" y="47078"/>
                </a:lnTo>
                <a:lnTo>
                  <a:pt x="62338" y="47078"/>
                </a:lnTo>
                <a:lnTo>
                  <a:pt x="63961" y="48701"/>
                </a:lnTo>
                <a:lnTo>
                  <a:pt x="63961" y="49351"/>
                </a:lnTo>
                <a:lnTo>
                  <a:pt x="62987" y="50325"/>
                </a:lnTo>
                <a:lnTo>
                  <a:pt x="46753" y="50325"/>
                </a:lnTo>
                <a:lnTo>
                  <a:pt x="46429" y="50649"/>
                </a:lnTo>
                <a:lnTo>
                  <a:pt x="46104" y="50974"/>
                </a:lnTo>
                <a:lnTo>
                  <a:pt x="44481" y="50000"/>
                </a:lnTo>
                <a:lnTo>
                  <a:pt x="44481" y="48052"/>
                </a:lnTo>
                <a:lnTo>
                  <a:pt x="44805" y="47727"/>
                </a:lnTo>
                <a:lnTo>
                  <a:pt x="45130" y="47403"/>
                </a:lnTo>
                <a:close/>
                <a:moveTo>
                  <a:pt x="44481" y="55844"/>
                </a:moveTo>
                <a:lnTo>
                  <a:pt x="44805" y="55519"/>
                </a:lnTo>
                <a:lnTo>
                  <a:pt x="62987" y="55519"/>
                </a:lnTo>
                <a:lnTo>
                  <a:pt x="63961" y="56494"/>
                </a:lnTo>
                <a:lnTo>
                  <a:pt x="63961" y="57143"/>
                </a:lnTo>
                <a:lnTo>
                  <a:pt x="62987" y="58117"/>
                </a:lnTo>
                <a:lnTo>
                  <a:pt x="62662" y="58442"/>
                </a:lnTo>
                <a:lnTo>
                  <a:pt x="62338" y="58766"/>
                </a:lnTo>
                <a:lnTo>
                  <a:pt x="45455" y="58766"/>
                </a:lnTo>
                <a:lnTo>
                  <a:pt x="43831" y="57143"/>
                </a:lnTo>
                <a:lnTo>
                  <a:pt x="44481" y="55844"/>
                </a:lnTo>
                <a:close/>
                <a:moveTo>
                  <a:pt x="45130" y="63636"/>
                </a:moveTo>
                <a:lnTo>
                  <a:pt x="45455" y="63312"/>
                </a:lnTo>
                <a:lnTo>
                  <a:pt x="55195" y="63312"/>
                </a:lnTo>
                <a:lnTo>
                  <a:pt x="56169" y="64286"/>
                </a:lnTo>
                <a:lnTo>
                  <a:pt x="56169" y="64935"/>
                </a:lnTo>
                <a:lnTo>
                  <a:pt x="56169" y="65584"/>
                </a:lnTo>
                <a:lnTo>
                  <a:pt x="55195" y="66558"/>
                </a:lnTo>
                <a:lnTo>
                  <a:pt x="45455" y="66558"/>
                </a:lnTo>
                <a:lnTo>
                  <a:pt x="43831" y="64935"/>
                </a:lnTo>
                <a:lnTo>
                  <a:pt x="45130" y="636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920240" y="3511296"/>
            <a:ext cx="2532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Démarche de référence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20240" y="3886200"/>
            <a:ext cx="9390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Customer Segmentation: Clustering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920240" y="428853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Notebook Kaggle de Karnika Kapoor.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6344" y="4818888"/>
            <a:ext cx="11201400" cy="1316736"/>
          </a:xfrm>
          <a:prstGeom prst="roundRect">
            <a:avLst>
              <a:gd name="adj" fmla="val 9722"/>
            </a:avLst>
          </a:prstGeom>
          <a:solidFill>
            <a:srgbClr val="F3F4F6"/>
          </a:solidFill>
          <a:ln w="12700">
            <a:solidFill>
              <a:srgbClr val="B7BD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94944" y="5010912"/>
            <a:ext cx="923544" cy="9235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VECTOR_graduation_72"/>
          <p:cNvSpPr/>
          <p:nvPr/>
        </p:nvSpPr>
        <p:spPr>
          <a:xfrm>
            <a:off x="694944" y="5010912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100000" h="100000" stroke="0" extrusionOk="0">
                <a:moveTo>
                  <a:pt x="45635" y="33333"/>
                </a:moveTo>
                <a:lnTo>
                  <a:pt x="47619" y="32937"/>
                </a:lnTo>
                <a:lnTo>
                  <a:pt x="48016" y="33333"/>
                </a:lnTo>
                <a:lnTo>
                  <a:pt x="48413" y="33730"/>
                </a:lnTo>
                <a:lnTo>
                  <a:pt x="49206" y="33730"/>
                </a:lnTo>
                <a:lnTo>
                  <a:pt x="50000" y="33730"/>
                </a:lnTo>
                <a:lnTo>
                  <a:pt x="55556" y="36905"/>
                </a:lnTo>
                <a:lnTo>
                  <a:pt x="56349" y="36905"/>
                </a:lnTo>
                <a:lnTo>
                  <a:pt x="57143" y="36905"/>
                </a:lnTo>
                <a:lnTo>
                  <a:pt x="73016" y="44841"/>
                </a:lnTo>
                <a:lnTo>
                  <a:pt x="74206" y="46032"/>
                </a:lnTo>
                <a:lnTo>
                  <a:pt x="74206" y="48413"/>
                </a:lnTo>
                <a:lnTo>
                  <a:pt x="73016" y="49603"/>
                </a:lnTo>
                <a:lnTo>
                  <a:pt x="68254" y="51984"/>
                </a:lnTo>
                <a:lnTo>
                  <a:pt x="67460" y="51984"/>
                </a:lnTo>
                <a:lnTo>
                  <a:pt x="66667" y="51984"/>
                </a:lnTo>
                <a:lnTo>
                  <a:pt x="63095" y="53968"/>
                </a:lnTo>
                <a:lnTo>
                  <a:pt x="63095" y="69841"/>
                </a:lnTo>
                <a:lnTo>
                  <a:pt x="62302" y="71429"/>
                </a:lnTo>
                <a:lnTo>
                  <a:pt x="58730" y="74206"/>
                </a:lnTo>
                <a:lnTo>
                  <a:pt x="55556" y="75794"/>
                </a:lnTo>
                <a:lnTo>
                  <a:pt x="54762" y="75794"/>
                </a:lnTo>
                <a:lnTo>
                  <a:pt x="53968" y="75794"/>
                </a:lnTo>
                <a:lnTo>
                  <a:pt x="50794" y="77381"/>
                </a:lnTo>
                <a:lnTo>
                  <a:pt x="48413" y="77381"/>
                </a:lnTo>
                <a:lnTo>
                  <a:pt x="42857" y="77381"/>
                </a:lnTo>
                <a:lnTo>
                  <a:pt x="42460" y="76984"/>
                </a:lnTo>
                <a:lnTo>
                  <a:pt x="42063" y="76587"/>
                </a:lnTo>
                <a:lnTo>
                  <a:pt x="39683" y="76587"/>
                </a:lnTo>
                <a:lnTo>
                  <a:pt x="34921" y="74206"/>
                </a:lnTo>
                <a:lnTo>
                  <a:pt x="31349" y="71429"/>
                </a:lnTo>
                <a:lnTo>
                  <a:pt x="30556" y="69841"/>
                </a:lnTo>
                <a:lnTo>
                  <a:pt x="30556" y="53968"/>
                </a:lnTo>
                <a:lnTo>
                  <a:pt x="21429" y="49603"/>
                </a:lnTo>
                <a:lnTo>
                  <a:pt x="19444" y="47619"/>
                </a:lnTo>
                <a:lnTo>
                  <a:pt x="20635" y="44841"/>
                </a:lnTo>
                <a:lnTo>
                  <a:pt x="23810" y="43254"/>
                </a:lnTo>
                <a:lnTo>
                  <a:pt x="24603" y="43254"/>
                </a:lnTo>
                <a:lnTo>
                  <a:pt x="25397" y="43254"/>
                </a:lnTo>
                <a:lnTo>
                  <a:pt x="42063" y="34524"/>
                </a:lnTo>
                <a:lnTo>
                  <a:pt x="42857" y="34524"/>
                </a:lnTo>
                <a:lnTo>
                  <a:pt x="43651" y="34524"/>
                </a:lnTo>
                <a:lnTo>
                  <a:pt x="45635" y="33333"/>
                </a:lnTo>
                <a:close/>
                <a:moveTo>
                  <a:pt x="45238" y="36905"/>
                </a:moveTo>
                <a:lnTo>
                  <a:pt x="26190" y="46429"/>
                </a:lnTo>
                <a:lnTo>
                  <a:pt x="25794" y="46825"/>
                </a:lnTo>
                <a:lnTo>
                  <a:pt x="25794" y="47619"/>
                </a:lnTo>
                <a:lnTo>
                  <a:pt x="27778" y="48810"/>
                </a:lnTo>
                <a:lnTo>
                  <a:pt x="28571" y="48810"/>
                </a:lnTo>
                <a:lnTo>
                  <a:pt x="29365" y="48810"/>
                </a:lnTo>
                <a:lnTo>
                  <a:pt x="45238" y="56746"/>
                </a:lnTo>
                <a:lnTo>
                  <a:pt x="48810" y="56349"/>
                </a:lnTo>
                <a:lnTo>
                  <a:pt x="50794" y="55952"/>
                </a:lnTo>
                <a:lnTo>
                  <a:pt x="54762" y="53571"/>
                </a:lnTo>
                <a:lnTo>
                  <a:pt x="55556" y="53571"/>
                </a:lnTo>
                <a:lnTo>
                  <a:pt x="56349" y="53571"/>
                </a:lnTo>
                <a:lnTo>
                  <a:pt x="63492" y="49603"/>
                </a:lnTo>
                <a:lnTo>
                  <a:pt x="64286" y="49603"/>
                </a:lnTo>
                <a:lnTo>
                  <a:pt x="65079" y="49603"/>
                </a:lnTo>
                <a:lnTo>
                  <a:pt x="68254" y="48016"/>
                </a:lnTo>
                <a:lnTo>
                  <a:pt x="68651" y="47619"/>
                </a:lnTo>
                <a:lnTo>
                  <a:pt x="68651" y="46825"/>
                </a:lnTo>
                <a:lnTo>
                  <a:pt x="61905" y="43254"/>
                </a:lnTo>
                <a:lnTo>
                  <a:pt x="61111" y="43254"/>
                </a:lnTo>
                <a:lnTo>
                  <a:pt x="60317" y="43254"/>
                </a:lnTo>
                <a:lnTo>
                  <a:pt x="50000" y="37698"/>
                </a:lnTo>
                <a:lnTo>
                  <a:pt x="49206" y="37698"/>
                </a:lnTo>
                <a:lnTo>
                  <a:pt x="48413" y="37698"/>
                </a:lnTo>
                <a:lnTo>
                  <a:pt x="48016" y="37302"/>
                </a:lnTo>
                <a:lnTo>
                  <a:pt x="47619" y="36905"/>
                </a:lnTo>
                <a:lnTo>
                  <a:pt x="45238" y="36905"/>
                </a:lnTo>
                <a:close/>
                <a:moveTo>
                  <a:pt x="34921" y="55952"/>
                </a:moveTo>
                <a:lnTo>
                  <a:pt x="34524" y="56349"/>
                </a:lnTo>
                <a:lnTo>
                  <a:pt x="34524" y="69048"/>
                </a:lnTo>
                <a:lnTo>
                  <a:pt x="36508" y="71032"/>
                </a:lnTo>
                <a:lnTo>
                  <a:pt x="39683" y="72619"/>
                </a:lnTo>
                <a:lnTo>
                  <a:pt x="40476" y="72619"/>
                </a:lnTo>
                <a:lnTo>
                  <a:pt x="41270" y="72619"/>
                </a:lnTo>
                <a:lnTo>
                  <a:pt x="41667" y="73016"/>
                </a:lnTo>
                <a:lnTo>
                  <a:pt x="42063" y="73413"/>
                </a:lnTo>
                <a:lnTo>
                  <a:pt x="51587" y="73413"/>
                </a:lnTo>
                <a:lnTo>
                  <a:pt x="51984" y="73016"/>
                </a:lnTo>
                <a:lnTo>
                  <a:pt x="52381" y="72619"/>
                </a:lnTo>
                <a:lnTo>
                  <a:pt x="53175" y="72619"/>
                </a:lnTo>
                <a:lnTo>
                  <a:pt x="53968" y="72619"/>
                </a:lnTo>
                <a:lnTo>
                  <a:pt x="57143" y="71032"/>
                </a:lnTo>
                <a:lnTo>
                  <a:pt x="59127" y="69048"/>
                </a:lnTo>
                <a:lnTo>
                  <a:pt x="59127" y="56349"/>
                </a:lnTo>
                <a:lnTo>
                  <a:pt x="58730" y="55952"/>
                </a:lnTo>
                <a:lnTo>
                  <a:pt x="49206" y="60714"/>
                </a:lnTo>
                <a:lnTo>
                  <a:pt x="45238" y="60714"/>
                </a:lnTo>
                <a:lnTo>
                  <a:pt x="39683" y="57540"/>
                </a:lnTo>
                <a:lnTo>
                  <a:pt x="38889" y="57540"/>
                </a:lnTo>
                <a:lnTo>
                  <a:pt x="38095" y="57540"/>
                </a:lnTo>
                <a:lnTo>
                  <a:pt x="34921" y="559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920240" y="5029200"/>
            <a:ext cx="2532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Équipe &amp; cadre académique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920240" y="5349399"/>
            <a:ext cx="9390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Abdoulaye KONE · N’GUESSAN Kouamé Kan Armand Loïc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1920240" y="5715159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SAWADOGO Wend-yam Albert · CHEFOUET CHETSONG Ghislain Joël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ENSEA Abidjan · Data Mining 2025 </a:t>
            </a:r>
            <a:r>
              <a:rPr lang="en-US" sz="1200">
                <a:solidFill>
                  <a:srgbClr val="334155"/>
                </a:solidFill>
                <a:latin typeface="Aptos" pitchFamily="34" charset="0"/>
                <a:ea typeface="Segoe UI" pitchFamily="34" charset="-122"/>
                <a:cs typeface="Segoe UI" pitchFamily="34" charset="-120"/>
              </a:rPr>
              <a:t>· Supervision : M. LALY · Reprise 2026 : Abdoulaye KONE</a:t>
            </a:r>
            <a:endParaRPr lang="en-US" sz="1200" dirty="0">
              <a:solidFill>
                <a:srgbClr val="334155"/>
              </a:solidFill>
              <a:latin typeface="Aptos" pitchFamily="34" charset="0"/>
              <a:ea typeface="Segoe UI" pitchFamily="34" charset="-122"/>
              <a:cs typeface="Segoe U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1699</Words>
  <Application>Microsoft Office PowerPoint</Application>
  <PresentationFormat>Grand écran</PresentationFormat>
  <Paragraphs>410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Arial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ENSEA Abidjan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de la clientèle marketing - analyse et profils</dc:title>
  <dc:subject>ACP, clustering Ward, profils descriptifs et hypothèses à tester</dc:subject>
  <dc:creator>Abdoulaye KONE</dc:creator>
  <dc:description>Projet de groupe ENSEA (Data Mining, 2025), repris et enrichi par Abdoulaye KONE en 2026.</dc:description>
  <cp:lastModifiedBy>Abdoulaye KONE</cp:lastModifiedBy>
  <cp:revision>6</cp:revision>
  <dcterms:created xsi:type="dcterms:W3CDTF">2026-10-13T01:08:11Z</dcterms:created>
  <dcterms:modified xsi:type="dcterms:W3CDTF">2026-10-22T12:37:26Z</dcterms:modified>
</cp:coreProperties>
</file>